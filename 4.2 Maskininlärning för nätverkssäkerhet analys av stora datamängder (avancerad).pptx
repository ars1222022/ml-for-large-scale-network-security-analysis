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7" r:id="rId41"/>
    <p:sldId id="298" r:id="rId42"/>
    <p:sldId id="299" r:id="rId43"/>
    <p:sldId id="296"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846C07-07D7-7A9F-6366-1FBDC362574B}" v="1885" dt="2026-03-09T12:23:44.390"/>
    <p1510:client id="{580ADE1F-05D8-5378-3E58-2C71E224A597}" v="1748" dt="2026-03-09T15:31:55.089"/>
    <p1510:client id="{69584A88-C5BE-A10C-4073-12B3159C2A05}" v="4490" dt="2026-03-09T18:48:57.854"/>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llanmörkt format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just format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just format 2 - Dekorfärg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just format 1 - Dekorfär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just format 3 - Dekorfärg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seniy Buzyan (extern)" userId="S::arseniy.buzyan@edu.stockholm.se::f92a01cd-049f-4602-b292-09b82d2ea4e3" providerId="AD" clId="Web-{17846C07-07D7-7A9F-6366-1FBDC362574B}"/>
    <pc:docChg chg="addSld delSld modSld">
      <pc:chgData name="Arseniy Buzyan (extern)" userId="S::arseniy.buzyan@edu.stockholm.se::f92a01cd-049f-4602-b292-09b82d2ea4e3" providerId="AD" clId="Web-{17846C07-07D7-7A9F-6366-1FBDC362574B}" dt="2026-03-09T12:23:44.390" v="1933"/>
      <pc:docMkLst>
        <pc:docMk/>
      </pc:docMkLst>
      <pc:sldChg chg="addSp modSp mod setBg">
        <pc:chgData name="Arseniy Buzyan (extern)" userId="S::arseniy.buzyan@edu.stockholm.se::f92a01cd-049f-4602-b292-09b82d2ea4e3" providerId="AD" clId="Web-{17846C07-07D7-7A9F-6366-1FBDC362574B}" dt="2026-03-09T11:28:53.712" v="7"/>
        <pc:sldMkLst>
          <pc:docMk/>
          <pc:sldMk cId="3194377694" sldId="256"/>
        </pc:sldMkLst>
        <pc:spChg chg="mod">
          <ac:chgData name="Arseniy Buzyan (extern)" userId="S::arseniy.buzyan@edu.stockholm.se::f92a01cd-049f-4602-b292-09b82d2ea4e3" providerId="AD" clId="Web-{17846C07-07D7-7A9F-6366-1FBDC362574B}" dt="2026-03-09T11:28:53.712" v="7"/>
          <ac:spMkLst>
            <pc:docMk/>
            <pc:sldMk cId="3194377694" sldId="256"/>
            <ac:spMk id="2" creationId="{00000000-0000-0000-0000-000000000000}"/>
          </ac:spMkLst>
        </pc:spChg>
        <pc:spChg chg="mod">
          <ac:chgData name="Arseniy Buzyan (extern)" userId="S::arseniy.buzyan@edu.stockholm.se::f92a01cd-049f-4602-b292-09b82d2ea4e3" providerId="AD" clId="Web-{17846C07-07D7-7A9F-6366-1FBDC362574B}" dt="2026-03-09T11:28:53.712" v="7"/>
          <ac:spMkLst>
            <pc:docMk/>
            <pc:sldMk cId="3194377694" sldId="256"/>
            <ac:spMk id="3" creationId="{00000000-0000-0000-0000-000000000000}"/>
          </ac:spMkLst>
        </pc:spChg>
        <pc:spChg chg="add">
          <ac:chgData name="Arseniy Buzyan (extern)" userId="S::arseniy.buzyan@edu.stockholm.se::f92a01cd-049f-4602-b292-09b82d2ea4e3" providerId="AD" clId="Web-{17846C07-07D7-7A9F-6366-1FBDC362574B}" dt="2026-03-09T11:28:53.712" v="7"/>
          <ac:spMkLst>
            <pc:docMk/>
            <pc:sldMk cId="3194377694" sldId="256"/>
            <ac:spMk id="8" creationId="{8C790BE2-4E4F-4AAF-81A2-4A6F4885EBE6}"/>
          </ac:spMkLst>
        </pc:spChg>
        <pc:spChg chg="add">
          <ac:chgData name="Arseniy Buzyan (extern)" userId="S::arseniy.buzyan@edu.stockholm.se::f92a01cd-049f-4602-b292-09b82d2ea4e3" providerId="AD" clId="Web-{17846C07-07D7-7A9F-6366-1FBDC362574B}" dt="2026-03-09T11:28:53.712" v="7"/>
          <ac:spMkLst>
            <pc:docMk/>
            <pc:sldMk cId="3194377694" sldId="256"/>
            <ac:spMk id="10" creationId="{D28B54C3-B57B-472A-B96E-1FCB67093DC2}"/>
          </ac:spMkLst>
        </pc:spChg>
        <pc:spChg chg="add">
          <ac:chgData name="Arseniy Buzyan (extern)" userId="S::arseniy.buzyan@edu.stockholm.se::f92a01cd-049f-4602-b292-09b82d2ea4e3" providerId="AD" clId="Web-{17846C07-07D7-7A9F-6366-1FBDC362574B}" dt="2026-03-09T11:28:53.712" v="7"/>
          <ac:spMkLst>
            <pc:docMk/>
            <pc:sldMk cId="3194377694" sldId="256"/>
            <ac:spMk id="12" creationId="{7DB3C429-F8DA-49B9-AF84-21996FCF78B5}"/>
          </ac:spMkLst>
        </pc:spChg>
        <pc:spChg chg="add">
          <ac:chgData name="Arseniy Buzyan (extern)" userId="S::arseniy.buzyan@edu.stockholm.se::f92a01cd-049f-4602-b292-09b82d2ea4e3" providerId="AD" clId="Web-{17846C07-07D7-7A9F-6366-1FBDC362574B}" dt="2026-03-09T11:28:53.712" v="7"/>
          <ac:spMkLst>
            <pc:docMk/>
            <pc:sldMk cId="3194377694" sldId="256"/>
            <ac:spMk id="14" creationId="{E12088DD-B1AD-40E0-8B86-1D87A2CCD9BE}"/>
          </ac:spMkLst>
        </pc:spChg>
        <pc:spChg chg="add">
          <ac:chgData name="Arseniy Buzyan (extern)" userId="S::arseniy.buzyan@edu.stockholm.se::f92a01cd-049f-4602-b292-09b82d2ea4e3" providerId="AD" clId="Web-{17846C07-07D7-7A9F-6366-1FBDC362574B}" dt="2026-03-09T11:28:53.712" v="7"/>
          <ac:spMkLst>
            <pc:docMk/>
            <pc:sldMk cId="3194377694" sldId="256"/>
            <ac:spMk id="16" creationId="{C4C9F2B0-1044-46EB-8AEB-C3BFFDE6C2CC}"/>
          </ac:spMkLst>
        </pc:spChg>
        <pc:spChg chg="add">
          <ac:chgData name="Arseniy Buzyan (extern)" userId="S::arseniy.buzyan@edu.stockholm.se::f92a01cd-049f-4602-b292-09b82d2ea4e3" providerId="AD" clId="Web-{17846C07-07D7-7A9F-6366-1FBDC362574B}" dt="2026-03-09T11:28:53.712" v="7"/>
          <ac:spMkLst>
            <pc:docMk/>
            <pc:sldMk cId="3194377694" sldId="256"/>
            <ac:spMk id="18" creationId="{0C395952-4E26-45A2-8756-2ADFD6E53C6E}"/>
          </ac:spMkLst>
        </pc:spChg>
        <pc:spChg chg="add">
          <ac:chgData name="Arseniy Buzyan (extern)" userId="S::arseniy.buzyan@edu.stockholm.se::f92a01cd-049f-4602-b292-09b82d2ea4e3" providerId="AD" clId="Web-{17846C07-07D7-7A9F-6366-1FBDC362574B}" dt="2026-03-09T11:28:53.712" v="7"/>
          <ac:spMkLst>
            <pc:docMk/>
            <pc:sldMk cId="3194377694" sldId="256"/>
            <ac:spMk id="20" creationId="{4734BADF-9461-4621-B112-2D7BABEA7DD0}"/>
          </ac:spMkLst>
        </pc:spChg>
      </pc:sldChg>
      <pc:sldChg chg="addSp delSp modSp new mod setBg">
        <pc:chgData name="Arseniy Buzyan (extern)" userId="S::arseniy.buzyan@edu.stockholm.se::f92a01cd-049f-4602-b292-09b82d2ea4e3" providerId="AD" clId="Web-{17846C07-07D7-7A9F-6366-1FBDC362574B}" dt="2026-03-09T11:30:28.774" v="18" actId="20577"/>
        <pc:sldMkLst>
          <pc:docMk/>
          <pc:sldMk cId="2850343895" sldId="257"/>
        </pc:sldMkLst>
        <pc:spChg chg="mod">
          <ac:chgData name="Arseniy Buzyan (extern)" userId="S::arseniy.buzyan@edu.stockholm.se::f92a01cd-049f-4602-b292-09b82d2ea4e3" providerId="AD" clId="Web-{17846C07-07D7-7A9F-6366-1FBDC362574B}" dt="2026-03-09T11:30:28.774" v="18" actId="20577"/>
          <ac:spMkLst>
            <pc:docMk/>
            <pc:sldMk cId="2850343895" sldId="257"/>
            <ac:spMk id="2" creationId="{E359E1AB-DAE2-F61A-B5A3-95647E55BBE3}"/>
          </ac:spMkLst>
        </pc:spChg>
        <pc:spChg chg="mod">
          <ac:chgData name="Arseniy Buzyan (extern)" userId="S::arseniy.buzyan@edu.stockholm.se::f92a01cd-049f-4602-b292-09b82d2ea4e3" providerId="AD" clId="Web-{17846C07-07D7-7A9F-6366-1FBDC362574B}" dt="2026-03-09T11:30:17.071" v="17"/>
          <ac:spMkLst>
            <pc:docMk/>
            <pc:sldMk cId="2850343895" sldId="257"/>
            <ac:spMk id="3" creationId="{3B51C688-84C8-5DF8-E3B0-102DFF7957AF}"/>
          </ac:spMkLst>
        </pc:spChg>
        <pc:spChg chg="add del">
          <ac:chgData name="Arseniy Buzyan (extern)" userId="S::arseniy.buzyan@edu.stockholm.se::f92a01cd-049f-4602-b292-09b82d2ea4e3" providerId="AD" clId="Web-{17846C07-07D7-7A9F-6366-1FBDC362574B}" dt="2026-03-09T11:30:17.056" v="16"/>
          <ac:spMkLst>
            <pc:docMk/>
            <pc:sldMk cId="2850343895" sldId="257"/>
            <ac:spMk id="8" creationId="{1B15ED52-F352-441B-82BF-E0EA34836D08}"/>
          </ac:spMkLst>
        </pc:spChg>
        <pc:spChg chg="add del">
          <ac:chgData name="Arseniy Buzyan (extern)" userId="S::arseniy.buzyan@edu.stockholm.se::f92a01cd-049f-4602-b292-09b82d2ea4e3" providerId="AD" clId="Web-{17846C07-07D7-7A9F-6366-1FBDC362574B}" dt="2026-03-09T11:30:13.493" v="14"/>
          <ac:spMkLst>
            <pc:docMk/>
            <pc:sldMk cId="2850343895" sldId="257"/>
            <ac:spMk id="10" creationId="{245A9F99-D9B1-4094-A2E2-B90AC1DB7B9C}"/>
          </ac:spMkLst>
        </pc:spChg>
        <pc:spChg chg="add del">
          <ac:chgData name="Arseniy Buzyan (extern)" userId="S::arseniy.buzyan@edu.stockholm.se::f92a01cd-049f-4602-b292-09b82d2ea4e3" providerId="AD" clId="Web-{17846C07-07D7-7A9F-6366-1FBDC362574B}" dt="2026-03-09T11:30:13.493" v="14"/>
          <ac:spMkLst>
            <pc:docMk/>
            <pc:sldMk cId="2850343895" sldId="257"/>
            <ac:spMk id="12" creationId="{B7FAF607-473A-4A43-A23D-BBFF5C4117BB}"/>
          </ac:spMkLst>
        </pc:spChg>
        <pc:spChg chg="add del">
          <ac:chgData name="Arseniy Buzyan (extern)" userId="S::arseniy.buzyan@edu.stockholm.se::f92a01cd-049f-4602-b292-09b82d2ea4e3" providerId="AD" clId="Web-{17846C07-07D7-7A9F-6366-1FBDC362574B}" dt="2026-03-09T11:30:17.056" v="16"/>
          <ac:spMkLst>
            <pc:docMk/>
            <pc:sldMk cId="2850343895" sldId="257"/>
            <ac:spMk id="16" creationId="{53E5B1A8-3AC9-4BD1-9BBC-78CA94F2D1BA}"/>
          </ac:spMkLst>
        </pc:spChg>
        <pc:spChg chg="add">
          <ac:chgData name="Arseniy Buzyan (extern)" userId="S::arseniy.buzyan@edu.stockholm.se::f92a01cd-049f-4602-b292-09b82d2ea4e3" providerId="AD" clId="Web-{17846C07-07D7-7A9F-6366-1FBDC362574B}" dt="2026-03-09T11:30:17.071" v="17"/>
          <ac:spMkLst>
            <pc:docMk/>
            <pc:sldMk cId="2850343895" sldId="257"/>
            <ac:spMk id="18" creationId="{38FAA1A1-D861-433F-88FA-1E9D6FD31D11}"/>
          </ac:spMkLst>
        </pc:spChg>
        <pc:spChg chg="add del">
          <ac:chgData name="Arseniy Buzyan (extern)" userId="S::arseniy.buzyan@edu.stockholm.se::f92a01cd-049f-4602-b292-09b82d2ea4e3" providerId="AD" clId="Web-{17846C07-07D7-7A9F-6366-1FBDC362574B}" dt="2026-03-09T11:30:17.056" v="16"/>
          <ac:spMkLst>
            <pc:docMk/>
            <pc:sldMk cId="2850343895" sldId="257"/>
            <ac:spMk id="19" creationId="{3B2E3793-BFE6-45A2-9B7B-E18844431C99}"/>
          </ac:spMkLst>
        </pc:spChg>
        <pc:spChg chg="add del">
          <ac:chgData name="Arseniy Buzyan (extern)" userId="S::arseniy.buzyan@edu.stockholm.se::f92a01cd-049f-4602-b292-09b82d2ea4e3" providerId="AD" clId="Web-{17846C07-07D7-7A9F-6366-1FBDC362574B}" dt="2026-03-09T11:30:17.056" v="16"/>
          <ac:spMkLst>
            <pc:docMk/>
            <pc:sldMk cId="2850343895" sldId="257"/>
            <ac:spMk id="20" creationId="{BC4C4868-CB8F-4AF9-9CDB-8108F2C19B67}"/>
          </ac:spMkLst>
        </pc:spChg>
        <pc:spChg chg="add del">
          <ac:chgData name="Arseniy Buzyan (extern)" userId="S::arseniy.buzyan@edu.stockholm.se::f92a01cd-049f-4602-b292-09b82d2ea4e3" providerId="AD" clId="Web-{17846C07-07D7-7A9F-6366-1FBDC362574B}" dt="2026-03-09T11:30:17.056" v="16"/>
          <ac:spMkLst>
            <pc:docMk/>
            <pc:sldMk cId="2850343895" sldId="257"/>
            <ac:spMk id="21" creationId="{375E0459-6403-40CD-989D-56A4407CA12E}"/>
          </ac:spMkLst>
        </pc:spChg>
        <pc:spChg chg="add">
          <ac:chgData name="Arseniy Buzyan (extern)" userId="S::arseniy.buzyan@edu.stockholm.se::f92a01cd-049f-4602-b292-09b82d2ea4e3" providerId="AD" clId="Web-{17846C07-07D7-7A9F-6366-1FBDC362574B}" dt="2026-03-09T11:30:17.071" v="17"/>
          <ac:spMkLst>
            <pc:docMk/>
            <pc:sldMk cId="2850343895" sldId="257"/>
            <ac:spMk id="23" creationId="{09588DA8-065E-4F6F-8EFD-43104AB2E0CF}"/>
          </ac:spMkLst>
        </pc:spChg>
        <pc:spChg chg="add">
          <ac:chgData name="Arseniy Buzyan (extern)" userId="S::arseniy.buzyan@edu.stockholm.se::f92a01cd-049f-4602-b292-09b82d2ea4e3" providerId="AD" clId="Web-{17846C07-07D7-7A9F-6366-1FBDC362574B}" dt="2026-03-09T11:30:17.071" v="17"/>
          <ac:spMkLst>
            <pc:docMk/>
            <pc:sldMk cId="2850343895" sldId="257"/>
            <ac:spMk id="24" creationId="{C4285719-470E-454C-AF62-8323075F1F5B}"/>
          </ac:spMkLst>
        </pc:spChg>
        <pc:spChg chg="add">
          <ac:chgData name="Arseniy Buzyan (extern)" userId="S::arseniy.buzyan@edu.stockholm.se::f92a01cd-049f-4602-b292-09b82d2ea4e3" providerId="AD" clId="Web-{17846C07-07D7-7A9F-6366-1FBDC362574B}" dt="2026-03-09T11:30:17.071" v="17"/>
          <ac:spMkLst>
            <pc:docMk/>
            <pc:sldMk cId="2850343895" sldId="257"/>
            <ac:spMk id="25" creationId="{CD9FE4EF-C4D8-49A0-B2FF-81D8DB7D8A24}"/>
          </ac:spMkLst>
        </pc:spChg>
        <pc:spChg chg="add">
          <ac:chgData name="Arseniy Buzyan (extern)" userId="S::arseniy.buzyan@edu.stockholm.se::f92a01cd-049f-4602-b292-09b82d2ea4e3" providerId="AD" clId="Web-{17846C07-07D7-7A9F-6366-1FBDC362574B}" dt="2026-03-09T11:30:17.071" v="17"/>
          <ac:spMkLst>
            <pc:docMk/>
            <pc:sldMk cId="2850343895" sldId="257"/>
            <ac:spMk id="26" creationId="{4300840D-0A0B-4512-BACA-B439D5B9C57C}"/>
          </ac:spMkLst>
        </pc:spChg>
        <pc:spChg chg="add">
          <ac:chgData name="Arseniy Buzyan (extern)" userId="S::arseniy.buzyan@edu.stockholm.se::f92a01cd-049f-4602-b292-09b82d2ea4e3" providerId="AD" clId="Web-{17846C07-07D7-7A9F-6366-1FBDC362574B}" dt="2026-03-09T11:30:17.071" v="17"/>
          <ac:spMkLst>
            <pc:docMk/>
            <pc:sldMk cId="2850343895" sldId="257"/>
            <ac:spMk id="27" creationId="{D2B78728-A580-49A7-84F9-6EF6F583ADE0}"/>
          </ac:spMkLst>
        </pc:spChg>
        <pc:spChg chg="add">
          <ac:chgData name="Arseniy Buzyan (extern)" userId="S::arseniy.buzyan@edu.stockholm.se::f92a01cd-049f-4602-b292-09b82d2ea4e3" providerId="AD" clId="Web-{17846C07-07D7-7A9F-6366-1FBDC362574B}" dt="2026-03-09T11:30:17.071" v="17"/>
          <ac:spMkLst>
            <pc:docMk/>
            <pc:sldMk cId="2850343895" sldId="257"/>
            <ac:spMk id="28" creationId="{8D71EDA1-87BF-4D5D-AB79-F346FD19278A}"/>
          </ac:spMkLst>
        </pc:spChg>
        <pc:grpChg chg="add del">
          <ac:chgData name="Arseniy Buzyan (extern)" userId="S::arseniy.buzyan@edu.stockholm.se::f92a01cd-049f-4602-b292-09b82d2ea4e3" providerId="AD" clId="Web-{17846C07-07D7-7A9F-6366-1FBDC362574B}" dt="2026-03-09T11:30:13.493" v="14"/>
          <ac:grpSpMkLst>
            <pc:docMk/>
            <pc:sldMk cId="2850343895" sldId="257"/>
            <ac:grpSpMk id="14" creationId="{C5F6476F-D303-44D3-B30F-1BA348F0F64A}"/>
          </ac:grpSpMkLst>
        </pc:grpChg>
        <pc:picChg chg="add del">
          <ac:chgData name="Arseniy Buzyan (extern)" userId="S::arseniy.buzyan@edu.stockholm.se::f92a01cd-049f-4602-b292-09b82d2ea4e3" providerId="AD" clId="Web-{17846C07-07D7-7A9F-6366-1FBDC362574B}" dt="2026-03-09T11:30:13.493" v="14"/>
          <ac:picMkLst>
            <pc:docMk/>
            <pc:sldMk cId="2850343895" sldId="257"/>
            <ac:picMk id="7" creationId="{511E6E39-7ED5-74D6-07AD-480AE1CA26AC}"/>
          </ac:picMkLst>
        </pc:picChg>
      </pc:sldChg>
      <pc:sldChg chg="addSp delSp modSp new mod setBg">
        <pc:chgData name="Arseniy Buzyan (extern)" userId="S::arseniy.buzyan@edu.stockholm.se::f92a01cd-049f-4602-b292-09b82d2ea4e3" providerId="AD" clId="Web-{17846C07-07D7-7A9F-6366-1FBDC362574B}" dt="2026-03-09T11:31:12.649" v="32"/>
        <pc:sldMkLst>
          <pc:docMk/>
          <pc:sldMk cId="3141583640" sldId="258"/>
        </pc:sldMkLst>
        <pc:spChg chg="mod">
          <ac:chgData name="Arseniy Buzyan (extern)" userId="S::arseniy.buzyan@edu.stockholm.se::f92a01cd-049f-4602-b292-09b82d2ea4e3" providerId="AD" clId="Web-{17846C07-07D7-7A9F-6366-1FBDC362574B}" dt="2026-03-09T11:31:12.649" v="32"/>
          <ac:spMkLst>
            <pc:docMk/>
            <pc:sldMk cId="3141583640" sldId="258"/>
            <ac:spMk id="2" creationId="{06340090-38BA-568C-0423-16C094D08A79}"/>
          </ac:spMkLst>
        </pc:spChg>
        <pc:spChg chg="add del mod">
          <ac:chgData name="Arseniy Buzyan (extern)" userId="S::arseniy.buzyan@edu.stockholm.se::f92a01cd-049f-4602-b292-09b82d2ea4e3" providerId="AD" clId="Web-{17846C07-07D7-7A9F-6366-1FBDC362574B}" dt="2026-03-09T11:31:12.649" v="32"/>
          <ac:spMkLst>
            <pc:docMk/>
            <pc:sldMk cId="3141583640" sldId="258"/>
            <ac:spMk id="3" creationId="{C3077BBF-8160-EC22-7E7F-E8C0DC97184E}"/>
          </ac:spMkLst>
        </pc:spChg>
        <pc:spChg chg="add del">
          <ac:chgData name="Arseniy Buzyan (extern)" userId="S::arseniy.buzyan@edu.stockholm.se::f92a01cd-049f-4602-b292-09b82d2ea4e3" providerId="AD" clId="Web-{17846C07-07D7-7A9F-6366-1FBDC362574B}" dt="2026-03-09T11:31:10.212" v="29"/>
          <ac:spMkLst>
            <pc:docMk/>
            <pc:sldMk cId="3141583640" sldId="258"/>
            <ac:spMk id="9" creationId="{BACC6370-2D7E-4714-9D71-7542949D7D5D}"/>
          </ac:spMkLst>
        </pc:spChg>
        <pc:spChg chg="add del">
          <ac:chgData name="Arseniy Buzyan (extern)" userId="S::arseniy.buzyan@edu.stockholm.se::f92a01cd-049f-4602-b292-09b82d2ea4e3" providerId="AD" clId="Web-{17846C07-07D7-7A9F-6366-1FBDC362574B}" dt="2026-03-09T11:31:10.212" v="29"/>
          <ac:spMkLst>
            <pc:docMk/>
            <pc:sldMk cId="3141583640" sldId="258"/>
            <ac:spMk id="11" creationId="{F68B3F68-107C-434F-AA38-110D5EA91B85}"/>
          </ac:spMkLst>
        </pc:spChg>
        <pc:spChg chg="add del">
          <ac:chgData name="Arseniy Buzyan (extern)" userId="S::arseniy.buzyan@edu.stockholm.se::f92a01cd-049f-4602-b292-09b82d2ea4e3" providerId="AD" clId="Web-{17846C07-07D7-7A9F-6366-1FBDC362574B}" dt="2026-03-09T11:31:10.212" v="29"/>
          <ac:spMkLst>
            <pc:docMk/>
            <pc:sldMk cId="3141583640" sldId="258"/>
            <ac:spMk id="13" creationId="{AAD0DBB9-1A4B-4391-81D4-CB19F9AB918A}"/>
          </ac:spMkLst>
        </pc:spChg>
        <pc:spChg chg="add del">
          <ac:chgData name="Arseniy Buzyan (extern)" userId="S::arseniy.buzyan@edu.stockholm.se::f92a01cd-049f-4602-b292-09b82d2ea4e3" providerId="AD" clId="Web-{17846C07-07D7-7A9F-6366-1FBDC362574B}" dt="2026-03-09T11:31:10.212" v="29"/>
          <ac:spMkLst>
            <pc:docMk/>
            <pc:sldMk cId="3141583640" sldId="258"/>
            <ac:spMk id="15" creationId="{063BBA22-50EA-4C4D-BE05-F1CE4E63AA56}"/>
          </ac:spMkLst>
        </pc:spChg>
        <pc:spChg chg="add del">
          <ac:chgData name="Arseniy Buzyan (extern)" userId="S::arseniy.buzyan@edu.stockholm.se::f92a01cd-049f-4602-b292-09b82d2ea4e3" providerId="AD" clId="Web-{17846C07-07D7-7A9F-6366-1FBDC362574B}" dt="2026-03-09T11:31:12.634" v="31"/>
          <ac:spMkLst>
            <pc:docMk/>
            <pc:sldMk cId="3141583640" sldId="258"/>
            <ac:spMk id="17" creationId="{2659FDB4-FCBE-4A89-B46D-43D4FA54464D}"/>
          </ac:spMkLst>
        </pc:spChg>
        <pc:spChg chg="add">
          <ac:chgData name="Arseniy Buzyan (extern)" userId="S::arseniy.buzyan@edu.stockholm.se::f92a01cd-049f-4602-b292-09b82d2ea4e3" providerId="AD" clId="Web-{17846C07-07D7-7A9F-6366-1FBDC362574B}" dt="2026-03-09T11:31:12.649" v="32"/>
          <ac:spMkLst>
            <pc:docMk/>
            <pc:sldMk cId="3141583640" sldId="258"/>
            <ac:spMk id="21" creationId="{BACC6370-2D7E-4714-9D71-7542949D7D5D}"/>
          </ac:spMkLst>
        </pc:spChg>
        <pc:spChg chg="add">
          <ac:chgData name="Arseniy Buzyan (extern)" userId="S::arseniy.buzyan@edu.stockholm.se::f92a01cd-049f-4602-b292-09b82d2ea4e3" providerId="AD" clId="Web-{17846C07-07D7-7A9F-6366-1FBDC362574B}" dt="2026-03-09T11:31:12.649" v="32"/>
          <ac:spMkLst>
            <pc:docMk/>
            <pc:sldMk cId="3141583640" sldId="258"/>
            <ac:spMk id="22" creationId="{F68B3F68-107C-434F-AA38-110D5EA91B85}"/>
          </ac:spMkLst>
        </pc:spChg>
        <pc:spChg chg="add">
          <ac:chgData name="Arseniy Buzyan (extern)" userId="S::arseniy.buzyan@edu.stockholm.se::f92a01cd-049f-4602-b292-09b82d2ea4e3" providerId="AD" clId="Web-{17846C07-07D7-7A9F-6366-1FBDC362574B}" dt="2026-03-09T11:31:12.649" v="32"/>
          <ac:spMkLst>
            <pc:docMk/>
            <pc:sldMk cId="3141583640" sldId="258"/>
            <ac:spMk id="23" creationId="{AAD0DBB9-1A4B-4391-81D4-CB19F9AB918A}"/>
          </ac:spMkLst>
        </pc:spChg>
        <pc:spChg chg="add">
          <ac:chgData name="Arseniy Buzyan (extern)" userId="S::arseniy.buzyan@edu.stockholm.se::f92a01cd-049f-4602-b292-09b82d2ea4e3" providerId="AD" clId="Web-{17846C07-07D7-7A9F-6366-1FBDC362574B}" dt="2026-03-09T11:31:12.649" v="32"/>
          <ac:spMkLst>
            <pc:docMk/>
            <pc:sldMk cId="3141583640" sldId="258"/>
            <ac:spMk id="24" creationId="{063BBA22-50EA-4C4D-BE05-F1CE4E63AA56}"/>
          </ac:spMkLst>
        </pc:spChg>
        <pc:graphicFrameChg chg="add del">
          <ac:chgData name="Arseniy Buzyan (extern)" userId="S::arseniy.buzyan@edu.stockholm.se::f92a01cd-049f-4602-b292-09b82d2ea4e3" providerId="AD" clId="Web-{17846C07-07D7-7A9F-6366-1FBDC362574B}" dt="2026-03-09T11:31:10.212" v="29"/>
          <ac:graphicFrameMkLst>
            <pc:docMk/>
            <pc:sldMk cId="3141583640" sldId="258"/>
            <ac:graphicFrameMk id="5" creationId="{78FE9E08-836B-32F9-5BB0-5093B3EB6461}"/>
          </ac:graphicFrameMkLst>
        </pc:graphicFrameChg>
        <pc:graphicFrameChg chg="add del">
          <ac:chgData name="Arseniy Buzyan (extern)" userId="S::arseniy.buzyan@edu.stockholm.se::f92a01cd-049f-4602-b292-09b82d2ea4e3" providerId="AD" clId="Web-{17846C07-07D7-7A9F-6366-1FBDC362574B}" dt="2026-03-09T11:31:12.634" v="31"/>
          <ac:graphicFrameMkLst>
            <pc:docMk/>
            <pc:sldMk cId="3141583640" sldId="258"/>
            <ac:graphicFrameMk id="19" creationId="{CF071D9F-D5B1-E4BE-D8BF-DC4A6056099F}"/>
          </ac:graphicFrameMkLst>
        </pc:graphicFrameChg>
        <pc:graphicFrameChg chg="add">
          <ac:chgData name="Arseniy Buzyan (extern)" userId="S::arseniy.buzyan@edu.stockholm.se::f92a01cd-049f-4602-b292-09b82d2ea4e3" providerId="AD" clId="Web-{17846C07-07D7-7A9F-6366-1FBDC362574B}" dt="2026-03-09T11:31:12.649" v="32"/>
          <ac:graphicFrameMkLst>
            <pc:docMk/>
            <pc:sldMk cId="3141583640" sldId="258"/>
            <ac:graphicFrameMk id="25" creationId="{78FE9E08-836B-32F9-5BB0-5093B3EB6461}"/>
          </ac:graphicFrameMkLst>
        </pc:graphicFrameChg>
        <pc:cxnChg chg="add del">
          <ac:chgData name="Arseniy Buzyan (extern)" userId="S::arseniy.buzyan@edu.stockholm.se::f92a01cd-049f-4602-b292-09b82d2ea4e3" providerId="AD" clId="Web-{17846C07-07D7-7A9F-6366-1FBDC362574B}" dt="2026-03-09T11:31:12.634" v="31"/>
          <ac:cxnSpMkLst>
            <pc:docMk/>
            <pc:sldMk cId="3141583640" sldId="258"/>
            <ac:cxnSpMk id="18" creationId="{C8F51B3F-8331-4E4A-AE96-D47B1006EEAD}"/>
          </ac:cxnSpMkLst>
        </pc:cxnChg>
      </pc:sldChg>
      <pc:sldChg chg="addSp delSp modSp new mod setBg">
        <pc:chgData name="Arseniy Buzyan (extern)" userId="S::arseniy.buzyan@edu.stockholm.se::f92a01cd-049f-4602-b292-09b82d2ea4e3" providerId="AD" clId="Web-{17846C07-07D7-7A9F-6366-1FBDC362574B}" dt="2026-03-09T11:31:31.134" v="36"/>
        <pc:sldMkLst>
          <pc:docMk/>
          <pc:sldMk cId="3458845825" sldId="259"/>
        </pc:sldMkLst>
        <pc:spChg chg="mod">
          <ac:chgData name="Arseniy Buzyan (extern)" userId="S::arseniy.buzyan@edu.stockholm.se::f92a01cd-049f-4602-b292-09b82d2ea4e3" providerId="AD" clId="Web-{17846C07-07D7-7A9F-6366-1FBDC362574B}" dt="2026-03-09T11:31:31.134" v="36"/>
          <ac:spMkLst>
            <pc:docMk/>
            <pc:sldMk cId="3458845825" sldId="259"/>
            <ac:spMk id="2" creationId="{3B847AD7-755E-1C82-C57B-92F28F7D6947}"/>
          </ac:spMkLst>
        </pc:spChg>
        <pc:spChg chg="del">
          <ac:chgData name="Arseniy Buzyan (extern)" userId="S::arseniy.buzyan@edu.stockholm.se::f92a01cd-049f-4602-b292-09b82d2ea4e3" providerId="AD" clId="Web-{17846C07-07D7-7A9F-6366-1FBDC362574B}" dt="2026-03-09T11:31:26.962" v="35"/>
          <ac:spMkLst>
            <pc:docMk/>
            <pc:sldMk cId="3458845825" sldId="259"/>
            <ac:spMk id="3" creationId="{15AAF43D-F5C6-EFD4-3AA0-39E894F5D0A3}"/>
          </ac:spMkLst>
        </pc:spChg>
        <pc:spChg chg="add">
          <ac:chgData name="Arseniy Buzyan (extern)" userId="S::arseniy.buzyan@edu.stockholm.se::f92a01cd-049f-4602-b292-09b82d2ea4e3" providerId="AD" clId="Web-{17846C07-07D7-7A9F-6366-1FBDC362574B}" dt="2026-03-09T11:31:31.134" v="36"/>
          <ac:spMkLst>
            <pc:docMk/>
            <pc:sldMk cId="3458845825" sldId="259"/>
            <ac:spMk id="10" creationId="{A8384FB5-9ADC-4DDC-881B-597D56F5B15D}"/>
          </ac:spMkLst>
        </pc:spChg>
        <pc:spChg chg="add">
          <ac:chgData name="Arseniy Buzyan (extern)" userId="S::arseniy.buzyan@edu.stockholm.se::f92a01cd-049f-4602-b292-09b82d2ea4e3" providerId="AD" clId="Web-{17846C07-07D7-7A9F-6366-1FBDC362574B}" dt="2026-03-09T11:31:31.134" v="36"/>
          <ac:spMkLst>
            <pc:docMk/>
            <pc:sldMk cId="3458845825" sldId="259"/>
            <ac:spMk id="12" creationId="{1199E1B1-A8C0-4FE8-A5A8-1CB41D69F857}"/>
          </ac:spMkLst>
        </pc:spChg>
        <pc:spChg chg="add">
          <ac:chgData name="Arseniy Buzyan (extern)" userId="S::arseniy.buzyan@edu.stockholm.se::f92a01cd-049f-4602-b292-09b82d2ea4e3" providerId="AD" clId="Web-{17846C07-07D7-7A9F-6366-1FBDC362574B}" dt="2026-03-09T11:31:31.134" v="36"/>
          <ac:spMkLst>
            <pc:docMk/>
            <pc:sldMk cId="3458845825" sldId="259"/>
            <ac:spMk id="14" creationId="{84A8DE83-DE75-4B41-9DB4-A7EC0B0DEC0B}"/>
          </ac:spMkLst>
        </pc:spChg>
        <pc:spChg chg="add">
          <ac:chgData name="Arseniy Buzyan (extern)" userId="S::arseniy.buzyan@edu.stockholm.se::f92a01cd-049f-4602-b292-09b82d2ea4e3" providerId="AD" clId="Web-{17846C07-07D7-7A9F-6366-1FBDC362574B}" dt="2026-03-09T11:31:31.134" v="36"/>
          <ac:spMkLst>
            <pc:docMk/>
            <pc:sldMk cId="3458845825" sldId="259"/>
            <ac:spMk id="16" creationId="{A7009A0A-BEF5-4EAC-AF15-E4F9F002E239}"/>
          </ac:spMkLst>
        </pc:spChg>
        <pc:graphicFrameChg chg="add mod ord modGraphic">
          <ac:chgData name="Arseniy Buzyan (extern)" userId="S::arseniy.buzyan@edu.stockholm.se::f92a01cd-049f-4602-b292-09b82d2ea4e3" providerId="AD" clId="Web-{17846C07-07D7-7A9F-6366-1FBDC362574B}" dt="2026-03-09T11:31:31.134" v="36"/>
          <ac:graphicFrameMkLst>
            <pc:docMk/>
            <pc:sldMk cId="3458845825" sldId="259"/>
            <ac:graphicFrameMk id="5" creationId="{5B799278-9640-FC0E-DAC6-0C9F920C0326}"/>
          </ac:graphicFrameMkLst>
        </pc:graphicFrameChg>
      </pc:sldChg>
      <pc:sldChg chg="addSp delSp modSp new mod setBg">
        <pc:chgData name="Arseniy Buzyan (extern)" userId="S::arseniy.buzyan@edu.stockholm.se::f92a01cd-049f-4602-b292-09b82d2ea4e3" providerId="AD" clId="Web-{17846C07-07D7-7A9F-6366-1FBDC362574B}" dt="2026-03-09T11:32:09.821" v="42"/>
        <pc:sldMkLst>
          <pc:docMk/>
          <pc:sldMk cId="1718797643" sldId="260"/>
        </pc:sldMkLst>
        <pc:spChg chg="mod">
          <ac:chgData name="Arseniy Buzyan (extern)" userId="S::arseniy.buzyan@edu.stockholm.se::f92a01cd-049f-4602-b292-09b82d2ea4e3" providerId="AD" clId="Web-{17846C07-07D7-7A9F-6366-1FBDC362574B}" dt="2026-03-09T11:32:09.821" v="42"/>
          <ac:spMkLst>
            <pc:docMk/>
            <pc:sldMk cId="1718797643" sldId="260"/>
            <ac:spMk id="2" creationId="{A9E00E24-700E-CE69-D141-6750767D8A2C}"/>
          </ac:spMkLst>
        </pc:spChg>
        <pc:spChg chg="del">
          <ac:chgData name="Arseniy Buzyan (extern)" userId="S::arseniy.buzyan@edu.stockholm.se::f92a01cd-049f-4602-b292-09b82d2ea4e3" providerId="AD" clId="Web-{17846C07-07D7-7A9F-6366-1FBDC362574B}" dt="2026-03-09T11:32:03.274" v="41"/>
          <ac:spMkLst>
            <pc:docMk/>
            <pc:sldMk cId="1718797643" sldId="260"/>
            <ac:spMk id="3" creationId="{676F33DA-0382-A7FE-948A-DE154EF6DE59}"/>
          </ac:spMkLst>
        </pc:spChg>
        <pc:spChg chg="add">
          <ac:chgData name="Arseniy Buzyan (extern)" userId="S::arseniy.buzyan@edu.stockholm.se::f92a01cd-049f-4602-b292-09b82d2ea4e3" providerId="AD" clId="Web-{17846C07-07D7-7A9F-6366-1FBDC362574B}" dt="2026-03-09T11:32:09.821" v="42"/>
          <ac:spMkLst>
            <pc:docMk/>
            <pc:sldMk cId="1718797643" sldId="260"/>
            <ac:spMk id="7" creationId="{0E30439A-8A5B-46EC-8283-9B6B031D40D0}"/>
          </ac:spMkLst>
        </pc:spChg>
        <pc:spChg chg="add">
          <ac:chgData name="Arseniy Buzyan (extern)" userId="S::arseniy.buzyan@edu.stockholm.se::f92a01cd-049f-4602-b292-09b82d2ea4e3" providerId="AD" clId="Web-{17846C07-07D7-7A9F-6366-1FBDC362574B}" dt="2026-03-09T11:32:09.821" v="42"/>
          <ac:spMkLst>
            <pc:docMk/>
            <pc:sldMk cId="1718797643" sldId="260"/>
            <ac:spMk id="9" creationId="{5CEAD642-85CF-4750-8432-7C80C901F001}"/>
          </ac:spMkLst>
        </pc:spChg>
        <pc:spChg chg="add">
          <ac:chgData name="Arseniy Buzyan (extern)" userId="S::arseniy.buzyan@edu.stockholm.se::f92a01cd-049f-4602-b292-09b82d2ea4e3" providerId="AD" clId="Web-{17846C07-07D7-7A9F-6366-1FBDC362574B}" dt="2026-03-09T11:32:09.821" v="42"/>
          <ac:spMkLst>
            <pc:docMk/>
            <pc:sldMk cId="1718797643" sldId="260"/>
            <ac:spMk id="11" creationId="{FA33EEAE-15D5-4119-8C1E-89D943F911EF}"/>
          </ac:spMkLst>
        </pc:spChg>
        <pc:spChg chg="add">
          <ac:chgData name="Arseniy Buzyan (extern)" userId="S::arseniy.buzyan@edu.stockholm.se::f92a01cd-049f-4602-b292-09b82d2ea4e3" providerId="AD" clId="Web-{17846C07-07D7-7A9F-6366-1FBDC362574B}" dt="2026-03-09T11:32:09.821" v="42"/>
          <ac:spMkLst>
            <pc:docMk/>
            <pc:sldMk cId="1718797643" sldId="260"/>
            <ac:spMk id="13" creationId="{730D8B3B-9B80-4025-B934-26DC7D7CD231}"/>
          </ac:spMkLst>
        </pc:spChg>
        <pc:spChg chg="add">
          <ac:chgData name="Arseniy Buzyan (extern)" userId="S::arseniy.buzyan@edu.stockholm.se::f92a01cd-049f-4602-b292-09b82d2ea4e3" providerId="AD" clId="Web-{17846C07-07D7-7A9F-6366-1FBDC362574B}" dt="2026-03-09T11:32:09.821" v="42"/>
          <ac:spMkLst>
            <pc:docMk/>
            <pc:sldMk cId="1718797643" sldId="260"/>
            <ac:spMk id="15" creationId="{B5A1B09C-1565-46F8-B70F-621C5EB48A09}"/>
          </ac:spMkLst>
        </pc:spChg>
        <pc:spChg chg="add">
          <ac:chgData name="Arseniy Buzyan (extern)" userId="S::arseniy.buzyan@edu.stockholm.se::f92a01cd-049f-4602-b292-09b82d2ea4e3" providerId="AD" clId="Web-{17846C07-07D7-7A9F-6366-1FBDC362574B}" dt="2026-03-09T11:32:09.821" v="42"/>
          <ac:spMkLst>
            <pc:docMk/>
            <pc:sldMk cId="1718797643" sldId="260"/>
            <ac:spMk id="17" creationId="{8C516CC8-80AC-446C-A56E-9F54B7210402}"/>
          </ac:spMkLst>
        </pc:spChg>
        <pc:spChg chg="add">
          <ac:chgData name="Arseniy Buzyan (extern)" userId="S::arseniy.buzyan@edu.stockholm.se::f92a01cd-049f-4602-b292-09b82d2ea4e3" providerId="AD" clId="Web-{17846C07-07D7-7A9F-6366-1FBDC362574B}" dt="2026-03-09T11:32:09.821" v="42"/>
          <ac:spMkLst>
            <pc:docMk/>
            <pc:sldMk cId="1718797643" sldId="260"/>
            <ac:spMk id="19" creationId="{53947E58-F088-49F1-A3D1-DEA690192E84}"/>
          </ac:spMkLst>
        </pc:spChg>
      </pc:sldChg>
      <pc:sldChg chg="addSp delSp modSp new mod setBg">
        <pc:chgData name="Arseniy Buzyan (extern)" userId="S::arseniy.buzyan@edu.stockholm.se::f92a01cd-049f-4602-b292-09b82d2ea4e3" providerId="AD" clId="Web-{17846C07-07D7-7A9F-6366-1FBDC362574B}" dt="2026-03-09T11:37:38.806" v="385"/>
        <pc:sldMkLst>
          <pc:docMk/>
          <pc:sldMk cId="3516520502" sldId="261"/>
        </pc:sldMkLst>
        <pc:spChg chg="del">
          <ac:chgData name="Arseniy Buzyan (extern)" userId="S::arseniy.buzyan@edu.stockholm.se::f92a01cd-049f-4602-b292-09b82d2ea4e3" providerId="AD" clId="Web-{17846C07-07D7-7A9F-6366-1FBDC362574B}" dt="2026-03-09T11:32:17.228" v="44"/>
          <ac:spMkLst>
            <pc:docMk/>
            <pc:sldMk cId="3516520502" sldId="261"/>
            <ac:spMk id="2" creationId="{2FFFBA8B-1155-6BA0-1D40-AD8A5BA27488}"/>
          </ac:spMkLst>
        </pc:spChg>
        <pc:spChg chg="del mod">
          <ac:chgData name="Arseniy Buzyan (extern)" userId="S::arseniy.buzyan@edu.stockholm.se::f92a01cd-049f-4602-b292-09b82d2ea4e3" providerId="AD" clId="Web-{17846C07-07D7-7A9F-6366-1FBDC362574B}" dt="2026-03-09T11:32:34.415" v="48"/>
          <ac:spMkLst>
            <pc:docMk/>
            <pc:sldMk cId="3516520502" sldId="261"/>
            <ac:spMk id="3" creationId="{8BE16806-573D-B238-4D8A-1F4178D8A882}"/>
          </ac:spMkLst>
        </pc:spChg>
        <pc:spChg chg="add del">
          <ac:chgData name="Arseniy Buzyan (extern)" userId="S::arseniy.buzyan@edu.stockholm.se::f92a01cd-049f-4602-b292-09b82d2ea4e3" providerId="AD" clId="Web-{17846C07-07D7-7A9F-6366-1FBDC362574B}" dt="2026-03-09T11:33:44.040" v="60"/>
          <ac:spMkLst>
            <pc:docMk/>
            <pc:sldMk cId="3516520502" sldId="261"/>
            <ac:spMk id="7" creationId="{F3060C83-F051-4F0E-ABAD-AA0DFC48B218}"/>
          </ac:spMkLst>
        </pc:spChg>
        <pc:spChg chg="add del">
          <ac:chgData name="Arseniy Buzyan (extern)" userId="S::arseniy.buzyan@edu.stockholm.se::f92a01cd-049f-4602-b292-09b82d2ea4e3" providerId="AD" clId="Web-{17846C07-07D7-7A9F-6366-1FBDC362574B}" dt="2026-03-09T11:33:44.040" v="60"/>
          <ac:spMkLst>
            <pc:docMk/>
            <pc:sldMk cId="3516520502" sldId="261"/>
            <ac:spMk id="8" creationId="{83C98ABE-055B-441F-B07E-44F97F083C39}"/>
          </ac:spMkLst>
        </pc:spChg>
        <pc:spChg chg="add del">
          <ac:chgData name="Arseniy Buzyan (extern)" userId="S::arseniy.buzyan@edu.stockholm.se::f92a01cd-049f-4602-b292-09b82d2ea4e3" providerId="AD" clId="Web-{17846C07-07D7-7A9F-6366-1FBDC362574B}" dt="2026-03-09T11:33:44.040" v="60"/>
          <ac:spMkLst>
            <pc:docMk/>
            <pc:sldMk cId="3516520502" sldId="261"/>
            <ac:spMk id="9" creationId="{29FDB030-9B49-4CED-8CCD-4D99382388AC}"/>
          </ac:spMkLst>
        </pc:spChg>
        <pc:spChg chg="add del">
          <ac:chgData name="Arseniy Buzyan (extern)" userId="S::arseniy.buzyan@edu.stockholm.se::f92a01cd-049f-4602-b292-09b82d2ea4e3" providerId="AD" clId="Web-{17846C07-07D7-7A9F-6366-1FBDC362574B}" dt="2026-03-09T11:32:48.056" v="50"/>
          <ac:spMkLst>
            <pc:docMk/>
            <pc:sldMk cId="3516520502" sldId="261"/>
            <ac:spMk id="10" creationId="{F3060C83-F051-4F0E-ABAD-AA0DFC48B218}"/>
          </ac:spMkLst>
        </pc:spChg>
        <pc:spChg chg="add del">
          <ac:chgData name="Arseniy Buzyan (extern)" userId="S::arseniy.buzyan@edu.stockholm.se::f92a01cd-049f-4602-b292-09b82d2ea4e3" providerId="AD" clId="Web-{17846C07-07D7-7A9F-6366-1FBDC362574B}" dt="2026-03-09T11:33:44.040" v="60"/>
          <ac:spMkLst>
            <pc:docMk/>
            <pc:sldMk cId="3516520502" sldId="261"/>
            <ac:spMk id="11" creationId="{3783CA14-24A1-485C-8B30-D6A5D87987AD}"/>
          </ac:spMkLst>
        </pc:spChg>
        <pc:spChg chg="add del">
          <ac:chgData name="Arseniy Buzyan (extern)" userId="S::arseniy.buzyan@edu.stockholm.se::f92a01cd-049f-4602-b292-09b82d2ea4e3" providerId="AD" clId="Web-{17846C07-07D7-7A9F-6366-1FBDC362574B}" dt="2026-03-09T11:32:48.056" v="50"/>
          <ac:spMkLst>
            <pc:docMk/>
            <pc:sldMk cId="3516520502" sldId="261"/>
            <ac:spMk id="12" creationId="{83C98ABE-055B-441F-B07E-44F97F083C39}"/>
          </ac:spMkLst>
        </pc:spChg>
        <pc:spChg chg="add del">
          <ac:chgData name="Arseniy Buzyan (extern)" userId="S::arseniy.buzyan@edu.stockholm.se::f92a01cd-049f-4602-b292-09b82d2ea4e3" providerId="AD" clId="Web-{17846C07-07D7-7A9F-6366-1FBDC362574B}" dt="2026-03-09T11:33:44.040" v="60"/>
          <ac:spMkLst>
            <pc:docMk/>
            <pc:sldMk cId="3516520502" sldId="261"/>
            <ac:spMk id="13" creationId="{9A97C86A-04D6-40F7-AE84-31AB43E6A846}"/>
          </ac:spMkLst>
        </pc:spChg>
        <pc:spChg chg="add del">
          <ac:chgData name="Arseniy Buzyan (extern)" userId="S::arseniy.buzyan@edu.stockholm.se::f92a01cd-049f-4602-b292-09b82d2ea4e3" providerId="AD" clId="Web-{17846C07-07D7-7A9F-6366-1FBDC362574B}" dt="2026-03-09T11:32:48.056" v="50"/>
          <ac:spMkLst>
            <pc:docMk/>
            <pc:sldMk cId="3516520502" sldId="261"/>
            <ac:spMk id="14" creationId="{29FDB030-9B49-4CED-8CCD-4D99382388AC}"/>
          </ac:spMkLst>
        </pc:spChg>
        <pc:spChg chg="add del">
          <ac:chgData name="Arseniy Buzyan (extern)" userId="S::arseniy.buzyan@edu.stockholm.se::f92a01cd-049f-4602-b292-09b82d2ea4e3" providerId="AD" clId="Web-{17846C07-07D7-7A9F-6366-1FBDC362574B}" dt="2026-03-09T11:33:44.040" v="60"/>
          <ac:spMkLst>
            <pc:docMk/>
            <pc:sldMk cId="3516520502" sldId="261"/>
            <ac:spMk id="15" creationId="{FF9F2414-84E8-453E-B1F3-389FDE8192D9}"/>
          </ac:spMkLst>
        </pc:spChg>
        <pc:spChg chg="add del">
          <ac:chgData name="Arseniy Buzyan (extern)" userId="S::arseniy.buzyan@edu.stockholm.se::f92a01cd-049f-4602-b292-09b82d2ea4e3" providerId="AD" clId="Web-{17846C07-07D7-7A9F-6366-1FBDC362574B}" dt="2026-03-09T11:32:48.056" v="50"/>
          <ac:spMkLst>
            <pc:docMk/>
            <pc:sldMk cId="3516520502" sldId="261"/>
            <ac:spMk id="16" creationId="{3783CA14-24A1-485C-8B30-D6A5D87987AD}"/>
          </ac:spMkLst>
        </pc:spChg>
        <pc:spChg chg="add del">
          <ac:chgData name="Arseniy Buzyan (extern)" userId="S::arseniy.buzyan@edu.stockholm.se::f92a01cd-049f-4602-b292-09b82d2ea4e3" providerId="AD" clId="Web-{17846C07-07D7-7A9F-6366-1FBDC362574B}" dt="2026-03-09T11:33:44.040" v="60"/>
          <ac:spMkLst>
            <pc:docMk/>
            <pc:sldMk cId="3516520502" sldId="261"/>
            <ac:spMk id="17" creationId="{3ECA69A1-7536-43AC-85EF-C7106179F5ED}"/>
          </ac:spMkLst>
        </pc:spChg>
        <pc:spChg chg="add del">
          <ac:chgData name="Arseniy Buzyan (extern)" userId="S::arseniy.buzyan@edu.stockholm.se::f92a01cd-049f-4602-b292-09b82d2ea4e3" providerId="AD" clId="Web-{17846C07-07D7-7A9F-6366-1FBDC362574B}" dt="2026-03-09T11:32:48.056" v="50"/>
          <ac:spMkLst>
            <pc:docMk/>
            <pc:sldMk cId="3516520502" sldId="261"/>
            <ac:spMk id="18" creationId="{9A97C86A-04D6-40F7-AE84-31AB43E6A846}"/>
          </ac:spMkLst>
        </pc:spChg>
        <pc:spChg chg="add del">
          <ac:chgData name="Arseniy Buzyan (extern)" userId="S::arseniy.buzyan@edu.stockholm.se::f92a01cd-049f-4602-b292-09b82d2ea4e3" providerId="AD" clId="Web-{17846C07-07D7-7A9F-6366-1FBDC362574B}" dt="2026-03-09T11:33:50.321" v="62"/>
          <ac:spMkLst>
            <pc:docMk/>
            <pc:sldMk cId="3516520502" sldId="261"/>
            <ac:spMk id="19" creationId="{86FF76B9-219D-4469-AF87-0236D29032F1}"/>
          </ac:spMkLst>
        </pc:spChg>
        <pc:spChg chg="add del">
          <ac:chgData name="Arseniy Buzyan (extern)" userId="S::arseniy.buzyan@edu.stockholm.se::f92a01cd-049f-4602-b292-09b82d2ea4e3" providerId="AD" clId="Web-{17846C07-07D7-7A9F-6366-1FBDC362574B}" dt="2026-03-09T11:32:48.056" v="50"/>
          <ac:spMkLst>
            <pc:docMk/>
            <pc:sldMk cId="3516520502" sldId="261"/>
            <ac:spMk id="20" creationId="{FF9F2414-84E8-453E-B1F3-389FDE8192D9}"/>
          </ac:spMkLst>
        </pc:spChg>
        <pc:spChg chg="add del">
          <ac:chgData name="Arseniy Buzyan (extern)" userId="S::arseniy.buzyan@edu.stockholm.se::f92a01cd-049f-4602-b292-09b82d2ea4e3" providerId="AD" clId="Web-{17846C07-07D7-7A9F-6366-1FBDC362574B}" dt="2026-03-09T11:32:48.056" v="50"/>
          <ac:spMkLst>
            <pc:docMk/>
            <pc:sldMk cId="3516520502" sldId="261"/>
            <ac:spMk id="22" creationId="{3ECA69A1-7536-43AC-85EF-C7106179F5ED}"/>
          </ac:spMkLst>
        </pc:spChg>
        <pc:spChg chg="add del">
          <ac:chgData name="Arseniy Buzyan (extern)" userId="S::arseniy.buzyan@edu.stockholm.se::f92a01cd-049f-4602-b292-09b82d2ea4e3" providerId="AD" clId="Web-{17846C07-07D7-7A9F-6366-1FBDC362574B}" dt="2026-03-09T11:35:15.556" v="83"/>
          <ac:spMkLst>
            <pc:docMk/>
            <pc:sldMk cId="3516520502" sldId="261"/>
            <ac:spMk id="23" creationId="{01D0AF59-99C3-4251-AB9A-C966C6AD4400}"/>
          </ac:spMkLst>
        </pc:spChg>
        <pc:spChg chg="add del">
          <ac:chgData name="Arseniy Buzyan (extern)" userId="S::arseniy.buzyan@edu.stockholm.se::f92a01cd-049f-4602-b292-09b82d2ea4e3" providerId="AD" clId="Web-{17846C07-07D7-7A9F-6366-1FBDC362574B}" dt="2026-03-09T11:35:15.556" v="83"/>
          <ac:spMkLst>
            <pc:docMk/>
            <pc:sldMk cId="3516520502" sldId="261"/>
            <ac:spMk id="24" creationId="{1855405F-37A2-4869-9154-F8BE3BECE6C3}"/>
          </ac:spMkLst>
        </pc:spChg>
        <pc:spChg chg="add del">
          <ac:chgData name="Arseniy Buzyan (extern)" userId="S::arseniy.buzyan@edu.stockholm.se::f92a01cd-049f-4602-b292-09b82d2ea4e3" providerId="AD" clId="Web-{17846C07-07D7-7A9F-6366-1FBDC362574B}" dt="2026-03-09T11:33:50.321" v="62"/>
          <ac:spMkLst>
            <pc:docMk/>
            <pc:sldMk cId="3516520502" sldId="261"/>
            <ac:spMk id="25" creationId="{2E80C965-DB6D-4F81-9E9E-B027384D0BD6}"/>
          </ac:spMkLst>
        </pc:spChg>
        <pc:spChg chg="add del">
          <ac:chgData name="Arseniy Buzyan (extern)" userId="S::arseniy.buzyan@edu.stockholm.se::f92a01cd-049f-4602-b292-09b82d2ea4e3" providerId="AD" clId="Web-{17846C07-07D7-7A9F-6366-1FBDC362574B}" dt="2026-03-09T11:33:50.321" v="62"/>
          <ac:spMkLst>
            <pc:docMk/>
            <pc:sldMk cId="3516520502" sldId="261"/>
            <ac:spMk id="26" creationId="{633C5E46-DAC5-4661-9C87-22B08E2A512F}"/>
          </ac:spMkLst>
        </pc:spChg>
        <pc:spChg chg="add del">
          <ac:chgData name="Arseniy Buzyan (extern)" userId="S::arseniy.buzyan@edu.stockholm.se::f92a01cd-049f-4602-b292-09b82d2ea4e3" providerId="AD" clId="Web-{17846C07-07D7-7A9F-6366-1FBDC362574B}" dt="2026-03-09T11:35:15.509" v="82"/>
          <ac:spMkLst>
            <pc:docMk/>
            <pc:sldMk cId="3516520502" sldId="261"/>
            <ac:spMk id="29" creationId="{F3060C83-F051-4F0E-ABAD-AA0DFC48B218}"/>
          </ac:spMkLst>
        </pc:spChg>
        <pc:spChg chg="add del">
          <ac:chgData name="Arseniy Buzyan (extern)" userId="S::arseniy.buzyan@edu.stockholm.se::f92a01cd-049f-4602-b292-09b82d2ea4e3" providerId="AD" clId="Web-{17846C07-07D7-7A9F-6366-1FBDC362574B}" dt="2026-03-09T11:35:15.509" v="82"/>
          <ac:spMkLst>
            <pc:docMk/>
            <pc:sldMk cId="3516520502" sldId="261"/>
            <ac:spMk id="31" creationId="{83C98ABE-055B-441F-B07E-44F97F083C39}"/>
          </ac:spMkLst>
        </pc:spChg>
        <pc:spChg chg="add del">
          <ac:chgData name="Arseniy Buzyan (extern)" userId="S::arseniy.buzyan@edu.stockholm.se::f92a01cd-049f-4602-b292-09b82d2ea4e3" providerId="AD" clId="Web-{17846C07-07D7-7A9F-6366-1FBDC362574B}" dt="2026-03-09T11:35:15.509" v="82"/>
          <ac:spMkLst>
            <pc:docMk/>
            <pc:sldMk cId="3516520502" sldId="261"/>
            <ac:spMk id="33" creationId="{29FDB030-9B49-4CED-8CCD-4D99382388AC}"/>
          </ac:spMkLst>
        </pc:spChg>
        <pc:spChg chg="add del">
          <ac:chgData name="Arseniy Buzyan (extern)" userId="S::arseniy.buzyan@edu.stockholm.se::f92a01cd-049f-4602-b292-09b82d2ea4e3" providerId="AD" clId="Web-{17846C07-07D7-7A9F-6366-1FBDC362574B}" dt="2026-03-09T11:35:15.509" v="82"/>
          <ac:spMkLst>
            <pc:docMk/>
            <pc:sldMk cId="3516520502" sldId="261"/>
            <ac:spMk id="35" creationId="{3783CA14-24A1-485C-8B30-D6A5D87987AD}"/>
          </ac:spMkLst>
        </pc:spChg>
        <pc:spChg chg="add del">
          <ac:chgData name="Arseniy Buzyan (extern)" userId="S::arseniy.buzyan@edu.stockholm.se::f92a01cd-049f-4602-b292-09b82d2ea4e3" providerId="AD" clId="Web-{17846C07-07D7-7A9F-6366-1FBDC362574B}" dt="2026-03-09T11:35:15.509" v="82"/>
          <ac:spMkLst>
            <pc:docMk/>
            <pc:sldMk cId="3516520502" sldId="261"/>
            <ac:spMk id="37" creationId="{9A97C86A-04D6-40F7-AE84-31AB43E6A846}"/>
          </ac:spMkLst>
        </pc:spChg>
        <pc:spChg chg="add del">
          <ac:chgData name="Arseniy Buzyan (extern)" userId="S::arseniy.buzyan@edu.stockholm.se::f92a01cd-049f-4602-b292-09b82d2ea4e3" providerId="AD" clId="Web-{17846C07-07D7-7A9F-6366-1FBDC362574B}" dt="2026-03-09T11:35:15.509" v="82"/>
          <ac:spMkLst>
            <pc:docMk/>
            <pc:sldMk cId="3516520502" sldId="261"/>
            <ac:spMk id="39" creationId="{FF9F2414-84E8-453E-B1F3-389FDE8192D9}"/>
          </ac:spMkLst>
        </pc:spChg>
        <pc:spChg chg="add del">
          <ac:chgData name="Arseniy Buzyan (extern)" userId="S::arseniy.buzyan@edu.stockholm.se::f92a01cd-049f-4602-b292-09b82d2ea4e3" providerId="AD" clId="Web-{17846C07-07D7-7A9F-6366-1FBDC362574B}" dt="2026-03-09T11:35:15.509" v="82"/>
          <ac:spMkLst>
            <pc:docMk/>
            <pc:sldMk cId="3516520502" sldId="261"/>
            <ac:spMk id="41" creationId="{3ECA69A1-7536-43AC-85EF-C7106179F5ED}"/>
          </ac:spMkLst>
        </pc:spChg>
        <pc:spChg chg="add del">
          <ac:chgData name="Arseniy Buzyan (extern)" userId="S::arseniy.buzyan@edu.stockholm.se::f92a01cd-049f-4602-b292-09b82d2ea4e3" providerId="AD" clId="Web-{17846C07-07D7-7A9F-6366-1FBDC362574B}" dt="2026-03-09T11:36:03.415" v="93"/>
          <ac:spMkLst>
            <pc:docMk/>
            <pc:sldMk cId="3516520502" sldId="261"/>
            <ac:spMk id="43" creationId="{01D0AF59-99C3-4251-AB9A-C966C6AD4400}"/>
          </ac:spMkLst>
        </pc:spChg>
        <pc:spChg chg="add del">
          <ac:chgData name="Arseniy Buzyan (extern)" userId="S::arseniy.buzyan@edu.stockholm.se::f92a01cd-049f-4602-b292-09b82d2ea4e3" providerId="AD" clId="Web-{17846C07-07D7-7A9F-6366-1FBDC362574B}" dt="2026-03-09T11:36:03.415" v="93"/>
          <ac:spMkLst>
            <pc:docMk/>
            <pc:sldMk cId="3516520502" sldId="261"/>
            <ac:spMk id="44" creationId="{1855405F-37A2-4869-9154-F8BE3BECE6C3}"/>
          </ac:spMkLst>
        </pc:spChg>
        <pc:spChg chg="add del">
          <ac:chgData name="Arseniy Buzyan (extern)" userId="S::arseniy.buzyan@edu.stockholm.se::f92a01cd-049f-4602-b292-09b82d2ea4e3" providerId="AD" clId="Web-{17846C07-07D7-7A9F-6366-1FBDC362574B}" dt="2026-03-09T11:36:00.603" v="90"/>
          <ac:spMkLst>
            <pc:docMk/>
            <pc:sldMk cId="3516520502" sldId="261"/>
            <ac:spMk id="49" creationId="{01D0AF59-99C3-4251-AB9A-C966C6AD4400}"/>
          </ac:spMkLst>
        </pc:spChg>
        <pc:spChg chg="add del">
          <ac:chgData name="Arseniy Buzyan (extern)" userId="S::arseniy.buzyan@edu.stockholm.se::f92a01cd-049f-4602-b292-09b82d2ea4e3" providerId="AD" clId="Web-{17846C07-07D7-7A9F-6366-1FBDC362574B}" dt="2026-03-09T11:36:00.603" v="90"/>
          <ac:spMkLst>
            <pc:docMk/>
            <pc:sldMk cId="3516520502" sldId="261"/>
            <ac:spMk id="51" creationId="{1855405F-37A2-4869-9154-F8BE3BECE6C3}"/>
          </ac:spMkLst>
        </pc:spChg>
        <pc:spChg chg="add del">
          <ac:chgData name="Arseniy Buzyan (extern)" userId="S::arseniy.buzyan@edu.stockholm.se::f92a01cd-049f-4602-b292-09b82d2ea4e3" providerId="AD" clId="Web-{17846C07-07D7-7A9F-6366-1FBDC362574B}" dt="2026-03-09T11:36:03.384" v="92"/>
          <ac:spMkLst>
            <pc:docMk/>
            <pc:sldMk cId="3516520502" sldId="261"/>
            <ac:spMk id="53" creationId="{01D0AF59-99C3-4251-AB9A-C966C6AD4400}"/>
          </ac:spMkLst>
        </pc:spChg>
        <pc:spChg chg="add del">
          <ac:chgData name="Arseniy Buzyan (extern)" userId="S::arseniy.buzyan@edu.stockholm.se::f92a01cd-049f-4602-b292-09b82d2ea4e3" providerId="AD" clId="Web-{17846C07-07D7-7A9F-6366-1FBDC362574B}" dt="2026-03-09T11:36:03.384" v="92"/>
          <ac:spMkLst>
            <pc:docMk/>
            <pc:sldMk cId="3516520502" sldId="261"/>
            <ac:spMk id="54" creationId="{1855405F-37A2-4869-9154-F8BE3BECE6C3}"/>
          </ac:spMkLst>
        </pc:spChg>
        <pc:spChg chg="add del">
          <ac:chgData name="Arseniy Buzyan (extern)" userId="S::arseniy.buzyan@edu.stockholm.se::f92a01cd-049f-4602-b292-09b82d2ea4e3" providerId="AD" clId="Web-{17846C07-07D7-7A9F-6366-1FBDC362574B}" dt="2026-03-09T11:37:31.368" v="383"/>
          <ac:spMkLst>
            <pc:docMk/>
            <pc:sldMk cId="3516520502" sldId="261"/>
            <ac:spMk id="56" creationId="{01D0AF59-99C3-4251-AB9A-C966C6AD4400}"/>
          </ac:spMkLst>
        </pc:spChg>
        <pc:spChg chg="add del">
          <ac:chgData name="Arseniy Buzyan (extern)" userId="S::arseniy.buzyan@edu.stockholm.se::f92a01cd-049f-4602-b292-09b82d2ea4e3" providerId="AD" clId="Web-{17846C07-07D7-7A9F-6366-1FBDC362574B}" dt="2026-03-09T11:37:31.368" v="383"/>
          <ac:spMkLst>
            <pc:docMk/>
            <pc:sldMk cId="3516520502" sldId="261"/>
            <ac:spMk id="57" creationId="{1855405F-37A2-4869-9154-F8BE3BECE6C3}"/>
          </ac:spMkLst>
        </pc:spChg>
        <pc:spChg chg="add del">
          <ac:chgData name="Arseniy Buzyan (extern)" userId="S::arseniy.buzyan@edu.stockholm.se::f92a01cd-049f-4602-b292-09b82d2ea4e3" providerId="AD" clId="Web-{17846C07-07D7-7A9F-6366-1FBDC362574B}" dt="2026-03-09T11:37:28.775" v="381"/>
          <ac:spMkLst>
            <pc:docMk/>
            <pc:sldMk cId="3516520502" sldId="261"/>
            <ac:spMk id="62" creationId="{01D0AF59-99C3-4251-AB9A-C966C6AD4400}"/>
          </ac:spMkLst>
        </pc:spChg>
        <pc:spChg chg="add del">
          <ac:chgData name="Arseniy Buzyan (extern)" userId="S::arseniy.buzyan@edu.stockholm.se::f92a01cd-049f-4602-b292-09b82d2ea4e3" providerId="AD" clId="Web-{17846C07-07D7-7A9F-6366-1FBDC362574B}" dt="2026-03-09T11:37:28.775" v="381"/>
          <ac:spMkLst>
            <pc:docMk/>
            <pc:sldMk cId="3516520502" sldId="261"/>
            <ac:spMk id="64" creationId="{1855405F-37A2-4869-9154-F8BE3BECE6C3}"/>
          </ac:spMkLst>
        </pc:spChg>
        <pc:spChg chg="add del">
          <ac:chgData name="Arseniy Buzyan (extern)" userId="S::arseniy.buzyan@edu.stockholm.se::f92a01cd-049f-4602-b292-09b82d2ea4e3" providerId="AD" clId="Web-{17846C07-07D7-7A9F-6366-1FBDC362574B}" dt="2026-03-09T11:37:31.368" v="383"/>
          <ac:spMkLst>
            <pc:docMk/>
            <pc:sldMk cId="3516520502" sldId="261"/>
            <ac:spMk id="66" creationId="{01D0AF59-99C3-4251-AB9A-C966C6AD4400}"/>
          </ac:spMkLst>
        </pc:spChg>
        <pc:spChg chg="add del">
          <ac:chgData name="Arseniy Buzyan (extern)" userId="S::arseniy.buzyan@edu.stockholm.se::f92a01cd-049f-4602-b292-09b82d2ea4e3" providerId="AD" clId="Web-{17846C07-07D7-7A9F-6366-1FBDC362574B}" dt="2026-03-09T11:37:31.368" v="383"/>
          <ac:spMkLst>
            <pc:docMk/>
            <pc:sldMk cId="3516520502" sldId="261"/>
            <ac:spMk id="67" creationId="{1855405F-37A2-4869-9154-F8BE3BECE6C3}"/>
          </ac:spMkLst>
        </pc:spChg>
        <pc:grpChg chg="add del">
          <ac:chgData name="Arseniy Buzyan (extern)" userId="S::arseniy.buzyan@edu.stockholm.se::f92a01cd-049f-4602-b292-09b82d2ea4e3" providerId="AD" clId="Web-{17846C07-07D7-7A9F-6366-1FBDC362574B}" dt="2026-03-09T11:33:50.321" v="62"/>
          <ac:grpSpMkLst>
            <pc:docMk/>
            <pc:sldMk cId="3516520502" sldId="261"/>
            <ac:grpSpMk id="21" creationId="{DB88BD78-87E1-424D-B479-C37D8E41B12E}"/>
          </ac:grpSpMkLst>
        </pc:grpChg>
        <pc:graphicFrameChg chg="add mod ord modGraphic">
          <ac:chgData name="Arseniy Buzyan (extern)" userId="S::arseniy.buzyan@edu.stockholm.se::f92a01cd-049f-4602-b292-09b82d2ea4e3" providerId="AD" clId="Web-{17846C07-07D7-7A9F-6366-1FBDC362574B}" dt="2026-03-09T11:37:38.806" v="385"/>
          <ac:graphicFrameMkLst>
            <pc:docMk/>
            <pc:sldMk cId="3516520502" sldId="261"/>
            <ac:graphicFrameMk id="5" creationId="{854603FC-A9B4-343C-26BC-EE31E4ADE189}"/>
          </ac:graphicFrameMkLst>
        </pc:graphicFrameChg>
      </pc:sldChg>
      <pc:sldChg chg="addSp delSp modSp new del">
        <pc:chgData name="Arseniy Buzyan (extern)" userId="S::arseniy.buzyan@edu.stockholm.se::f92a01cd-049f-4602-b292-09b82d2ea4e3" providerId="AD" clId="Web-{17846C07-07D7-7A9F-6366-1FBDC362574B}" dt="2026-03-09T11:35:49.946" v="88"/>
        <pc:sldMkLst>
          <pc:docMk/>
          <pc:sldMk cId="632313153" sldId="262"/>
        </pc:sldMkLst>
        <pc:spChg chg="del">
          <ac:chgData name="Arseniy Buzyan (extern)" userId="S::arseniy.buzyan@edu.stockholm.se::f92a01cd-049f-4602-b292-09b82d2ea4e3" providerId="AD" clId="Web-{17846C07-07D7-7A9F-6366-1FBDC362574B}" dt="2026-03-09T11:35:34.415" v="86"/>
          <ac:spMkLst>
            <pc:docMk/>
            <pc:sldMk cId="632313153" sldId="262"/>
            <ac:spMk id="2" creationId="{B29AF94C-7A50-1FAB-12EB-8599C863F945}"/>
          </ac:spMkLst>
        </pc:spChg>
        <pc:spChg chg="del">
          <ac:chgData name="Arseniy Buzyan (extern)" userId="S::arseniy.buzyan@edu.stockholm.se::f92a01cd-049f-4602-b292-09b82d2ea4e3" providerId="AD" clId="Web-{17846C07-07D7-7A9F-6366-1FBDC362574B}" dt="2026-03-09T11:35:31.368" v="85"/>
          <ac:spMkLst>
            <pc:docMk/>
            <pc:sldMk cId="632313153" sldId="262"/>
            <ac:spMk id="3" creationId="{071D91FE-F558-70A4-879D-2361A6DA6DD7}"/>
          </ac:spMkLst>
        </pc:spChg>
        <pc:graphicFrameChg chg="add mod ord modGraphic">
          <ac:chgData name="Arseniy Buzyan (extern)" userId="S::arseniy.buzyan@edu.stockholm.se::f92a01cd-049f-4602-b292-09b82d2ea4e3" providerId="AD" clId="Web-{17846C07-07D7-7A9F-6366-1FBDC362574B}" dt="2026-03-09T11:35:43.353" v="87" actId="1076"/>
          <ac:graphicFrameMkLst>
            <pc:docMk/>
            <pc:sldMk cId="632313153" sldId="262"/>
            <ac:graphicFrameMk id="5" creationId="{51380B59-B97C-F9E8-9F77-EE29E74F8A5F}"/>
          </ac:graphicFrameMkLst>
        </pc:graphicFrameChg>
      </pc:sldChg>
      <pc:sldChg chg="addSp modSp new mod setBg">
        <pc:chgData name="Arseniy Buzyan (extern)" userId="S::arseniy.buzyan@edu.stockholm.se::f92a01cd-049f-4602-b292-09b82d2ea4e3" providerId="AD" clId="Web-{17846C07-07D7-7A9F-6366-1FBDC362574B}" dt="2026-03-09T11:38:33.697" v="393"/>
        <pc:sldMkLst>
          <pc:docMk/>
          <pc:sldMk cId="1975381195" sldId="262"/>
        </pc:sldMkLst>
        <pc:spChg chg="mod">
          <ac:chgData name="Arseniy Buzyan (extern)" userId="S::arseniy.buzyan@edu.stockholm.se::f92a01cd-049f-4602-b292-09b82d2ea4e3" providerId="AD" clId="Web-{17846C07-07D7-7A9F-6366-1FBDC362574B}" dt="2026-03-09T11:38:33.697" v="393"/>
          <ac:spMkLst>
            <pc:docMk/>
            <pc:sldMk cId="1975381195" sldId="262"/>
            <ac:spMk id="2" creationId="{C9D5C4D8-79D7-74A1-7B01-C0E589481E60}"/>
          </ac:spMkLst>
        </pc:spChg>
        <pc:spChg chg="mod">
          <ac:chgData name="Arseniy Buzyan (extern)" userId="S::arseniy.buzyan@edu.stockholm.se::f92a01cd-049f-4602-b292-09b82d2ea4e3" providerId="AD" clId="Web-{17846C07-07D7-7A9F-6366-1FBDC362574B}" dt="2026-03-09T11:38:33.697" v="393"/>
          <ac:spMkLst>
            <pc:docMk/>
            <pc:sldMk cId="1975381195" sldId="262"/>
            <ac:spMk id="3" creationId="{789537B6-7D66-8CB1-2E1E-414DD078B172}"/>
          </ac:spMkLst>
        </pc:spChg>
        <pc:spChg chg="add">
          <ac:chgData name="Arseniy Buzyan (extern)" userId="S::arseniy.buzyan@edu.stockholm.se::f92a01cd-049f-4602-b292-09b82d2ea4e3" providerId="AD" clId="Web-{17846C07-07D7-7A9F-6366-1FBDC362574B}" dt="2026-03-09T11:38:33.697" v="393"/>
          <ac:spMkLst>
            <pc:docMk/>
            <pc:sldMk cId="1975381195" sldId="262"/>
            <ac:spMk id="8" creationId="{09588DA8-065E-4F6F-8EFD-43104AB2E0CF}"/>
          </ac:spMkLst>
        </pc:spChg>
        <pc:spChg chg="add">
          <ac:chgData name="Arseniy Buzyan (extern)" userId="S::arseniy.buzyan@edu.stockholm.se::f92a01cd-049f-4602-b292-09b82d2ea4e3" providerId="AD" clId="Web-{17846C07-07D7-7A9F-6366-1FBDC362574B}" dt="2026-03-09T11:38:33.697" v="393"/>
          <ac:spMkLst>
            <pc:docMk/>
            <pc:sldMk cId="1975381195" sldId="262"/>
            <ac:spMk id="10" creationId="{C4285719-470E-454C-AF62-8323075F1F5B}"/>
          </ac:spMkLst>
        </pc:spChg>
        <pc:spChg chg="add">
          <ac:chgData name="Arseniy Buzyan (extern)" userId="S::arseniy.buzyan@edu.stockholm.se::f92a01cd-049f-4602-b292-09b82d2ea4e3" providerId="AD" clId="Web-{17846C07-07D7-7A9F-6366-1FBDC362574B}" dt="2026-03-09T11:38:33.697" v="393"/>
          <ac:spMkLst>
            <pc:docMk/>
            <pc:sldMk cId="1975381195" sldId="262"/>
            <ac:spMk id="12" creationId="{CD9FE4EF-C4D8-49A0-B2FF-81D8DB7D8A24}"/>
          </ac:spMkLst>
        </pc:spChg>
        <pc:spChg chg="add">
          <ac:chgData name="Arseniy Buzyan (extern)" userId="S::arseniy.buzyan@edu.stockholm.se::f92a01cd-049f-4602-b292-09b82d2ea4e3" providerId="AD" clId="Web-{17846C07-07D7-7A9F-6366-1FBDC362574B}" dt="2026-03-09T11:38:33.697" v="393"/>
          <ac:spMkLst>
            <pc:docMk/>
            <pc:sldMk cId="1975381195" sldId="262"/>
            <ac:spMk id="14" creationId="{4300840D-0A0B-4512-BACA-B439D5B9C57C}"/>
          </ac:spMkLst>
        </pc:spChg>
        <pc:spChg chg="add">
          <ac:chgData name="Arseniy Buzyan (extern)" userId="S::arseniy.buzyan@edu.stockholm.se::f92a01cd-049f-4602-b292-09b82d2ea4e3" providerId="AD" clId="Web-{17846C07-07D7-7A9F-6366-1FBDC362574B}" dt="2026-03-09T11:38:33.697" v="393"/>
          <ac:spMkLst>
            <pc:docMk/>
            <pc:sldMk cId="1975381195" sldId="262"/>
            <ac:spMk id="16" creationId="{D2B78728-A580-49A7-84F9-6EF6F583ADE0}"/>
          </ac:spMkLst>
        </pc:spChg>
        <pc:spChg chg="add">
          <ac:chgData name="Arseniy Buzyan (extern)" userId="S::arseniy.buzyan@edu.stockholm.se::f92a01cd-049f-4602-b292-09b82d2ea4e3" providerId="AD" clId="Web-{17846C07-07D7-7A9F-6366-1FBDC362574B}" dt="2026-03-09T11:38:33.697" v="393"/>
          <ac:spMkLst>
            <pc:docMk/>
            <pc:sldMk cId="1975381195" sldId="262"/>
            <ac:spMk id="18" creationId="{38FAA1A1-D861-433F-88FA-1E9D6FD31D11}"/>
          </ac:spMkLst>
        </pc:spChg>
        <pc:spChg chg="add">
          <ac:chgData name="Arseniy Buzyan (extern)" userId="S::arseniy.buzyan@edu.stockholm.se::f92a01cd-049f-4602-b292-09b82d2ea4e3" providerId="AD" clId="Web-{17846C07-07D7-7A9F-6366-1FBDC362574B}" dt="2026-03-09T11:38:33.697" v="393"/>
          <ac:spMkLst>
            <pc:docMk/>
            <pc:sldMk cId="1975381195" sldId="262"/>
            <ac:spMk id="20" creationId="{8D71EDA1-87BF-4D5D-AB79-F346FD19278A}"/>
          </ac:spMkLst>
        </pc:spChg>
      </pc:sldChg>
      <pc:sldChg chg="addSp delSp modSp new mod setBg">
        <pc:chgData name="Arseniy Buzyan (extern)" userId="S::arseniy.buzyan@edu.stockholm.se::f92a01cd-049f-4602-b292-09b82d2ea4e3" providerId="AD" clId="Web-{17846C07-07D7-7A9F-6366-1FBDC362574B}" dt="2026-03-09T11:39:25.056" v="399"/>
        <pc:sldMkLst>
          <pc:docMk/>
          <pc:sldMk cId="1048762251" sldId="263"/>
        </pc:sldMkLst>
        <pc:spChg chg="mod">
          <ac:chgData name="Arseniy Buzyan (extern)" userId="S::arseniy.buzyan@edu.stockholm.se::f92a01cd-049f-4602-b292-09b82d2ea4e3" providerId="AD" clId="Web-{17846C07-07D7-7A9F-6366-1FBDC362574B}" dt="2026-03-09T11:39:25.056" v="399"/>
          <ac:spMkLst>
            <pc:docMk/>
            <pc:sldMk cId="1048762251" sldId="263"/>
            <ac:spMk id="2" creationId="{05C30CFF-FC31-E2CD-F2B4-E1B356BB793C}"/>
          </ac:spMkLst>
        </pc:spChg>
        <pc:spChg chg="del">
          <ac:chgData name="Arseniy Buzyan (extern)" userId="S::arseniy.buzyan@edu.stockholm.se::f92a01cd-049f-4602-b292-09b82d2ea4e3" providerId="AD" clId="Web-{17846C07-07D7-7A9F-6366-1FBDC362574B}" dt="2026-03-09T11:39:11.431" v="396"/>
          <ac:spMkLst>
            <pc:docMk/>
            <pc:sldMk cId="1048762251" sldId="263"/>
            <ac:spMk id="3" creationId="{F3C8B40D-916A-9CFD-430C-3A04F0634F3D}"/>
          </ac:spMkLst>
        </pc:spChg>
        <pc:spChg chg="add del">
          <ac:chgData name="Arseniy Buzyan (extern)" userId="S::arseniy.buzyan@edu.stockholm.se::f92a01cd-049f-4602-b292-09b82d2ea4e3" providerId="AD" clId="Web-{17846C07-07D7-7A9F-6366-1FBDC362574B}" dt="2026-03-09T11:39:25.025" v="398"/>
          <ac:spMkLst>
            <pc:docMk/>
            <pc:sldMk cId="1048762251" sldId="263"/>
            <ac:spMk id="10" creationId="{BACC6370-2D7E-4714-9D71-7542949D7D5D}"/>
          </ac:spMkLst>
        </pc:spChg>
        <pc:spChg chg="add del">
          <ac:chgData name="Arseniy Buzyan (extern)" userId="S::arseniy.buzyan@edu.stockholm.se::f92a01cd-049f-4602-b292-09b82d2ea4e3" providerId="AD" clId="Web-{17846C07-07D7-7A9F-6366-1FBDC362574B}" dt="2026-03-09T11:39:25.025" v="398"/>
          <ac:spMkLst>
            <pc:docMk/>
            <pc:sldMk cId="1048762251" sldId="263"/>
            <ac:spMk id="12" creationId="{F68B3F68-107C-434F-AA38-110D5EA91B85}"/>
          </ac:spMkLst>
        </pc:spChg>
        <pc:spChg chg="add del">
          <ac:chgData name="Arseniy Buzyan (extern)" userId="S::arseniy.buzyan@edu.stockholm.se::f92a01cd-049f-4602-b292-09b82d2ea4e3" providerId="AD" clId="Web-{17846C07-07D7-7A9F-6366-1FBDC362574B}" dt="2026-03-09T11:39:25.025" v="398"/>
          <ac:spMkLst>
            <pc:docMk/>
            <pc:sldMk cId="1048762251" sldId="263"/>
            <ac:spMk id="14" creationId="{AAD0DBB9-1A4B-4391-81D4-CB19F9AB918A}"/>
          </ac:spMkLst>
        </pc:spChg>
        <pc:spChg chg="add del">
          <ac:chgData name="Arseniy Buzyan (extern)" userId="S::arseniy.buzyan@edu.stockholm.se::f92a01cd-049f-4602-b292-09b82d2ea4e3" providerId="AD" clId="Web-{17846C07-07D7-7A9F-6366-1FBDC362574B}" dt="2026-03-09T11:39:25.025" v="398"/>
          <ac:spMkLst>
            <pc:docMk/>
            <pc:sldMk cId="1048762251" sldId="263"/>
            <ac:spMk id="16" creationId="{063BBA22-50EA-4C4D-BE05-F1CE4E63AA56}"/>
          </ac:spMkLst>
        </pc:spChg>
        <pc:spChg chg="add">
          <ac:chgData name="Arseniy Buzyan (extern)" userId="S::arseniy.buzyan@edu.stockholm.se::f92a01cd-049f-4602-b292-09b82d2ea4e3" providerId="AD" clId="Web-{17846C07-07D7-7A9F-6366-1FBDC362574B}" dt="2026-03-09T11:39:25.056" v="399"/>
          <ac:spMkLst>
            <pc:docMk/>
            <pc:sldMk cId="1048762251" sldId="263"/>
            <ac:spMk id="18" creationId="{A8384FB5-9ADC-4DDC-881B-597D56F5B15D}"/>
          </ac:spMkLst>
        </pc:spChg>
        <pc:spChg chg="add">
          <ac:chgData name="Arseniy Buzyan (extern)" userId="S::arseniy.buzyan@edu.stockholm.se::f92a01cd-049f-4602-b292-09b82d2ea4e3" providerId="AD" clId="Web-{17846C07-07D7-7A9F-6366-1FBDC362574B}" dt="2026-03-09T11:39:25.056" v="399"/>
          <ac:spMkLst>
            <pc:docMk/>
            <pc:sldMk cId="1048762251" sldId="263"/>
            <ac:spMk id="19" creationId="{1199E1B1-A8C0-4FE8-A5A8-1CB41D69F857}"/>
          </ac:spMkLst>
        </pc:spChg>
        <pc:spChg chg="add">
          <ac:chgData name="Arseniy Buzyan (extern)" userId="S::arseniy.buzyan@edu.stockholm.se::f92a01cd-049f-4602-b292-09b82d2ea4e3" providerId="AD" clId="Web-{17846C07-07D7-7A9F-6366-1FBDC362574B}" dt="2026-03-09T11:39:25.056" v="399"/>
          <ac:spMkLst>
            <pc:docMk/>
            <pc:sldMk cId="1048762251" sldId="263"/>
            <ac:spMk id="20" creationId="{84A8DE83-DE75-4B41-9DB4-A7EC0B0DEC0B}"/>
          </ac:spMkLst>
        </pc:spChg>
        <pc:spChg chg="add">
          <ac:chgData name="Arseniy Buzyan (extern)" userId="S::arseniy.buzyan@edu.stockholm.se::f92a01cd-049f-4602-b292-09b82d2ea4e3" providerId="AD" clId="Web-{17846C07-07D7-7A9F-6366-1FBDC362574B}" dt="2026-03-09T11:39:25.056" v="399"/>
          <ac:spMkLst>
            <pc:docMk/>
            <pc:sldMk cId="1048762251" sldId="263"/>
            <ac:spMk id="21" creationId="{A7009A0A-BEF5-4EAC-AF15-E4F9F002E239}"/>
          </ac:spMkLst>
        </pc:spChg>
        <pc:graphicFrameChg chg="add mod ord modGraphic">
          <ac:chgData name="Arseniy Buzyan (extern)" userId="S::arseniy.buzyan@edu.stockholm.se::f92a01cd-049f-4602-b292-09b82d2ea4e3" providerId="AD" clId="Web-{17846C07-07D7-7A9F-6366-1FBDC362574B}" dt="2026-03-09T11:39:25.056" v="399"/>
          <ac:graphicFrameMkLst>
            <pc:docMk/>
            <pc:sldMk cId="1048762251" sldId="263"/>
            <ac:graphicFrameMk id="5" creationId="{9707AEA0-C6F6-B4B5-91ED-AA37F69B83A9}"/>
          </ac:graphicFrameMkLst>
        </pc:graphicFrameChg>
      </pc:sldChg>
      <pc:sldChg chg="addSp delSp modSp new mod setBg">
        <pc:chgData name="Arseniy Buzyan (extern)" userId="S::arseniy.buzyan@edu.stockholm.se::f92a01cd-049f-4602-b292-09b82d2ea4e3" providerId="AD" clId="Web-{17846C07-07D7-7A9F-6366-1FBDC362574B}" dt="2026-03-09T11:46:54.089" v="573"/>
        <pc:sldMkLst>
          <pc:docMk/>
          <pc:sldMk cId="4217814506" sldId="264"/>
        </pc:sldMkLst>
        <pc:spChg chg="mod">
          <ac:chgData name="Arseniy Buzyan (extern)" userId="S::arseniy.buzyan@edu.stockholm.se::f92a01cd-049f-4602-b292-09b82d2ea4e3" providerId="AD" clId="Web-{17846C07-07D7-7A9F-6366-1FBDC362574B}" dt="2026-03-09T11:44:42.557" v="446"/>
          <ac:spMkLst>
            <pc:docMk/>
            <pc:sldMk cId="4217814506" sldId="264"/>
            <ac:spMk id="2" creationId="{E9FA30AB-7350-FA5B-D9F8-6C9512B133F8}"/>
          </ac:spMkLst>
        </pc:spChg>
        <pc:spChg chg="del">
          <ac:chgData name="Arseniy Buzyan (extern)" userId="S::arseniy.buzyan@edu.stockholm.se::f92a01cd-049f-4602-b292-09b82d2ea4e3" providerId="AD" clId="Web-{17846C07-07D7-7A9F-6366-1FBDC362574B}" dt="2026-03-09T11:42:59.729" v="418"/>
          <ac:spMkLst>
            <pc:docMk/>
            <pc:sldMk cId="4217814506" sldId="264"/>
            <ac:spMk id="3" creationId="{D664CE48-372F-FFFE-5561-9D0FF0172972}"/>
          </ac:spMkLst>
        </pc:spChg>
        <pc:spChg chg="add del">
          <ac:chgData name="Arseniy Buzyan (extern)" userId="S::arseniy.buzyan@edu.stockholm.se::f92a01cd-049f-4602-b292-09b82d2ea4e3" providerId="AD" clId="Web-{17846C07-07D7-7A9F-6366-1FBDC362574B}" dt="2026-03-09T11:44:42.542" v="445"/>
          <ac:spMkLst>
            <pc:docMk/>
            <pc:sldMk cId="4217814506" sldId="264"/>
            <ac:spMk id="10" creationId="{BACC6370-2D7E-4714-9D71-7542949D7D5D}"/>
          </ac:spMkLst>
        </pc:spChg>
        <pc:spChg chg="add del">
          <ac:chgData name="Arseniy Buzyan (extern)" userId="S::arseniy.buzyan@edu.stockholm.se::f92a01cd-049f-4602-b292-09b82d2ea4e3" providerId="AD" clId="Web-{17846C07-07D7-7A9F-6366-1FBDC362574B}" dt="2026-03-09T11:44:42.542" v="445"/>
          <ac:spMkLst>
            <pc:docMk/>
            <pc:sldMk cId="4217814506" sldId="264"/>
            <ac:spMk id="12" creationId="{F68B3F68-107C-434F-AA38-110D5EA91B85}"/>
          </ac:spMkLst>
        </pc:spChg>
        <pc:spChg chg="add del">
          <ac:chgData name="Arseniy Buzyan (extern)" userId="S::arseniy.buzyan@edu.stockholm.se::f92a01cd-049f-4602-b292-09b82d2ea4e3" providerId="AD" clId="Web-{17846C07-07D7-7A9F-6366-1FBDC362574B}" dt="2026-03-09T11:44:42.542" v="445"/>
          <ac:spMkLst>
            <pc:docMk/>
            <pc:sldMk cId="4217814506" sldId="264"/>
            <ac:spMk id="14" creationId="{AAD0DBB9-1A4B-4391-81D4-CB19F9AB918A}"/>
          </ac:spMkLst>
        </pc:spChg>
        <pc:spChg chg="add del">
          <ac:chgData name="Arseniy Buzyan (extern)" userId="S::arseniy.buzyan@edu.stockholm.se::f92a01cd-049f-4602-b292-09b82d2ea4e3" providerId="AD" clId="Web-{17846C07-07D7-7A9F-6366-1FBDC362574B}" dt="2026-03-09T11:44:42.542" v="445"/>
          <ac:spMkLst>
            <pc:docMk/>
            <pc:sldMk cId="4217814506" sldId="264"/>
            <ac:spMk id="16" creationId="{063BBA22-50EA-4C4D-BE05-F1CE4E63AA56}"/>
          </ac:spMkLst>
        </pc:spChg>
        <pc:spChg chg="add">
          <ac:chgData name="Arseniy Buzyan (extern)" userId="S::arseniy.buzyan@edu.stockholm.se::f92a01cd-049f-4602-b292-09b82d2ea4e3" providerId="AD" clId="Web-{17846C07-07D7-7A9F-6366-1FBDC362574B}" dt="2026-03-09T11:44:42.557" v="446"/>
          <ac:spMkLst>
            <pc:docMk/>
            <pc:sldMk cId="4217814506" sldId="264"/>
            <ac:spMk id="18" creationId="{A8384FB5-9ADC-4DDC-881B-597D56F5B15D}"/>
          </ac:spMkLst>
        </pc:spChg>
        <pc:spChg chg="add">
          <ac:chgData name="Arseniy Buzyan (extern)" userId="S::arseniy.buzyan@edu.stockholm.se::f92a01cd-049f-4602-b292-09b82d2ea4e3" providerId="AD" clId="Web-{17846C07-07D7-7A9F-6366-1FBDC362574B}" dt="2026-03-09T11:44:42.557" v="446"/>
          <ac:spMkLst>
            <pc:docMk/>
            <pc:sldMk cId="4217814506" sldId="264"/>
            <ac:spMk id="19" creationId="{1199E1B1-A8C0-4FE8-A5A8-1CB41D69F857}"/>
          </ac:spMkLst>
        </pc:spChg>
        <pc:spChg chg="add">
          <ac:chgData name="Arseniy Buzyan (extern)" userId="S::arseniy.buzyan@edu.stockholm.se::f92a01cd-049f-4602-b292-09b82d2ea4e3" providerId="AD" clId="Web-{17846C07-07D7-7A9F-6366-1FBDC362574B}" dt="2026-03-09T11:44:42.557" v="446"/>
          <ac:spMkLst>
            <pc:docMk/>
            <pc:sldMk cId="4217814506" sldId="264"/>
            <ac:spMk id="20" creationId="{84A8DE83-DE75-4B41-9DB4-A7EC0B0DEC0B}"/>
          </ac:spMkLst>
        </pc:spChg>
        <pc:spChg chg="add">
          <ac:chgData name="Arseniy Buzyan (extern)" userId="S::arseniy.buzyan@edu.stockholm.se::f92a01cd-049f-4602-b292-09b82d2ea4e3" providerId="AD" clId="Web-{17846C07-07D7-7A9F-6366-1FBDC362574B}" dt="2026-03-09T11:44:42.557" v="446"/>
          <ac:spMkLst>
            <pc:docMk/>
            <pc:sldMk cId="4217814506" sldId="264"/>
            <ac:spMk id="21" creationId="{A7009A0A-BEF5-4EAC-AF15-E4F9F002E239}"/>
          </ac:spMkLst>
        </pc:spChg>
        <pc:graphicFrameChg chg="add mod ord modGraphic">
          <ac:chgData name="Arseniy Buzyan (extern)" userId="S::arseniy.buzyan@edu.stockholm.se::f92a01cd-049f-4602-b292-09b82d2ea4e3" providerId="AD" clId="Web-{17846C07-07D7-7A9F-6366-1FBDC362574B}" dt="2026-03-09T11:46:54.089" v="573"/>
          <ac:graphicFrameMkLst>
            <pc:docMk/>
            <pc:sldMk cId="4217814506" sldId="264"/>
            <ac:graphicFrameMk id="5" creationId="{A8BE37CC-13F4-7B27-C056-34487999C916}"/>
          </ac:graphicFrameMkLst>
        </pc:graphicFrameChg>
      </pc:sldChg>
      <pc:sldChg chg="addSp delSp modSp new mod setBg">
        <pc:chgData name="Arseniy Buzyan (extern)" userId="S::arseniy.buzyan@edu.stockholm.se::f92a01cd-049f-4602-b292-09b82d2ea4e3" providerId="AD" clId="Web-{17846C07-07D7-7A9F-6366-1FBDC362574B}" dt="2026-03-09T11:49:05.981" v="602"/>
        <pc:sldMkLst>
          <pc:docMk/>
          <pc:sldMk cId="4130834464" sldId="265"/>
        </pc:sldMkLst>
        <pc:spChg chg="mod">
          <ac:chgData name="Arseniy Buzyan (extern)" userId="S::arseniy.buzyan@edu.stockholm.se::f92a01cd-049f-4602-b292-09b82d2ea4e3" providerId="AD" clId="Web-{17846C07-07D7-7A9F-6366-1FBDC362574B}" dt="2026-03-09T11:48:30.512" v="587"/>
          <ac:spMkLst>
            <pc:docMk/>
            <pc:sldMk cId="4130834464" sldId="265"/>
            <ac:spMk id="2" creationId="{D81453C8-71CD-C4D4-ED42-8868AE077CDA}"/>
          </ac:spMkLst>
        </pc:spChg>
        <pc:spChg chg="del">
          <ac:chgData name="Arseniy Buzyan (extern)" userId="S::arseniy.buzyan@edu.stockholm.se::f92a01cd-049f-4602-b292-09b82d2ea4e3" providerId="AD" clId="Web-{17846C07-07D7-7A9F-6366-1FBDC362574B}" dt="2026-03-09T11:48:26.324" v="586"/>
          <ac:spMkLst>
            <pc:docMk/>
            <pc:sldMk cId="4130834464" sldId="265"/>
            <ac:spMk id="3" creationId="{0B5D2609-111B-DD71-F926-3E03E798F6BD}"/>
          </ac:spMkLst>
        </pc:spChg>
        <pc:spChg chg="add">
          <ac:chgData name="Arseniy Buzyan (extern)" userId="S::arseniy.buzyan@edu.stockholm.se::f92a01cd-049f-4602-b292-09b82d2ea4e3" providerId="AD" clId="Web-{17846C07-07D7-7A9F-6366-1FBDC362574B}" dt="2026-03-09T11:48:30.512" v="587"/>
          <ac:spMkLst>
            <pc:docMk/>
            <pc:sldMk cId="4130834464" sldId="265"/>
            <ac:spMk id="10" creationId="{BACC6370-2D7E-4714-9D71-7542949D7D5D}"/>
          </ac:spMkLst>
        </pc:spChg>
        <pc:spChg chg="add">
          <ac:chgData name="Arseniy Buzyan (extern)" userId="S::arseniy.buzyan@edu.stockholm.se::f92a01cd-049f-4602-b292-09b82d2ea4e3" providerId="AD" clId="Web-{17846C07-07D7-7A9F-6366-1FBDC362574B}" dt="2026-03-09T11:48:30.512" v="587"/>
          <ac:spMkLst>
            <pc:docMk/>
            <pc:sldMk cId="4130834464" sldId="265"/>
            <ac:spMk id="12" creationId="{F68B3F68-107C-434F-AA38-110D5EA91B85}"/>
          </ac:spMkLst>
        </pc:spChg>
        <pc:spChg chg="add">
          <ac:chgData name="Arseniy Buzyan (extern)" userId="S::arseniy.buzyan@edu.stockholm.se::f92a01cd-049f-4602-b292-09b82d2ea4e3" providerId="AD" clId="Web-{17846C07-07D7-7A9F-6366-1FBDC362574B}" dt="2026-03-09T11:48:30.512" v="587"/>
          <ac:spMkLst>
            <pc:docMk/>
            <pc:sldMk cId="4130834464" sldId="265"/>
            <ac:spMk id="14" creationId="{AAD0DBB9-1A4B-4391-81D4-CB19F9AB918A}"/>
          </ac:spMkLst>
        </pc:spChg>
        <pc:spChg chg="add">
          <ac:chgData name="Arseniy Buzyan (extern)" userId="S::arseniy.buzyan@edu.stockholm.se::f92a01cd-049f-4602-b292-09b82d2ea4e3" providerId="AD" clId="Web-{17846C07-07D7-7A9F-6366-1FBDC362574B}" dt="2026-03-09T11:48:30.512" v="587"/>
          <ac:spMkLst>
            <pc:docMk/>
            <pc:sldMk cId="4130834464" sldId="265"/>
            <ac:spMk id="16" creationId="{063BBA22-50EA-4C4D-BE05-F1CE4E63AA56}"/>
          </ac:spMkLst>
        </pc:spChg>
        <pc:graphicFrameChg chg="add mod ord modGraphic">
          <ac:chgData name="Arseniy Buzyan (extern)" userId="S::arseniy.buzyan@edu.stockholm.se::f92a01cd-049f-4602-b292-09b82d2ea4e3" providerId="AD" clId="Web-{17846C07-07D7-7A9F-6366-1FBDC362574B}" dt="2026-03-09T11:49:05.981" v="602"/>
          <ac:graphicFrameMkLst>
            <pc:docMk/>
            <pc:sldMk cId="4130834464" sldId="265"/>
            <ac:graphicFrameMk id="5" creationId="{18AF4F4F-C7CF-C7E8-9DE5-5E40FF7E04EB}"/>
          </ac:graphicFrameMkLst>
        </pc:graphicFrameChg>
      </pc:sldChg>
      <pc:sldChg chg="addSp delSp modSp new mod setBg">
        <pc:chgData name="Arseniy Buzyan (extern)" userId="S::arseniy.buzyan@edu.stockholm.se::f92a01cd-049f-4602-b292-09b82d2ea4e3" providerId="AD" clId="Web-{17846C07-07D7-7A9F-6366-1FBDC362574B}" dt="2026-03-09T11:52:31.543" v="627" actId="20577"/>
        <pc:sldMkLst>
          <pc:docMk/>
          <pc:sldMk cId="3097990013" sldId="266"/>
        </pc:sldMkLst>
        <pc:spChg chg="mod">
          <ac:chgData name="Arseniy Buzyan (extern)" userId="S::arseniy.buzyan@edu.stockholm.se::f92a01cd-049f-4602-b292-09b82d2ea4e3" providerId="AD" clId="Web-{17846C07-07D7-7A9F-6366-1FBDC362574B}" dt="2026-03-09T11:52:21.293" v="626"/>
          <ac:spMkLst>
            <pc:docMk/>
            <pc:sldMk cId="3097990013" sldId="266"/>
            <ac:spMk id="2" creationId="{D74E3AD7-380A-F5A7-118B-C8EBAF9E4EDA}"/>
          </ac:spMkLst>
        </pc:spChg>
        <pc:spChg chg="mod">
          <ac:chgData name="Arseniy Buzyan (extern)" userId="S::arseniy.buzyan@edu.stockholm.se::f92a01cd-049f-4602-b292-09b82d2ea4e3" providerId="AD" clId="Web-{17846C07-07D7-7A9F-6366-1FBDC362574B}" dt="2026-03-09T11:52:31.543" v="627" actId="20577"/>
          <ac:spMkLst>
            <pc:docMk/>
            <pc:sldMk cId="3097990013" sldId="266"/>
            <ac:spMk id="3" creationId="{7C5121CB-3751-0C91-A029-E1EC8BA67EF2}"/>
          </ac:spMkLst>
        </pc:spChg>
        <pc:spChg chg="add del">
          <ac:chgData name="Arseniy Buzyan (extern)" userId="S::arseniy.buzyan@edu.stockholm.se::f92a01cd-049f-4602-b292-09b82d2ea4e3" providerId="AD" clId="Web-{17846C07-07D7-7A9F-6366-1FBDC362574B}" dt="2026-03-09T11:52:21.153" v="625"/>
          <ac:spMkLst>
            <pc:docMk/>
            <pc:sldMk cId="3097990013" sldId="266"/>
            <ac:spMk id="8" creationId="{DEE2AD96-B495-4E06-9291-B71706F728CB}"/>
          </ac:spMkLst>
        </pc:spChg>
        <pc:spChg chg="add del">
          <ac:chgData name="Arseniy Buzyan (extern)" userId="S::arseniy.buzyan@edu.stockholm.se::f92a01cd-049f-4602-b292-09b82d2ea4e3" providerId="AD" clId="Web-{17846C07-07D7-7A9F-6366-1FBDC362574B}" dt="2026-03-09T11:52:21.153" v="625"/>
          <ac:spMkLst>
            <pc:docMk/>
            <pc:sldMk cId="3097990013" sldId="266"/>
            <ac:spMk id="10" creationId="{53CF6D67-C5A8-4ADD-9E8E-1E38CA1D3166}"/>
          </ac:spMkLst>
        </pc:spChg>
        <pc:spChg chg="add del">
          <ac:chgData name="Arseniy Buzyan (extern)" userId="S::arseniy.buzyan@edu.stockholm.se::f92a01cd-049f-4602-b292-09b82d2ea4e3" providerId="AD" clId="Web-{17846C07-07D7-7A9F-6366-1FBDC362574B}" dt="2026-03-09T11:52:21.153" v="625"/>
          <ac:spMkLst>
            <pc:docMk/>
            <pc:sldMk cId="3097990013" sldId="266"/>
            <ac:spMk id="12" creationId="{86909FA0-B515-4681-B7A8-FA281D133B94}"/>
          </ac:spMkLst>
        </pc:spChg>
        <pc:spChg chg="add del">
          <ac:chgData name="Arseniy Buzyan (extern)" userId="S::arseniy.buzyan@edu.stockholm.se::f92a01cd-049f-4602-b292-09b82d2ea4e3" providerId="AD" clId="Web-{17846C07-07D7-7A9F-6366-1FBDC362574B}" dt="2026-03-09T11:52:21.153" v="625"/>
          <ac:spMkLst>
            <pc:docMk/>
            <pc:sldMk cId="3097990013" sldId="266"/>
            <ac:spMk id="14" creationId="{21C9FE86-FCC3-4A31-AA1C-C882262B7FE7}"/>
          </ac:spMkLst>
        </pc:spChg>
        <pc:spChg chg="add del">
          <ac:chgData name="Arseniy Buzyan (extern)" userId="S::arseniy.buzyan@edu.stockholm.se::f92a01cd-049f-4602-b292-09b82d2ea4e3" providerId="AD" clId="Web-{17846C07-07D7-7A9F-6366-1FBDC362574B}" dt="2026-03-09T11:52:21.153" v="625"/>
          <ac:spMkLst>
            <pc:docMk/>
            <pc:sldMk cId="3097990013" sldId="266"/>
            <ac:spMk id="16" creationId="{7D96243B-ECED-4B71-8E06-AE9A285EAD20}"/>
          </ac:spMkLst>
        </pc:spChg>
        <pc:spChg chg="add del">
          <ac:chgData name="Arseniy Buzyan (extern)" userId="S::arseniy.buzyan@edu.stockholm.se::f92a01cd-049f-4602-b292-09b82d2ea4e3" providerId="AD" clId="Web-{17846C07-07D7-7A9F-6366-1FBDC362574B}" dt="2026-03-09T11:52:21.153" v="625"/>
          <ac:spMkLst>
            <pc:docMk/>
            <pc:sldMk cId="3097990013" sldId="266"/>
            <ac:spMk id="18" creationId="{A09989E4-EFDC-4A90-A633-E0525FB4139E}"/>
          </ac:spMkLst>
        </pc:spChg>
        <pc:spChg chg="add">
          <ac:chgData name="Arseniy Buzyan (extern)" userId="S::arseniy.buzyan@edu.stockholm.se::f92a01cd-049f-4602-b292-09b82d2ea4e3" providerId="AD" clId="Web-{17846C07-07D7-7A9F-6366-1FBDC362574B}" dt="2026-03-09T11:52:21.293" v="626"/>
          <ac:spMkLst>
            <pc:docMk/>
            <pc:sldMk cId="3097990013" sldId="266"/>
            <ac:spMk id="24" creationId="{815925C2-A704-4D47-B1C1-3FCA52512EC1}"/>
          </ac:spMkLst>
        </pc:spChg>
        <pc:spChg chg="add">
          <ac:chgData name="Arseniy Buzyan (extern)" userId="S::arseniy.buzyan@edu.stockholm.se::f92a01cd-049f-4602-b292-09b82d2ea4e3" providerId="AD" clId="Web-{17846C07-07D7-7A9F-6366-1FBDC362574B}" dt="2026-03-09T11:52:21.293" v="626"/>
          <ac:spMkLst>
            <pc:docMk/>
            <pc:sldMk cId="3097990013" sldId="266"/>
            <ac:spMk id="25" creationId="{01D4315C-C23C-4FD3-98DF-08C29E2292A8}"/>
          </ac:spMkLst>
        </pc:spChg>
        <pc:grpChg chg="add">
          <ac:chgData name="Arseniy Buzyan (extern)" userId="S::arseniy.buzyan@edu.stockholm.se::f92a01cd-049f-4602-b292-09b82d2ea4e3" providerId="AD" clId="Web-{17846C07-07D7-7A9F-6366-1FBDC362574B}" dt="2026-03-09T11:52:21.293" v="626"/>
          <ac:grpSpMkLst>
            <pc:docMk/>
            <pc:sldMk cId="3097990013" sldId="266"/>
            <ac:grpSpMk id="26" creationId="{5E6B47BC-43FD-4C91-8BFF-B41B99A8A39E}"/>
          </ac:grpSpMkLst>
        </pc:grpChg>
        <pc:grpChg chg="add">
          <ac:chgData name="Arseniy Buzyan (extern)" userId="S::arseniy.buzyan@edu.stockholm.se::f92a01cd-049f-4602-b292-09b82d2ea4e3" providerId="AD" clId="Web-{17846C07-07D7-7A9F-6366-1FBDC362574B}" dt="2026-03-09T11:52:21.293" v="626"/>
          <ac:grpSpMkLst>
            <pc:docMk/>
            <pc:sldMk cId="3097990013" sldId="266"/>
            <ac:grpSpMk id="28" creationId="{43F5E015-E085-4624-B431-B42414448684}"/>
          </ac:grpSpMkLst>
        </pc:grpChg>
      </pc:sldChg>
      <pc:sldChg chg="addSp delSp modSp new mod setBg">
        <pc:chgData name="Arseniy Buzyan (extern)" userId="S::arseniy.buzyan@edu.stockholm.se::f92a01cd-049f-4602-b292-09b82d2ea4e3" providerId="AD" clId="Web-{17846C07-07D7-7A9F-6366-1FBDC362574B}" dt="2026-03-09T11:56:41.497" v="892" actId="1076"/>
        <pc:sldMkLst>
          <pc:docMk/>
          <pc:sldMk cId="591966261" sldId="267"/>
        </pc:sldMkLst>
        <pc:spChg chg="mod">
          <ac:chgData name="Arseniy Buzyan (extern)" userId="S::arseniy.buzyan@edu.stockholm.se::f92a01cd-049f-4602-b292-09b82d2ea4e3" providerId="AD" clId="Web-{17846C07-07D7-7A9F-6366-1FBDC362574B}" dt="2026-03-09T11:55:48.950" v="791"/>
          <ac:spMkLst>
            <pc:docMk/>
            <pc:sldMk cId="591966261" sldId="267"/>
            <ac:spMk id="2" creationId="{4638A2F2-F640-2713-B681-CE4B53F48824}"/>
          </ac:spMkLst>
        </pc:spChg>
        <pc:spChg chg="del">
          <ac:chgData name="Arseniy Buzyan (extern)" userId="S::arseniy.buzyan@edu.stockholm.se::f92a01cd-049f-4602-b292-09b82d2ea4e3" providerId="AD" clId="Web-{17846C07-07D7-7A9F-6366-1FBDC362574B}" dt="2026-03-09T11:53:10.887" v="630"/>
          <ac:spMkLst>
            <pc:docMk/>
            <pc:sldMk cId="591966261" sldId="267"/>
            <ac:spMk id="3" creationId="{B5A1F09A-B7F9-D61E-AF41-F1799EB4ABBD}"/>
          </ac:spMkLst>
        </pc:spChg>
        <pc:spChg chg="add">
          <ac:chgData name="Arseniy Buzyan (extern)" userId="S::arseniy.buzyan@edu.stockholm.se::f92a01cd-049f-4602-b292-09b82d2ea4e3" providerId="AD" clId="Web-{17846C07-07D7-7A9F-6366-1FBDC362574B}" dt="2026-03-09T11:55:48.950" v="791"/>
          <ac:spMkLst>
            <pc:docMk/>
            <pc:sldMk cId="591966261" sldId="267"/>
            <ac:spMk id="10" creationId="{A8384FB5-9ADC-4DDC-881B-597D56F5B15D}"/>
          </ac:spMkLst>
        </pc:spChg>
        <pc:spChg chg="add">
          <ac:chgData name="Arseniy Buzyan (extern)" userId="S::arseniy.buzyan@edu.stockholm.se::f92a01cd-049f-4602-b292-09b82d2ea4e3" providerId="AD" clId="Web-{17846C07-07D7-7A9F-6366-1FBDC362574B}" dt="2026-03-09T11:55:48.950" v="791"/>
          <ac:spMkLst>
            <pc:docMk/>
            <pc:sldMk cId="591966261" sldId="267"/>
            <ac:spMk id="12" creationId="{1199E1B1-A8C0-4FE8-A5A8-1CB41D69F857}"/>
          </ac:spMkLst>
        </pc:spChg>
        <pc:spChg chg="add">
          <ac:chgData name="Arseniy Buzyan (extern)" userId="S::arseniy.buzyan@edu.stockholm.se::f92a01cd-049f-4602-b292-09b82d2ea4e3" providerId="AD" clId="Web-{17846C07-07D7-7A9F-6366-1FBDC362574B}" dt="2026-03-09T11:55:48.950" v="791"/>
          <ac:spMkLst>
            <pc:docMk/>
            <pc:sldMk cId="591966261" sldId="267"/>
            <ac:spMk id="14" creationId="{84A8DE83-DE75-4B41-9DB4-A7EC0B0DEC0B}"/>
          </ac:spMkLst>
        </pc:spChg>
        <pc:spChg chg="add">
          <ac:chgData name="Arseniy Buzyan (extern)" userId="S::arseniy.buzyan@edu.stockholm.se::f92a01cd-049f-4602-b292-09b82d2ea4e3" providerId="AD" clId="Web-{17846C07-07D7-7A9F-6366-1FBDC362574B}" dt="2026-03-09T11:55:48.950" v="791"/>
          <ac:spMkLst>
            <pc:docMk/>
            <pc:sldMk cId="591966261" sldId="267"/>
            <ac:spMk id="16" creationId="{A7009A0A-BEF5-4EAC-AF15-E4F9F002E239}"/>
          </ac:spMkLst>
        </pc:spChg>
        <pc:graphicFrameChg chg="add mod ord modGraphic">
          <ac:chgData name="Arseniy Buzyan (extern)" userId="S::arseniy.buzyan@edu.stockholm.se::f92a01cd-049f-4602-b292-09b82d2ea4e3" providerId="AD" clId="Web-{17846C07-07D7-7A9F-6366-1FBDC362574B}" dt="2026-03-09T11:56:41.497" v="892" actId="1076"/>
          <ac:graphicFrameMkLst>
            <pc:docMk/>
            <pc:sldMk cId="591966261" sldId="267"/>
            <ac:graphicFrameMk id="5" creationId="{B3B31FE2-7429-775E-ACE3-9C97FDF41674}"/>
          </ac:graphicFrameMkLst>
        </pc:graphicFrameChg>
      </pc:sldChg>
      <pc:sldChg chg="addSp delSp modSp new mod setBg">
        <pc:chgData name="Arseniy Buzyan (extern)" userId="S::arseniy.buzyan@edu.stockholm.se::f92a01cd-049f-4602-b292-09b82d2ea4e3" providerId="AD" clId="Web-{17846C07-07D7-7A9F-6366-1FBDC362574B}" dt="2026-03-09T11:59:19.622" v="916" actId="20577"/>
        <pc:sldMkLst>
          <pc:docMk/>
          <pc:sldMk cId="2462116223" sldId="268"/>
        </pc:sldMkLst>
        <pc:spChg chg="mod">
          <ac:chgData name="Arseniy Buzyan (extern)" userId="S::arseniy.buzyan@edu.stockholm.se::f92a01cd-049f-4602-b292-09b82d2ea4e3" providerId="AD" clId="Web-{17846C07-07D7-7A9F-6366-1FBDC362574B}" dt="2026-03-09T11:58:43.028" v="907"/>
          <ac:spMkLst>
            <pc:docMk/>
            <pc:sldMk cId="2462116223" sldId="268"/>
            <ac:spMk id="2" creationId="{BD00C785-66D9-398F-59E4-768B5460AA65}"/>
          </ac:spMkLst>
        </pc:spChg>
        <pc:spChg chg="mod">
          <ac:chgData name="Arseniy Buzyan (extern)" userId="S::arseniy.buzyan@edu.stockholm.se::f92a01cd-049f-4602-b292-09b82d2ea4e3" providerId="AD" clId="Web-{17846C07-07D7-7A9F-6366-1FBDC362574B}" dt="2026-03-09T11:59:19.622" v="916" actId="20577"/>
          <ac:spMkLst>
            <pc:docMk/>
            <pc:sldMk cId="2462116223" sldId="268"/>
            <ac:spMk id="3" creationId="{F53417F7-B82F-790F-ABAB-AA370FFAAF2B}"/>
          </ac:spMkLst>
        </pc:spChg>
        <pc:spChg chg="add">
          <ac:chgData name="Arseniy Buzyan (extern)" userId="S::arseniy.buzyan@edu.stockholm.se::f92a01cd-049f-4602-b292-09b82d2ea4e3" providerId="AD" clId="Web-{17846C07-07D7-7A9F-6366-1FBDC362574B}" dt="2026-03-09T11:58:43.028" v="907"/>
          <ac:spMkLst>
            <pc:docMk/>
            <pc:sldMk cId="2462116223" sldId="268"/>
            <ac:spMk id="5" creationId="{1B15ED52-F352-441B-82BF-E0EA34836D08}"/>
          </ac:spMkLst>
        </pc:spChg>
        <pc:spChg chg="add">
          <ac:chgData name="Arseniy Buzyan (extern)" userId="S::arseniy.buzyan@edu.stockholm.se::f92a01cd-049f-4602-b292-09b82d2ea4e3" providerId="AD" clId="Web-{17846C07-07D7-7A9F-6366-1FBDC362574B}" dt="2026-03-09T11:58:43.028" v="907"/>
          <ac:spMkLst>
            <pc:docMk/>
            <pc:sldMk cId="2462116223" sldId="268"/>
            <ac:spMk id="6" creationId="{3B2E3793-BFE6-45A2-9B7B-E18844431C99}"/>
          </ac:spMkLst>
        </pc:spChg>
        <pc:spChg chg="add">
          <ac:chgData name="Arseniy Buzyan (extern)" userId="S::arseniy.buzyan@edu.stockholm.se::f92a01cd-049f-4602-b292-09b82d2ea4e3" providerId="AD" clId="Web-{17846C07-07D7-7A9F-6366-1FBDC362574B}" dt="2026-03-09T11:58:43.028" v="907"/>
          <ac:spMkLst>
            <pc:docMk/>
            <pc:sldMk cId="2462116223" sldId="268"/>
            <ac:spMk id="7" creationId="{BC4C4868-CB8F-4AF9-9CDB-8108F2C19B67}"/>
          </ac:spMkLst>
        </pc:spChg>
        <pc:spChg chg="add del">
          <ac:chgData name="Arseniy Buzyan (extern)" userId="S::arseniy.buzyan@edu.stockholm.se::f92a01cd-049f-4602-b292-09b82d2ea4e3" providerId="AD" clId="Web-{17846C07-07D7-7A9F-6366-1FBDC362574B}" dt="2026-03-09T11:58:08.747" v="902"/>
          <ac:spMkLst>
            <pc:docMk/>
            <pc:sldMk cId="2462116223" sldId="268"/>
            <ac:spMk id="8" creationId="{1B15ED52-F352-441B-82BF-E0EA34836D08}"/>
          </ac:spMkLst>
        </pc:spChg>
        <pc:spChg chg="add">
          <ac:chgData name="Arseniy Buzyan (extern)" userId="S::arseniy.buzyan@edu.stockholm.se::f92a01cd-049f-4602-b292-09b82d2ea4e3" providerId="AD" clId="Web-{17846C07-07D7-7A9F-6366-1FBDC362574B}" dt="2026-03-09T11:58:43.028" v="907"/>
          <ac:spMkLst>
            <pc:docMk/>
            <pc:sldMk cId="2462116223" sldId="268"/>
            <ac:spMk id="9" creationId="{375E0459-6403-40CD-989D-56A4407CA12E}"/>
          </ac:spMkLst>
        </pc:spChg>
        <pc:spChg chg="add del">
          <ac:chgData name="Arseniy Buzyan (extern)" userId="S::arseniy.buzyan@edu.stockholm.se::f92a01cd-049f-4602-b292-09b82d2ea4e3" providerId="AD" clId="Web-{17846C07-07D7-7A9F-6366-1FBDC362574B}" dt="2026-03-09T11:58:08.747" v="902"/>
          <ac:spMkLst>
            <pc:docMk/>
            <pc:sldMk cId="2462116223" sldId="268"/>
            <ac:spMk id="10" creationId="{3B2E3793-BFE6-45A2-9B7B-E18844431C99}"/>
          </ac:spMkLst>
        </pc:spChg>
        <pc:spChg chg="add">
          <ac:chgData name="Arseniy Buzyan (extern)" userId="S::arseniy.buzyan@edu.stockholm.se::f92a01cd-049f-4602-b292-09b82d2ea4e3" providerId="AD" clId="Web-{17846C07-07D7-7A9F-6366-1FBDC362574B}" dt="2026-03-09T11:58:43.028" v="907"/>
          <ac:spMkLst>
            <pc:docMk/>
            <pc:sldMk cId="2462116223" sldId="268"/>
            <ac:spMk id="11" creationId="{53E5B1A8-3AC9-4BD1-9BBC-78CA94F2D1BA}"/>
          </ac:spMkLst>
        </pc:spChg>
        <pc:spChg chg="add del">
          <ac:chgData name="Arseniy Buzyan (extern)" userId="S::arseniy.buzyan@edu.stockholm.se::f92a01cd-049f-4602-b292-09b82d2ea4e3" providerId="AD" clId="Web-{17846C07-07D7-7A9F-6366-1FBDC362574B}" dt="2026-03-09T11:58:08.747" v="902"/>
          <ac:spMkLst>
            <pc:docMk/>
            <pc:sldMk cId="2462116223" sldId="268"/>
            <ac:spMk id="12" creationId="{BC4C4868-CB8F-4AF9-9CDB-8108F2C19B67}"/>
          </ac:spMkLst>
        </pc:spChg>
        <pc:spChg chg="add del">
          <ac:chgData name="Arseniy Buzyan (extern)" userId="S::arseniy.buzyan@edu.stockholm.se::f92a01cd-049f-4602-b292-09b82d2ea4e3" providerId="AD" clId="Web-{17846C07-07D7-7A9F-6366-1FBDC362574B}" dt="2026-03-09T11:58:08.747" v="902"/>
          <ac:spMkLst>
            <pc:docMk/>
            <pc:sldMk cId="2462116223" sldId="268"/>
            <ac:spMk id="14" creationId="{375E0459-6403-40CD-989D-56A4407CA12E}"/>
          </ac:spMkLst>
        </pc:spChg>
        <pc:spChg chg="add del">
          <ac:chgData name="Arseniy Buzyan (extern)" userId="S::arseniy.buzyan@edu.stockholm.se::f92a01cd-049f-4602-b292-09b82d2ea4e3" providerId="AD" clId="Web-{17846C07-07D7-7A9F-6366-1FBDC362574B}" dt="2026-03-09T11:58:08.747" v="902"/>
          <ac:spMkLst>
            <pc:docMk/>
            <pc:sldMk cId="2462116223" sldId="268"/>
            <ac:spMk id="16" creationId="{53E5B1A8-3AC9-4BD1-9BBC-78CA94F2D1BA}"/>
          </ac:spMkLst>
        </pc:spChg>
        <pc:spChg chg="add del">
          <ac:chgData name="Arseniy Buzyan (extern)" userId="S::arseniy.buzyan@edu.stockholm.se::f92a01cd-049f-4602-b292-09b82d2ea4e3" providerId="AD" clId="Web-{17846C07-07D7-7A9F-6366-1FBDC362574B}" dt="2026-03-09T11:58:21.012" v="904"/>
          <ac:spMkLst>
            <pc:docMk/>
            <pc:sldMk cId="2462116223" sldId="268"/>
            <ac:spMk id="18" creationId="{A09989E4-EFDC-4A90-A633-E0525FB4139E}"/>
          </ac:spMkLst>
        </pc:spChg>
        <pc:spChg chg="add del">
          <ac:chgData name="Arseniy Buzyan (extern)" userId="S::arseniy.buzyan@edu.stockholm.se::f92a01cd-049f-4602-b292-09b82d2ea4e3" providerId="AD" clId="Web-{17846C07-07D7-7A9F-6366-1FBDC362574B}" dt="2026-03-09T11:58:21.012" v="904"/>
          <ac:spMkLst>
            <pc:docMk/>
            <pc:sldMk cId="2462116223" sldId="268"/>
            <ac:spMk id="19" creationId="{DEE2AD96-B495-4E06-9291-B71706F728CB}"/>
          </ac:spMkLst>
        </pc:spChg>
        <pc:spChg chg="add del">
          <ac:chgData name="Arseniy Buzyan (extern)" userId="S::arseniy.buzyan@edu.stockholm.se::f92a01cd-049f-4602-b292-09b82d2ea4e3" providerId="AD" clId="Web-{17846C07-07D7-7A9F-6366-1FBDC362574B}" dt="2026-03-09T11:58:21.012" v="904"/>
          <ac:spMkLst>
            <pc:docMk/>
            <pc:sldMk cId="2462116223" sldId="268"/>
            <ac:spMk id="20" creationId="{53CF6D67-C5A8-4ADD-9E8E-1E38CA1D3166}"/>
          </ac:spMkLst>
        </pc:spChg>
        <pc:spChg chg="add del">
          <ac:chgData name="Arseniy Buzyan (extern)" userId="S::arseniy.buzyan@edu.stockholm.se::f92a01cd-049f-4602-b292-09b82d2ea4e3" providerId="AD" clId="Web-{17846C07-07D7-7A9F-6366-1FBDC362574B}" dt="2026-03-09T11:58:21.012" v="904"/>
          <ac:spMkLst>
            <pc:docMk/>
            <pc:sldMk cId="2462116223" sldId="268"/>
            <ac:spMk id="21" creationId="{86909FA0-B515-4681-B7A8-FA281D133B94}"/>
          </ac:spMkLst>
        </pc:spChg>
        <pc:spChg chg="add del">
          <ac:chgData name="Arseniy Buzyan (extern)" userId="S::arseniy.buzyan@edu.stockholm.se::f92a01cd-049f-4602-b292-09b82d2ea4e3" providerId="AD" clId="Web-{17846C07-07D7-7A9F-6366-1FBDC362574B}" dt="2026-03-09T11:58:21.012" v="904"/>
          <ac:spMkLst>
            <pc:docMk/>
            <pc:sldMk cId="2462116223" sldId="268"/>
            <ac:spMk id="22" creationId="{21C9FE86-FCC3-4A31-AA1C-C882262B7FE7}"/>
          </ac:spMkLst>
        </pc:spChg>
        <pc:spChg chg="add del">
          <ac:chgData name="Arseniy Buzyan (extern)" userId="S::arseniy.buzyan@edu.stockholm.se::f92a01cd-049f-4602-b292-09b82d2ea4e3" providerId="AD" clId="Web-{17846C07-07D7-7A9F-6366-1FBDC362574B}" dt="2026-03-09T11:58:21.012" v="904"/>
          <ac:spMkLst>
            <pc:docMk/>
            <pc:sldMk cId="2462116223" sldId="268"/>
            <ac:spMk id="23" creationId="{7D96243B-ECED-4B71-8E06-AE9A285EAD20}"/>
          </ac:spMkLst>
        </pc:spChg>
        <pc:spChg chg="add del">
          <ac:chgData name="Arseniy Buzyan (extern)" userId="S::arseniy.buzyan@edu.stockholm.se::f92a01cd-049f-4602-b292-09b82d2ea4e3" providerId="AD" clId="Web-{17846C07-07D7-7A9F-6366-1FBDC362574B}" dt="2026-03-09T11:58:31.934" v="906"/>
          <ac:spMkLst>
            <pc:docMk/>
            <pc:sldMk cId="2462116223" sldId="268"/>
            <ac:spMk id="25" creationId="{1B15ED52-F352-441B-82BF-E0EA34836D08}"/>
          </ac:spMkLst>
        </pc:spChg>
        <pc:spChg chg="add del">
          <ac:chgData name="Arseniy Buzyan (extern)" userId="S::arseniy.buzyan@edu.stockholm.se::f92a01cd-049f-4602-b292-09b82d2ea4e3" providerId="AD" clId="Web-{17846C07-07D7-7A9F-6366-1FBDC362574B}" dt="2026-03-09T11:58:31.934" v="906"/>
          <ac:spMkLst>
            <pc:docMk/>
            <pc:sldMk cId="2462116223" sldId="268"/>
            <ac:spMk id="26" creationId="{3B2E3793-BFE6-45A2-9B7B-E18844431C99}"/>
          </ac:spMkLst>
        </pc:spChg>
        <pc:spChg chg="add del">
          <ac:chgData name="Arseniy Buzyan (extern)" userId="S::arseniy.buzyan@edu.stockholm.se::f92a01cd-049f-4602-b292-09b82d2ea4e3" providerId="AD" clId="Web-{17846C07-07D7-7A9F-6366-1FBDC362574B}" dt="2026-03-09T11:58:31.934" v="906"/>
          <ac:spMkLst>
            <pc:docMk/>
            <pc:sldMk cId="2462116223" sldId="268"/>
            <ac:spMk id="27" creationId="{BC4C4868-CB8F-4AF9-9CDB-8108F2C19B67}"/>
          </ac:spMkLst>
        </pc:spChg>
        <pc:spChg chg="add del">
          <ac:chgData name="Arseniy Buzyan (extern)" userId="S::arseniy.buzyan@edu.stockholm.se::f92a01cd-049f-4602-b292-09b82d2ea4e3" providerId="AD" clId="Web-{17846C07-07D7-7A9F-6366-1FBDC362574B}" dt="2026-03-09T11:58:31.934" v="906"/>
          <ac:spMkLst>
            <pc:docMk/>
            <pc:sldMk cId="2462116223" sldId="268"/>
            <ac:spMk id="28" creationId="{375E0459-6403-40CD-989D-56A4407CA12E}"/>
          </ac:spMkLst>
        </pc:spChg>
        <pc:spChg chg="add del">
          <ac:chgData name="Arseniy Buzyan (extern)" userId="S::arseniy.buzyan@edu.stockholm.se::f92a01cd-049f-4602-b292-09b82d2ea4e3" providerId="AD" clId="Web-{17846C07-07D7-7A9F-6366-1FBDC362574B}" dt="2026-03-09T11:58:31.934" v="906"/>
          <ac:spMkLst>
            <pc:docMk/>
            <pc:sldMk cId="2462116223" sldId="268"/>
            <ac:spMk id="29" creationId="{53E5B1A8-3AC9-4BD1-9BBC-78CA94F2D1BA}"/>
          </ac:spMkLst>
        </pc:spChg>
      </pc:sldChg>
      <pc:sldChg chg="addSp delSp modSp new mod setBg">
        <pc:chgData name="Arseniy Buzyan (extern)" userId="S::arseniy.buzyan@edu.stockholm.se::f92a01cd-049f-4602-b292-09b82d2ea4e3" providerId="AD" clId="Web-{17846C07-07D7-7A9F-6366-1FBDC362574B}" dt="2026-03-09T12:03:36.872" v="952"/>
        <pc:sldMkLst>
          <pc:docMk/>
          <pc:sldMk cId="2457691212" sldId="269"/>
        </pc:sldMkLst>
        <pc:spChg chg="mod">
          <ac:chgData name="Arseniy Buzyan (extern)" userId="S::arseniy.buzyan@edu.stockholm.se::f92a01cd-049f-4602-b292-09b82d2ea4e3" providerId="AD" clId="Web-{17846C07-07D7-7A9F-6366-1FBDC362574B}" dt="2026-03-09T12:00:10.434" v="924"/>
          <ac:spMkLst>
            <pc:docMk/>
            <pc:sldMk cId="2457691212" sldId="269"/>
            <ac:spMk id="2" creationId="{F6FB185A-E059-1926-184C-FD6BA6ADBF6B}"/>
          </ac:spMkLst>
        </pc:spChg>
        <pc:spChg chg="del">
          <ac:chgData name="Arseniy Buzyan (extern)" userId="S::arseniy.buzyan@edu.stockholm.se::f92a01cd-049f-4602-b292-09b82d2ea4e3" providerId="AD" clId="Web-{17846C07-07D7-7A9F-6366-1FBDC362574B}" dt="2026-03-09T11:59:43.340" v="919"/>
          <ac:spMkLst>
            <pc:docMk/>
            <pc:sldMk cId="2457691212" sldId="269"/>
            <ac:spMk id="3" creationId="{4515A476-7AFC-A53C-EBF6-BED81DEB831F}"/>
          </ac:spMkLst>
        </pc:spChg>
        <pc:spChg chg="add del">
          <ac:chgData name="Arseniy Buzyan (extern)" userId="S::arseniy.buzyan@edu.stockholm.se::f92a01cd-049f-4602-b292-09b82d2ea4e3" providerId="AD" clId="Web-{17846C07-07D7-7A9F-6366-1FBDC362574B}" dt="2026-03-09T12:00:06.997" v="921"/>
          <ac:spMkLst>
            <pc:docMk/>
            <pc:sldMk cId="2457691212" sldId="269"/>
            <ac:spMk id="10" creationId="{A8384FB5-9ADC-4DDC-881B-597D56F5B15D}"/>
          </ac:spMkLst>
        </pc:spChg>
        <pc:spChg chg="add del">
          <ac:chgData name="Arseniy Buzyan (extern)" userId="S::arseniy.buzyan@edu.stockholm.se::f92a01cd-049f-4602-b292-09b82d2ea4e3" providerId="AD" clId="Web-{17846C07-07D7-7A9F-6366-1FBDC362574B}" dt="2026-03-09T12:00:06.997" v="921"/>
          <ac:spMkLst>
            <pc:docMk/>
            <pc:sldMk cId="2457691212" sldId="269"/>
            <ac:spMk id="12" creationId="{1199E1B1-A8C0-4FE8-A5A8-1CB41D69F857}"/>
          </ac:spMkLst>
        </pc:spChg>
        <pc:spChg chg="add del">
          <ac:chgData name="Arseniy Buzyan (extern)" userId="S::arseniy.buzyan@edu.stockholm.se::f92a01cd-049f-4602-b292-09b82d2ea4e3" providerId="AD" clId="Web-{17846C07-07D7-7A9F-6366-1FBDC362574B}" dt="2026-03-09T12:00:06.997" v="921"/>
          <ac:spMkLst>
            <pc:docMk/>
            <pc:sldMk cId="2457691212" sldId="269"/>
            <ac:spMk id="14" creationId="{84A8DE83-DE75-4B41-9DB4-A7EC0B0DEC0B}"/>
          </ac:spMkLst>
        </pc:spChg>
        <pc:spChg chg="add del">
          <ac:chgData name="Arseniy Buzyan (extern)" userId="S::arseniy.buzyan@edu.stockholm.se::f92a01cd-049f-4602-b292-09b82d2ea4e3" providerId="AD" clId="Web-{17846C07-07D7-7A9F-6366-1FBDC362574B}" dt="2026-03-09T12:00:06.997" v="921"/>
          <ac:spMkLst>
            <pc:docMk/>
            <pc:sldMk cId="2457691212" sldId="269"/>
            <ac:spMk id="16" creationId="{A7009A0A-BEF5-4EAC-AF15-E4F9F002E239}"/>
          </ac:spMkLst>
        </pc:spChg>
        <pc:spChg chg="add del">
          <ac:chgData name="Arseniy Buzyan (extern)" userId="S::arseniy.buzyan@edu.stockholm.se::f92a01cd-049f-4602-b292-09b82d2ea4e3" providerId="AD" clId="Web-{17846C07-07D7-7A9F-6366-1FBDC362574B}" dt="2026-03-09T12:00:10.434" v="923"/>
          <ac:spMkLst>
            <pc:docMk/>
            <pc:sldMk cId="2457691212" sldId="269"/>
            <ac:spMk id="18" creationId="{BACC6370-2D7E-4714-9D71-7542949D7D5D}"/>
          </ac:spMkLst>
        </pc:spChg>
        <pc:spChg chg="add del">
          <ac:chgData name="Arseniy Buzyan (extern)" userId="S::arseniy.buzyan@edu.stockholm.se::f92a01cd-049f-4602-b292-09b82d2ea4e3" providerId="AD" clId="Web-{17846C07-07D7-7A9F-6366-1FBDC362574B}" dt="2026-03-09T12:00:10.434" v="923"/>
          <ac:spMkLst>
            <pc:docMk/>
            <pc:sldMk cId="2457691212" sldId="269"/>
            <ac:spMk id="19" creationId="{F68B3F68-107C-434F-AA38-110D5EA91B85}"/>
          </ac:spMkLst>
        </pc:spChg>
        <pc:spChg chg="add del">
          <ac:chgData name="Arseniy Buzyan (extern)" userId="S::arseniy.buzyan@edu.stockholm.se::f92a01cd-049f-4602-b292-09b82d2ea4e3" providerId="AD" clId="Web-{17846C07-07D7-7A9F-6366-1FBDC362574B}" dt="2026-03-09T12:00:10.434" v="923"/>
          <ac:spMkLst>
            <pc:docMk/>
            <pc:sldMk cId="2457691212" sldId="269"/>
            <ac:spMk id="20" creationId="{AAD0DBB9-1A4B-4391-81D4-CB19F9AB918A}"/>
          </ac:spMkLst>
        </pc:spChg>
        <pc:spChg chg="add del">
          <ac:chgData name="Arseniy Buzyan (extern)" userId="S::arseniy.buzyan@edu.stockholm.se::f92a01cd-049f-4602-b292-09b82d2ea4e3" providerId="AD" clId="Web-{17846C07-07D7-7A9F-6366-1FBDC362574B}" dt="2026-03-09T12:00:10.434" v="923"/>
          <ac:spMkLst>
            <pc:docMk/>
            <pc:sldMk cId="2457691212" sldId="269"/>
            <ac:spMk id="21" creationId="{063BBA22-50EA-4C4D-BE05-F1CE4E63AA56}"/>
          </ac:spMkLst>
        </pc:spChg>
        <pc:spChg chg="add">
          <ac:chgData name="Arseniy Buzyan (extern)" userId="S::arseniy.buzyan@edu.stockholm.se::f92a01cd-049f-4602-b292-09b82d2ea4e3" providerId="AD" clId="Web-{17846C07-07D7-7A9F-6366-1FBDC362574B}" dt="2026-03-09T12:00:10.434" v="924"/>
          <ac:spMkLst>
            <pc:docMk/>
            <pc:sldMk cId="2457691212" sldId="269"/>
            <ac:spMk id="23" creationId="{A8384FB5-9ADC-4DDC-881B-597D56F5B15D}"/>
          </ac:spMkLst>
        </pc:spChg>
        <pc:spChg chg="add">
          <ac:chgData name="Arseniy Buzyan (extern)" userId="S::arseniy.buzyan@edu.stockholm.se::f92a01cd-049f-4602-b292-09b82d2ea4e3" providerId="AD" clId="Web-{17846C07-07D7-7A9F-6366-1FBDC362574B}" dt="2026-03-09T12:00:10.434" v="924"/>
          <ac:spMkLst>
            <pc:docMk/>
            <pc:sldMk cId="2457691212" sldId="269"/>
            <ac:spMk id="24" creationId="{1199E1B1-A8C0-4FE8-A5A8-1CB41D69F857}"/>
          </ac:spMkLst>
        </pc:spChg>
        <pc:spChg chg="add">
          <ac:chgData name="Arseniy Buzyan (extern)" userId="S::arseniy.buzyan@edu.stockholm.se::f92a01cd-049f-4602-b292-09b82d2ea4e3" providerId="AD" clId="Web-{17846C07-07D7-7A9F-6366-1FBDC362574B}" dt="2026-03-09T12:00:10.434" v="924"/>
          <ac:spMkLst>
            <pc:docMk/>
            <pc:sldMk cId="2457691212" sldId="269"/>
            <ac:spMk id="25" creationId="{84A8DE83-DE75-4B41-9DB4-A7EC0B0DEC0B}"/>
          </ac:spMkLst>
        </pc:spChg>
        <pc:spChg chg="add">
          <ac:chgData name="Arseniy Buzyan (extern)" userId="S::arseniy.buzyan@edu.stockholm.se::f92a01cd-049f-4602-b292-09b82d2ea4e3" providerId="AD" clId="Web-{17846C07-07D7-7A9F-6366-1FBDC362574B}" dt="2026-03-09T12:00:10.434" v="924"/>
          <ac:spMkLst>
            <pc:docMk/>
            <pc:sldMk cId="2457691212" sldId="269"/>
            <ac:spMk id="26" creationId="{A7009A0A-BEF5-4EAC-AF15-E4F9F002E239}"/>
          </ac:spMkLst>
        </pc:spChg>
        <pc:graphicFrameChg chg="add mod ord modGraphic">
          <ac:chgData name="Arseniy Buzyan (extern)" userId="S::arseniy.buzyan@edu.stockholm.se::f92a01cd-049f-4602-b292-09b82d2ea4e3" providerId="AD" clId="Web-{17846C07-07D7-7A9F-6366-1FBDC362574B}" dt="2026-03-09T12:03:36.872" v="952"/>
          <ac:graphicFrameMkLst>
            <pc:docMk/>
            <pc:sldMk cId="2457691212" sldId="269"/>
            <ac:graphicFrameMk id="5" creationId="{FB5B367D-B46B-7B82-6C6D-8B8FFDCE8285}"/>
          </ac:graphicFrameMkLst>
        </pc:graphicFrameChg>
      </pc:sldChg>
      <pc:sldChg chg="addSp delSp modSp new mod setBg">
        <pc:chgData name="Arseniy Buzyan (extern)" userId="S::arseniy.buzyan@edu.stockholm.se::f92a01cd-049f-4602-b292-09b82d2ea4e3" providerId="AD" clId="Web-{17846C07-07D7-7A9F-6366-1FBDC362574B}" dt="2026-03-09T12:04:29.247" v="965"/>
        <pc:sldMkLst>
          <pc:docMk/>
          <pc:sldMk cId="484186374" sldId="270"/>
        </pc:sldMkLst>
        <pc:spChg chg="mod">
          <ac:chgData name="Arseniy Buzyan (extern)" userId="S::arseniy.buzyan@edu.stockholm.se::f92a01cd-049f-4602-b292-09b82d2ea4e3" providerId="AD" clId="Web-{17846C07-07D7-7A9F-6366-1FBDC362574B}" dt="2026-03-09T12:04:08.559" v="955"/>
          <ac:spMkLst>
            <pc:docMk/>
            <pc:sldMk cId="484186374" sldId="270"/>
            <ac:spMk id="2" creationId="{E65AA6AE-F15A-D4A0-81FF-6DA89F170D21}"/>
          </ac:spMkLst>
        </pc:spChg>
        <pc:spChg chg="del">
          <ac:chgData name="Arseniy Buzyan (extern)" userId="S::arseniy.buzyan@edu.stockholm.se::f92a01cd-049f-4602-b292-09b82d2ea4e3" providerId="AD" clId="Web-{17846C07-07D7-7A9F-6366-1FBDC362574B}" dt="2026-03-09T12:03:54.247" v="954"/>
          <ac:spMkLst>
            <pc:docMk/>
            <pc:sldMk cId="484186374" sldId="270"/>
            <ac:spMk id="3" creationId="{72F720F2-7FEC-6828-B271-49E569702ADF}"/>
          </ac:spMkLst>
        </pc:spChg>
        <pc:spChg chg="add">
          <ac:chgData name="Arseniy Buzyan (extern)" userId="S::arseniy.buzyan@edu.stockholm.se::f92a01cd-049f-4602-b292-09b82d2ea4e3" providerId="AD" clId="Web-{17846C07-07D7-7A9F-6366-1FBDC362574B}" dt="2026-03-09T12:04:08.559" v="955"/>
          <ac:spMkLst>
            <pc:docMk/>
            <pc:sldMk cId="484186374" sldId="270"/>
            <ac:spMk id="10" creationId="{BACC6370-2D7E-4714-9D71-7542949D7D5D}"/>
          </ac:spMkLst>
        </pc:spChg>
        <pc:spChg chg="add">
          <ac:chgData name="Arseniy Buzyan (extern)" userId="S::arseniy.buzyan@edu.stockholm.se::f92a01cd-049f-4602-b292-09b82d2ea4e3" providerId="AD" clId="Web-{17846C07-07D7-7A9F-6366-1FBDC362574B}" dt="2026-03-09T12:04:08.559" v="955"/>
          <ac:spMkLst>
            <pc:docMk/>
            <pc:sldMk cId="484186374" sldId="270"/>
            <ac:spMk id="12" creationId="{F68B3F68-107C-434F-AA38-110D5EA91B85}"/>
          </ac:spMkLst>
        </pc:spChg>
        <pc:spChg chg="add">
          <ac:chgData name="Arseniy Buzyan (extern)" userId="S::arseniy.buzyan@edu.stockholm.se::f92a01cd-049f-4602-b292-09b82d2ea4e3" providerId="AD" clId="Web-{17846C07-07D7-7A9F-6366-1FBDC362574B}" dt="2026-03-09T12:04:08.559" v="955"/>
          <ac:spMkLst>
            <pc:docMk/>
            <pc:sldMk cId="484186374" sldId="270"/>
            <ac:spMk id="14" creationId="{AAD0DBB9-1A4B-4391-81D4-CB19F9AB918A}"/>
          </ac:spMkLst>
        </pc:spChg>
        <pc:spChg chg="add">
          <ac:chgData name="Arseniy Buzyan (extern)" userId="S::arseniy.buzyan@edu.stockholm.se::f92a01cd-049f-4602-b292-09b82d2ea4e3" providerId="AD" clId="Web-{17846C07-07D7-7A9F-6366-1FBDC362574B}" dt="2026-03-09T12:04:08.559" v="955"/>
          <ac:spMkLst>
            <pc:docMk/>
            <pc:sldMk cId="484186374" sldId="270"/>
            <ac:spMk id="16" creationId="{063BBA22-50EA-4C4D-BE05-F1CE4E63AA56}"/>
          </ac:spMkLst>
        </pc:spChg>
        <pc:graphicFrameChg chg="add mod ord modGraphic">
          <ac:chgData name="Arseniy Buzyan (extern)" userId="S::arseniy.buzyan@edu.stockholm.se::f92a01cd-049f-4602-b292-09b82d2ea4e3" providerId="AD" clId="Web-{17846C07-07D7-7A9F-6366-1FBDC362574B}" dt="2026-03-09T12:04:29.247" v="965"/>
          <ac:graphicFrameMkLst>
            <pc:docMk/>
            <pc:sldMk cId="484186374" sldId="270"/>
            <ac:graphicFrameMk id="5" creationId="{FACB9B96-9395-871E-42D0-50FFBBC41CD5}"/>
          </ac:graphicFrameMkLst>
        </pc:graphicFrameChg>
      </pc:sldChg>
      <pc:sldChg chg="addSp modSp new mod setBg">
        <pc:chgData name="Arseniy Buzyan (extern)" userId="S::arseniy.buzyan@edu.stockholm.se::f92a01cd-049f-4602-b292-09b82d2ea4e3" providerId="AD" clId="Web-{17846C07-07D7-7A9F-6366-1FBDC362574B}" dt="2026-03-09T12:06:05.888" v="969"/>
        <pc:sldMkLst>
          <pc:docMk/>
          <pc:sldMk cId="2302190178" sldId="271"/>
        </pc:sldMkLst>
        <pc:spChg chg="mod">
          <ac:chgData name="Arseniy Buzyan (extern)" userId="S::arseniy.buzyan@edu.stockholm.se::f92a01cd-049f-4602-b292-09b82d2ea4e3" providerId="AD" clId="Web-{17846C07-07D7-7A9F-6366-1FBDC362574B}" dt="2026-03-09T12:06:05.888" v="969"/>
          <ac:spMkLst>
            <pc:docMk/>
            <pc:sldMk cId="2302190178" sldId="271"/>
            <ac:spMk id="2" creationId="{A0E33992-D342-4734-3224-B8044E212E27}"/>
          </ac:spMkLst>
        </pc:spChg>
        <pc:spChg chg="mod">
          <ac:chgData name="Arseniy Buzyan (extern)" userId="S::arseniy.buzyan@edu.stockholm.se::f92a01cd-049f-4602-b292-09b82d2ea4e3" providerId="AD" clId="Web-{17846C07-07D7-7A9F-6366-1FBDC362574B}" dt="2026-03-09T12:06:05.888" v="969"/>
          <ac:spMkLst>
            <pc:docMk/>
            <pc:sldMk cId="2302190178" sldId="271"/>
            <ac:spMk id="3" creationId="{01E18B3D-2A9C-F79C-FC65-26768792FC7D}"/>
          </ac:spMkLst>
        </pc:spChg>
        <pc:spChg chg="add">
          <ac:chgData name="Arseniy Buzyan (extern)" userId="S::arseniy.buzyan@edu.stockholm.se::f92a01cd-049f-4602-b292-09b82d2ea4e3" providerId="AD" clId="Web-{17846C07-07D7-7A9F-6366-1FBDC362574B}" dt="2026-03-09T12:06:05.888" v="969"/>
          <ac:spMkLst>
            <pc:docMk/>
            <pc:sldMk cId="2302190178" sldId="271"/>
            <ac:spMk id="8" creationId="{DEE2AD96-B495-4E06-9291-B71706F728CB}"/>
          </ac:spMkLst>
        </pc:spChg>
        <pc:spChg chg="add">
          <ac:chgData name="Arseniy Buzyan (extern)" userId="S::arseniy.buzyan@edu.stockholm.se::f92a01cd-049f-4602-b292-09b82d2ea4e3" providerId="AD" clId="Web-{17846C07-07D7-7A9F-6366-1FBDC362574B}" dt="2026-03-09T12:06:05.888" v="969"/>
          <ac:spMkLst>
            <pc:docMk/>
            <pc:sldMk cId="2302190178" sldId="271"/>
            <ac:spMk id="10" creationId="{53CF6D67-C5A8-4ADD-9E8E-1E38CA1D3166}"/>
          </ac:spMkLst>
        </pc:spChg>
        <pc:spChg chg="add">
          <ac:chgData name="Arseniy Buzyan (extern)" userId="S::arseniy.buzyan@edu.stockholm.se::f92a01cd-049f-4602-b292-09b82d2ea4e3" providerId="AD" clId="Web-{17846C07-07D7-7A9F-6366-1FBDC362574B}" dt="2026-03-09T12:06:05.888" v="969"/>
          <ac:spMkLst>
            <pc:docMk/>
            <pc:sldMk cId="2302190178" sldId="271"/>
            <ac:spMk id="12" creationId="{86909FA0-B515-4681-B7A8-FA281D133B94}"/>
          </ac:spMkLst>
        </pc:spChg>
        <pc:spChg chg="add">
          <ac:chgData name="Arseniy Buzyan (extern)" userId="S::arseniy.buzyan@edu.stockholm.se::f92a01cd-049f-4602-b292-09b82d2ea4e3" providerId="AD" clId="Web-{17846C07-07D7-7A9F-6366-1FBDC362574B}" dt="2026-03-09T12:06:05.888" v="969"/>
          <ac:spMkLst>
            <pc:docMk/>
            <pc:sldMk cId="2302190178" sldId="271"/>
            <ac:spMk id="14" creationId="{21C9FE86-FCC3-4A31-AA1C-C882262B7FE7}"/>
          </ac:spMkLst>
        </pc:spChg>
        <pc:spChg chg="add">
          <ac:chgData name="Arseniy Buzyan (extern)" userId="S::arseniy.buzyan@edu.stockholm.se::f92a01cd-049f-4602-b292-09b82d2ea4e3" providerId="AD" clId="Web-{17846C07-07D7-7A9F-6366-1FBDC362574B}" dt="2026-03-09T12:06:05.888" v="969"/>
          <ac:spMkLst>
            <pc:docMk/>
            <pc:sldMk cId="2302190178" sldId="271"/>
            <ac:spMk id="16" creationId="{7D96243B-ECED-4B71-8E06-AE9A285EAD20}"/>
          </ac:spMkLst>
        </pc:spChg>
        <pc:spChg chg="add">
          <ac:chgData name="Arseniy Buzyan (extern)" userId="S::arseniy.buzyan@edu.stockholm.se::f92a01cd-049f-4602-b292-09b82d2ea4e3" providerId="AD" clId="Web-{17846C07-07D7-7A9F-6366-1FBDC362574B}" dt="2026-03-09T12:06:05.888" v="969"/>
          <ac:spMkLst>
            <pc:docMk/>
            <pc:sldMk cId="2302190178" sldId="271"/>
            <ac:spMk id="18" creationId="{A09989E4-EFDC-4A90-A633-E0525FB4139E}"/>
          </ac:spMkLst>
        </pc:spChg>
      </pc:sldChg>
      <pc:sldChg chg="addSp delSp modSp new mod setBg">
        <pc:chgData name="Arseniy Buzyan (extern)" userId="S::arseniy.buzyan@edu.stockholm.se::f92a01cd-049f-4602-b292-09b82d2ea4e3" providerId="AD" clId="Web-{17846C07-07D7-7A9F-6366-1FBDC362574B}" dt="2026-03-09T12:09:42.325" v="1180"/>
        <pc:sldMkLst>
          <pc:docMk/>
          <pc:sldMk cId="1360698631" sldId="272"/>
        </pc:sldMkLst>
        <pc:spChg chg="mod">
          <ac:chgData name="Arseniy Buzyan (extern)" userId="S::arseniy.buzyan@edu.stockholm.se::f92a01cd-049f-4602-b292-09b82d2ea4e3" providerId="AD" clId="Web-{17846C07-07D7-7A9F-6366-1FBDC362574B}" dt="2026-03-09T12:08:45.622" v="1104"/>
          <ac:spMkLst>
            <pc:docMk/>
            <pc:sldMk cId="1360698631" sldId="272"/>
            <ac:spMk id="2" creationId="{B61C167C-05B7-8E34-C02A-535B5A67B80D}"/>
          </ac:spMkLst>
        </pc:spChg>
        <pc:spChg chg="del">
          <ac:chgData name="Arseniy Buzyan (extern)" userId="S::arseniy.buzyan@edu.stockholm.se::f92a01cd-049f-4602-b292-09b82d2ea4e3" providerId="AD" clId="Web-{17846C07-07D7-7A9F-6366-1FBDC362574B}" dt="2026-03-09T12:06:34.700" v="975"/>
          <ac:spMkLst>
            <pc:docMk/>
            <pc:sldMk cId="1360698631" sldId="272"/>
            <ac:spMk id="3" creationId="{B3C89597-9E7F-DDED-0582-46F1C10F3F2C}"/>
          </ac:spMkLst>
        </pc:spChg>
        <pc:spChg chg="add">
          <ac:chgData name="Arseniy Buzyan (extern)" userId="S::arseniy.buzyan@edu.stockholm.se::f92a01cd-049f-4602-b292-09b82d2ea4e3" providerId="AD" clId="Web-{17846C07-07D7-7A9F-6366-1FBDC362574B}" dt="2026-03-09T12:08:45.622" v="1104"/>
          <ac:spMkLst>
            <pc:docMk/>
            <pc:sldMk cId="1360698631" sldId="272"/>
            <ac:spMk id="10" creationId="{A8384FB5-9ADC-4DDC-881B-597D56F5B15D}"/>
          </ac:spMkLst>
        </pc:spChg>
        <pc:spChg chg="add">
          <ac:chgData name="Arseniy Buzyan (extern)" userId="S::arseniy.buzyan@edu.stockholm.se::f92a01cd-049f-4602-b292-09b82d2ea4e3" providerId="AD" clId="Web-{17846C07-07D7-7A9F-6366-1FBDC362574B}" dt="2026-03-09T12:08:45.622" v="1104"/>
          <ac:spMkLst>
            <pc:docMk/>
            <pc:sldMk cId="1360698631" sldId="272"/>
            <ac:spMk id="12" creationId="{1199E1B1-A8C0-4FE8-A5A8-1CB41D69F857}"/>
          </ac:spMkLst>
        </pc:spChg>
        <pc:spChg chg="add">
          <ac:chgData name="Arseniy Buzyan (extern)" userId="S::arseniy.buzyan@edu.stockholm.se::f92a01cd-049f-4602-b292-09b82d2ea4e3" providerId="AD" clId="Web-{17846C07-07D7-7A9F-6366-1FBDC362574B}" dt="2026-03-09T12:08:45.622" v="1104"/>
          <ac:spMkLst>
            <pc:docMk/>
            <pc:sldMk cId="1360698631" sldId="272"/>
            <ac:spMk id="14" creationId="{84A8DE83-DE75-4B41-9DB4-A7EC0B0DEC0B}"/>
          </ac:spMkLst>
        </pc:spChg>
        <pc:spChg chg="add">
          <ac:chgData name="Arseniy Buzyan (extern)" userId="S::arseniy.buzyan@edu.stockholm.se::f92a01cd-049f-4602-b292-09b82d2ea4e3" providerId="AD" clId="Web-{17846C07-07D7-7A9F-6366-1FBDC362574B}" dt="2026-03-09T12:08:45.622" v="1104"/>
          <ac:spMkLst>
            <pc:docMk/>
            <pc:sldMk cId="1360698631" sldId="272"/>
            <ac:spMk id="16" creationId="{A7009A0A-BEF5-4EAC-AF15-E4F9F002E239}"/>
          </ac:spMkLst>
        </pc:spChg>
        <pc:graphicFrameChg chg="add mod ord modGraphic">
          <ac:chgData name="Arseniy Buzyan (extern)" userId="S::arseniy.buzyan@edu.stockholm.se::f92a01cd-049f-4602-b292-09b82d2ea4e3" providerId="AD" clId="Web-{17846C07-07D7-7A9F-6366-1FBDC362574B}" dt="2026-03-09T12:09:42.325" v="1180"/>
          <ac:graphicFrameMkLst>
            <pc:docMk/>
            <pc:sldMk cId="1360698631" sldId="272"/>
            <ac:graphicFrameMk id="5" creationId="{464D68D8-676E-19FE-4D7B-5E824C4DB3BB}"/>
          </ac:graphicFrameMkLst>
        </pc:graphicFrameChg>
      </pc:sldChg>
      <pc:sldChg chg="addSp delSp modSp new mod setBg">
        <pc:chgData name="Arseniy Buzyan (extern)" userId="S::arseniy.buzyan@edu.stockholm.se::f92a01cd-049f-4602-b292-09b82d2ea4e3" providerId="AD" clId="Web-{17846C07-07D7-7A9F-6366-1FBDC362574B}" dt="2026-03-09T12:11:51.279" v="1261"/>
        <pc:sldMkLst>
          <pc:docMk/>
          <pc:sldMk cId="4230064592" sldId="273"/>
        </pc:sldMkLst>
        <pc:spChg chg="mod">
          <ac:chgData name="Arseniy Buzyan (extern)" userId="S::arseniy.buzyan@edu.stockholm.se::f92a01cd-049f-4602-b292-09b82d2ea4e3" providerId="AD" clId="Web-{17846C07-07D7-7A9F-6366-1FBDC362574B}" dt="2026-03-09T12:11:14.263" v="1190"/>
          <ac:spMkLst>
            <pc:docMk/>
            <pc:sldMk cId="4230064592" sldId="273"/>
            <ac:spMk id="2" creationId="{56538A03-B7D3-1767-0F3C-99A71625B239}"/>
          </ac:spMkLst>
        </pc:spChg>
        <pc:spChg chg="del">
          <ac:chgData name="Arseniy Buzyan (extern)" userId="S::arseniy.buzyan@edu.stockholm.se::f92a01cd-049f-4602-b292-09b82d2ea4e3" providerId="AD" clId="Web-{17846C07-07D7-7A9F-6366-1FBDC362574B}" dt="2026-03-09T12:10:55.044" v="1183"/>
          <ac:spMkLst>
            <pc:docMk/>
            <pc:sldMk cId="4230064592" sldId="273"/>
            <ac:spMk id="3" creationId="{2E0F1AD2-EB35-8D7C-201C-FBF0744D781E}"/>
          </ac:spMkLst>
        </pc:spChg>
        <pc:spChg chg="add del">
          <ac:chgData name="Arseniy Buzyan (extern)" userId="S::arseniy.buzyan@edu.stockholm.se::f92a01cd-049f-4602-b292-09b82d2ea4e3" providerId="AD" clId="Web-{17846C07-07D7-7A9F-6366-1FBDC362574B}" dt="2026-03-09T12:11:02.513" v="1185"/>
          <ac:spMkLst>
            <pc:docMk/>
            <pc:sldMk cId="4230064592" sldId="273"/>
            <ac:spMk id="10" creationId="{A8384FB5-9ADC-4DDC-881B-597D56F5B15D}"/>
          </ac:spMkLst>
        </pc:spChg>
        <pc:spChg chg="add del">
          <ac:chgData name="Arseniy Buzyan (extern)" userId="S::arseniy.buzyan@edu.stockholm.se::f92a01cd-049f-4602-b292-09b82d2ea4e3" providerId="AD" clId="Web-{17846C07-07D7-7A9F-6366-1FBDC362574B}" dt="2026-03-09T12:11:02.513" v="1185"/>
          <ac:spMkLst>
            <pc:docMk/>
            <pc:sldMk cId="4230064592" sldId="273"/>
            <ac:spMk id="12" creationId="{1199E1B1-A8C0-4FE8-A5A8-1CB41D69F857}"/>
          </ac:spMkLst>
        </pc:spChg>
        <pc:spChg chg="add del">
          <ac:chgData name="Arseniy Buzyan (extern)" userId="S::arseniy.buzyan@edu.stockholm.se::f92a01cd-049f-4602-b292-09b82d2ea4e3" providerId="AD" clId="Web-{17846C07-07D7-7A9F-6366-1FBDC362574B}" dt="2026-03-09T12:11:02.513" v="1185"/>
          <ac:spMkLst>
            <pc:docMk/>
            <pc:sldMk cId="4230064592" sldId="273"/>
            <ac:spMk id="14" creationId="{84A8DE83-DE75-4B41-9DB4-A7EC0B0DEC0B}"/>
          </ac:spMkLst>
        </pc:spChg>
        <pc:spChg chg="add del">
          <ac:chgData name="Arseniy Buzyan (extern)" userId="S::arseniy.buzyan@edu.stockholm.se::f92a01cd-049f-4602-b292-09b82d2ea4e3" providerId="AD" clId="Web-{17846C07-07D7-7A9F-6366-1FBDC362574B}" dt="2026-03-09T12:11:02.513" v="1185"/>
          <ac:spMkLst>
            <pc:docMk/>
            <pc:sldMk cId="4230064592" sldId="273"/>
            <ac:spMk id="16" creationId="{A7009A0A-BEF5-4EAC-AF15-E4F9F002E239}"/>
          </ac:spMkLst>
        </pc:spChg>
        <pc:spChg chg="add del">
          <ac:chgData name="Arseniy Buzyan (extern)" userId="S::arseniy.buzyan@edu.stockholm.se::f92a01cd-049f-4602-b292-09b82d2ea4e3" providerId="AD" clId="Web-{17846C07-07D7-7A9F-6366-1FBDC362574B}" dt="2026-03-09T12:11:07.497" v="1187"/>
          <ac:spMkLst>
            <pc:docMk/>
            <pc:sldMk cId="4230064592" sldId="273"/>
            <ac:spMk id="18" creationId="{BACC6370-2D7E-4714-9D71-7542949D7D5D}"/>
          </ac:spMkLst>
        </pc:spChg>
        <pc:spChg chg="add del">
          <ac:chgData name="Arseniy Buzyan (extern)" userId="S::arseniy.buzyan@edu.stockholm.se::f92a01cd-049f-4602-b292-09b82d2ea4e3" providerId="AD" clId="Web-{17846C07-07D7-7A9F-6366-1FBDC362574B}" dt="2026-03-09T12:11:07.497" v="1187"/>
          <ac:spMkLst>
            <pc:docMk/>
            <pc:sldMk cId="4230064592" sldId="273"/>
            <ac:spMk id="19" creationId="{F68B3F68-107C-434F-AA38-110D5EA91B85}"/>
          </ac:spMkLst>
        </pc:spChg>
        <pc:spChg chg="add del">
          <ac:chgData name="Arseniy Buzyan (extern)" userId="S::arseniy.buzyan@edu.stockholm.se::f92a01cd-049f-4602-b292-09b82d2ea4e3" providerId="AD" clId="Web-{17846C07-07D7-7A9F-6366-1FBDC362574B}" dt="2026-03-09T12:11:07.497" v="1187"/>
          <ac:spMkLst>
            <pc:docMk/>
            <pc:sldMk cId="4230064592" sldId="273"/>
            <ac:spMk id="20" creationId="{AAD0DBB9-1A4B-4391-81D4-CB19F9AB918A}"/>
          </ac:spMkLst>
        </pc:spChg>
        <pc:spChg chg="add del">
          <ac:chgData name="Arseniy Buzyan (extern)" userId="S::arseniy.buzyan@edu.stockholm.se::f92a01cd-049f-4602-b292-09b82d2ea4e3" providerId="AD" clId="Web-{17846C07-07D7-7A9F-6366-1FBDC362574B}" dt="2026-03-09T12:11:07.497" v="1187"/>
          <ac:spMkLst>
            <pc:docMk/>
            <pc:sldMk cId="4230064592" sldId="273"/>
            <ac:spMk id="21" creationId="{063BBA22-50EA-4C4D-BE05-F1CE4E63AA56}"/>
          </ac:spMkLst>
        </pc:spChg>
        <pc:spChg chg="add del">
          <ac:chgData name="Arseniy Buzyan (extern)" userId="S::arseniy.buzyan@edu.stockholm.se::f92a01cd-049f-4602-b292-09b82d2ea4e3" providerId="AD" clId="Web-{17846C07-07D7-7A9F-6366-1FBDC362574B}" dt="2026-03-09T12:11:14.247" v="1189"/>
          <ac:spMkLst>
            <pc:docMk/>
            <pc:sldMk cId="4230064592" sldId="273"/>
            <ac:spMk id="23" creationId="{A8384FB5-9ADC-4DDC-881B-597D56F5B15D}"/>
          </ac:spMkLst>
        </pc:spChg>
        <pc:spChg chg="add del">
          <ac:chgData name="Arseniy Buzyan (extern)" userId="S::arseniy.buzyan@edu.stockholm.se::f92a01cd-049f-4602-b292-09b82d2ea4e3" providerId="AD" clId="Web-{17846C07-07D7-7A9F-6366-1FBDC362574B}" dt="2026-03-09T12:11:14.247" v="1189"/>
          <ac:spMkLst>
            <pc:docMk/>
            <pc:sldMk cId="4230064592" sldId="273"/>
            <ac:spMk id="24" creationId="{1199E1B1-A8C0-4FE8-A5A8-1CB41D69F857}"/>
          </ac:spMkLst>
        </pc:spChg>
        <pc:spChg chg="add del">
          <ac:chgData name="Arseniy Buzyan (extern)" userId="S::arseniy.buzyan@edu.stockholm.se::f92a01cd-049f-4602-b292-09b82d2ea4e3" providerId="AD" clId="Web-{17846C07-07D7-7A9F-6366-1FBDC362574B}" dt="2026-03-09T12:11:14.247" v="1189"/>
          <ac:spMkLst>
            <pc:docMk/>
            <pc:sldMk cId="4230064592" sldId="273"/>
            <ac:spMk id="25" creationId="{84A8DE83-DE75-4B41-9DB4-A7EC0B0DEC0B}"/>
          </ac:spMkLst>
        </pc:spChg>
        <pc:spChg chg="add del">
          <ac:chgData name="Arseniy Buzyan (extern)" userId="S::arseniy.buzyan@edu.stockholm.se::f92a01cd-049f-4602-b292-09b82d2ea4e3" providerId="AD" clId="Web-{17846C07-07D7-7A9F-6366-1FBDC362574B}" dt="2026-03-09T12:11:14.247" v="1189"/>
          <ac:spMkLst>
            <pc:docMk/>
            <pc:sldMk cId="4230064592" sldId="273"/>
            <ac:spMk id="26" creationId="{A7009A0A-BEF5-4EAC-AF15-E4F9F002E239}"/>
          </ac:spMkLst>
        </pc:spChg>
        <pc:spChg chg="add">
          <ac:chgData name="Arseniy Buzyan (extern)" userId="S::arseniy.buzyan@edu.stockholm.se::f92a01cd-049f-4602-b292-09b82d2ea4e3" providerId="AD" clId="Web-{17846C07-07D7-7A9F-6366-1FBDC362574B}" dt="2026-03-09T12:11:14.263" v="1190"/>
          <ac:spMkLst>
            <pc:docMk/>
            <pc:sldMk cId="4230064592" sldId="273"/>
            <ac:spMk id="28" creationId="{BACC6370-2D7E-4714-9D71-7542949D7D5D}"/>
          </ac:spMkLst>
        </pc:spChg>
        <pc:spChg chg="add">
          <ac:chgData name="Arseniy Buzyan (extern)" userId="S::arseniy.buzyan@edu.stockholm.se::f92a01cd-049f-4602-b292-09b82d2ea4e3" providerId="AD" clId="Web-{17846C07-07D7-7A9F-6366-1FBDC362574B}" dt="2026-03-09T12:11:14.263" v="1190"/>
          <ac:spMkLst>
            <pc:docMk/>
            <pc:sldMk cId="4230064592" sldId="273"/>
            <ac:spMk id="29" creationId="{F68B3F68-107C-434F-AA38-110D5EA91B85}"/>
          </ac:spMkLst>
        </pc:spChg>
        <pc:spChg chg="add">
          <ac:chgData name="Arseniy Buzyan (extern)" userId="S::arseniy.buzyan@edu.stockholm.se::f92a01cd-049f-4602-b292-09b82d2ea4e3" providerId="AD" clId="Web-{17846C07-07D7-7A9F-6366-1FBDC362574B}" dt="2026-03-09T12:11:14.263" v="1190"/>
          <ac:spMkLst>
            <pc:docMk/>
            <pc:sldMk cId="4230064592" sldId="273"/>
            <ac:spMk id="30" creationId="{AAD0DBB9-1A4B-4391-81D4-CB19F9AB918A}"/>
          </ac:spMkLst>
        </pc:spChg>
        <pc:spChg chg="add">
          <ac:chgData name="Arseniy Buzyan (extern)" userId="S::arseniy.buzyan@edu.stockholm.se::f92a01cd-049f-4602-b292-09b82d2ea4e3" providerId="AD" clId="Web-{17846C07-07D7-7A9F-6366-1FBDC362574B}" dt="2026-03-09T12:11:14.263" v="1190"/>
          <ac:spMkLst>
            <pc:docMk/>
            <pc:sldMk cId="4230064592" sldId="273"/>
            <ac:spMk id="31" creationId="{063BBA22-50EA-4C4D-BE05-F1CE4E63AA56}"/>
          </ac:spMkLst>
        </pc:spChg>
        <pc:graphicFrameChg chg="add mod ord modGraphic">
          <ac:chgData name="Arseniy Buzyan (extern)" userId="S::arseniy.buzyan@edu.stockholm.se::f92a01cd-049f-4602-b292-09b82d2ea4e3" providerId="AD" clId="Web-{17846C07-07D7-7A9F-6366-1FBDC362574B}" dt="2026-03-09T12:11:51.279" v="1261"/>
          <ac:graphicFrameMkLst>
            <pc:docMk/>
            <pc:sldMk cId="4230064592" sldId="273"/>
            <ac:graphicFrameMk id="5" creationId="{CE926629-8778-13A4-BEC1-EFA7B1DC1B66}"/>
          </ac:graphicFrameMkLst>
        </pc:graphicFrameChg>
      </pc:sldChg>
      <pc:sldChg chg="addSp delSp modSp new mod setBg">
        <pc:chgData name="Arseniy Buzyan (extern)" userId="S::arseniy.buzyan@edu.stockholm.se::f92a01cd-049f-4602-b292-09b82d2ea4e3" providerId="AD" clId="Web-{17846C07-07D7-7A9F-6366-1FBDC362574B}" dt="2026-03-09T12:13:21.013" v="1365"/>
        <pc:sldMkLst>
          <pc:docMk/>
          <pc:sldMk cId="1614782199" sldId="274"/>
        </pc:sldMkLst>
        <pc:spChg chg="mod">
          <ac:chgData name="Arseniy Buzyan (extern)" userId="S::arseniy.buzyan@edu.stockholm.se::f92a01cd-049f-4602-b292-09b82d2ea4e3" providerId="AD" clId="Web-{17846C07-07D7-7A9F-6366-1FBDC362574B}" dt="2026-03-09T12:12:57.966" v="1269"/>
          <ac:spMkLst>
            <pc:docMk/>
            <pc:sldMk cId="1614782199" sldId="274"/>
            <ac:spMk id="2" creationId="{663D8592-ECA9-6D6A-C177-2E83383AEB13}"/>
          </ac:spMkLst>
        </pc:spChg>
        <pc:spChg chg="del">
          <ac:chgData name="Arseniy Buzyan (extern)" userId="S::arseniy.buzyan@edu.stockholm.se::f92a01cd-049f-4602-b292-09b82d2ea4e3" providerId="AD" clId="Web-{17846C07-07D7-7A9F-6366-1FBDC362574B}" dt="2026-03-09T12:12:46.216" v="1264"/>
          <ac:spMkLst>
            <pc:docMk/>
            <pc:sldMk cId="1614782199" sldId="274"/>
            <ac:spMk id="3" creationId="{3788CC7F-ED81-5D1B-645A-74FAB91CAB37}"/>
          </ac:spMkLst>
        </pc:spChg>
        <pc:spChg chg="add del">
          <ac:chgData name="Arseniy Buzyan (extern)" userId="S::arseniy.buzyan@edu.stockholm.se::f92a01cd-049f-4602-b292-09b82d2ea4e3" providerId="AD" clId="Web-{17846C07-07D7-7A9F-6366-1FBDC362574B}" dt="2026-03-09T12:12:55.591" v="1266"/>
          <ac:spMkLst>
            <pc:docMk/>
            <pc:sldMk cId="1614782199" sldId="274"/>
            <ac:spMk id="10" creationId="{BACC6370-2D7E-4714-9D71-7542949D7D5D}"/>
          </ac:spMkLst>
        </pc:spChg>
        <pc:spChg chg="add del">
          <ac:chgData name="Arseniy Buzyan (extern)" userId="S::arseniy.buzyan@edu.stockholm.se::f92a01cd-049f-4602-b292-09b82d2ea4e3" providerId="AD" clId="Web-{17846C07-07D7-7A9F-6366-1FBDC362574B}" dt="2026-03-09T12:12:55.591" v="1266"/>
          <ac:spMkLst>
            <pc:docMk/>
            <pc:sldMk cId="1614782199" sldId="274"/>
            <ac:spMk id="12" creationId="{F68B3F68-107C-434F-AA38-110D5EA91B85}"/>
          </ac:spMkLst>
        </pc:spChg>
        <pc:spChg chg="add del">
          <ac:chgData name="Arseniy Buzyan (extern)" userId="S::arseniy.buzyan@edu.stockholm.se::f92a01cd-049f-4602-b292-09b82d2ea4e3" providerId="AD" clId="Web-{17846C07-07D7-7A9F-6366-1FBDC362574B}" dt="2026-03-09T12:12:55.591" v="1266"/>
          <ac:spMkLst>
            <pc:docMk/>
            <pc:sldMk cId="1614782199" sldId="274"/>
            <ac:spMk id="14" creationId="{AAD0DBB9-1A4B-4391-81D4-CB19F9AB918A}"/>
          </ac:spMkLst>
        </pc:spChg>
        <pc:spChg chg="add del">
          <ac:chgData name="Arseniy Buzyan (extern)" userId="S::arseniy.buzyan@edu.stockholm.se::f92a01cd-049f-4602-b292-09b82d2ea4e3" providerId="AD" clId="Web-{17846C07-07D7-7A9F-6366-1FBDC362574B}" dt="2026-03-09T12:12:55.591" v="1266"/>
          <ac:spMkLst>
            <pc:docMk/>
            <pc:sldMk cId="1614782199" sldId="274"/>
            <ac:spMk id="16" creationId="{063BBA22-50EA-4C4D-BE05-F1CE4E63AA56}"/>
          </ac:spMkLst>
        </pc:spChg>
        <pc:spChg chg="add del">
          <ac:chgData name="Arseniy Buzyan (extern)" userId="S::arseniy.buzyan@edu.stockholm.se::f92a01cd-049f-4602-b292-09b82d2ea4e3" providerId="AD" clId="Web-{17846C07-07D7-7A9F-6366-1FBDC362574B}" dt="2026-03-09T12:12:57.966" v="1268"/>
          <ac:spMkLst>
            <pc:docMk/>
            <pc:sldMk cId="1614782199" sldId="274"/>
            <ac:spMk id="18" creationId="{BACC6370-2D7E-4714-9D71-7542949D7D5D}"/>
          </ac:spMkLst>
        </pc:spChg>
        <pc:spChg chg="add del">
          <ac:chgData name="Arseniy Buzyan (extern)" userId="S::arseniy.buzyan@edu.stockholm.se::f92a01cd-049f-4602-b292-09b82d2ea4e3" providerId="AD" clId="Web-{17846C07-07D7-7A9F-6366-1FBDC362574B}" dt="2026-03-09T12:12:57.966" v="1268"/>
          <ac:spMkLst>
            <pc:docMk/>
            <pc:sldMk cId="1614782199" sldId="274"/>
            <ac:spMk id="19" creationId="{F68B3F68-107C-434F-AA38-110D5EA91B85}"/>
          </ac:spMkLst>
        </pc:spChg>
        <pc:spChg chg="add del">
          <ac:chgData name="Arseniy Buzyan (extern)" userId="S::arseniy.buzyan@edu.stockholm.se::f92a01cd-049f-4602-b292-09b82d2ea4e3" providerId="AD" clId="Web-{17846C07-07D7-7A9F-6366-1FBDC362574B}" dt="2026-03-09T12:12:57.966" v="1268"/>
          <ac:spMkLst>
            <pc:docMk/>
            <pc:sldMk cId="1614782199" sldId="274"/>
            <ac:spMk id="20" creationId="{AAD0DBB9-1A4B-4391-81D4-CB19F9AB918A}"/>
          </ac:spMkLst>
        </pc:spChg>
        <pc:spChg chg="add del">
          <ac:chgData name="Arseniy Buzyan (extern)" userId="S::arseniy.buzyan@edu.stockholm.se::f92a01cd-049f-4602-b292-09b82d2ea4e3" providerId="AD" clId="Web-{17846C07-07D7-7A9F-6366-1FBDC362574B}" dt="2026-03-09T12:12:57.966" v="1268"/>
          <ac:spMkLst>
            <pc:docMk/>
            <pc:sldMk cId="1614782199" sldId="274"/>
            <ac:spMk id="21" creationId="{063BBA22-50EA-4C4D-BE05-F1CE4E63AA56}"/>
          </ac:spMkLst>
        </pc:spChg>
        <pc:spChg chg="add">
          <ac:chgData name="Arseniy Buzyan (extern)" userId="S::arseniy.buzyan@edu.stockholm.se::f92a01cd-049f-4602-b292-09b82d2ea4e3" providerId="AD" clId="Web-{17846C07-07D7-7A9F-6366-1FBDC362574B}" dt="2026-03-09T12:12:57.966" v="1269"/>
          <ac:spMkLst>
            <pc:docMk/>
            <pc:sldMk cId="1614782199" sldId="274"/>
            <ac:spMk id="23" creationId="{BACC6370-2D7E-4714-9D71-7542949D7D5D}"/>
          </ac:spMkLst>
        </pc:spChg>
        <pc:spChg chg="add">
          <ac:chgData name="Arseniy Buzyan (extern)" userId="S::arseniy.buzyan@edu.stockholm.se::f92a01cd-049f-4602-b292-09b82d2ea4e3" providerId="AD" clId="Web-{17846C07-07D7-7A9F-6366-1FBDC362574B}" dt="2026-03-09T12:12:57.966" v="1269"/>
          <ac:spMkLst>
            <pc:docMk/>
            <pc:sldMk cId="1614782199" sldId="274"/>
            <ac:spMk id="24" creationId="{F68B3F68-107C-434F-AA38-110D5EA91B85}"/>
          </ac:spMkLst>
        </pc:spChg>
        <pc:spChg chg="add">
          <ac:chgData name="Arseniy Buzyan (extern)" userId="S::arseniy.buzyan@edu.stockholm.se::f92a01cd-049f-4602-b292-09b82d2ea4e3" providerId="AD" clId="Web-{17846C07-07D7-7A9F-6366-1FBDC362574B}" dt="2026-03-09T12:12:57.966" v="1269"/>
          <ac:spMkLst>
            <pc:docMk/>
            <pc:sldMk cId="1614782199" sldId="274"/>
            <ac:spMk id="25" creationId="{AAD0DBB9-1A4B-4391-81D4-CB19F9AB918A}"/>
          </ac:spMkLst>
        </pc:spChg>
        <pc:spChg chg="add">
          <ac:chgData name="Arseniy Buzyan (extern)" userId="S::arseniy.buzyan@edu.stockholm.se::f92a01cd-049f-4602-b292-09b82d2ea4e3" providerId="AD" clId="Web-{17846C07-07D7-7A9F-6366-1FBDC362574B}" dt="2026-03-09T12:12:57.966" v="1269"/>
          <ac:spMkLst>
            <pc:docMk/>
            <pc:sldMk cId="1614782199" sldId="274"/>
            <ac:spMk id="26" creationId="{063BBA22-50EA-4C4D-BE05-F1CE4E63AA56}"/>
          </ac:spMkLst>
        </pc:spChg>
        <pc:graphicFrameChg chg="add mod ord modGraphic">
          <ac:chgData name="Arseniy Buzyan (extern)" userId="S::arseniy.buzyan@edu.stockholm.se::f92a01cd-049f-4602-b292-09b82d2ea4e3" providerId="AD" clId="Web-{17846C07-07D7-7A9F-6366-1FBDC362574B}" dt="2026-03-09T12:13:21.013" v="1365"/>
          <ac:graphicFrameMkLst>
            <pc:docMk/>
            <pc:sldMk cId="1614782199" sldId="274"/>
            <ac:graphicFrameMk id="5" creationId="{CF93C418-9425-FD92-6217-E7A16413C720}"/>
          </ac:graphicFrameMkLst>
        </pc:graphicFrameChg>
      </pc:sldChg>
      <pc:sldChg chg="addSp modSp new mod setBg">
        <pc:chgData name="Arseniy Buzyan (extern)" userId="S::arseniy.buzyan@edu.stockholm.se::f92a01cd-049f-4602-b292-09b82d2ea4e3" providerId="AD" clId="Web-{17846C07-07D7-7A9F-6366-1FBDC362574B}" dt="2026-03-09T12:15:38.670" v="1383"/>
        <pc:sldMkLst>
          <pc:docMk/>
          <pc:sldMk cId="2870897461" sldId="275"/>
        </pc:sldMkLst>
        <pc:spChg chg="mod">
          <ac:chgData name="Arseniy Buzyan (extern)" userId="S::arseniy.buzyan@edu.stockholm.se::f92a01cd-049f-4602-b292-09b82d2ea4e3" providerId="AD" clId="Web-{17846C07-07D7-7A9F-6366-1FBDC362574B}" dt="2026-03-09T12:15:38.670" v="1383"/>
          <ac:spMkLst>
            <pc:docMk/>
            <pc:sldMk cId="2870897461" sldId="275"/>
            <ac:spMk id="2" creationId="{FC0E7BE6-6D8A-9F79-E107-7833B2C85E40}"/>
          </ac:spMkLst>
        </pc:spChg>
        <pc:spChg chg="mod">
          <ac:chgData name="Arseniy Buzyan (extern)" userId="S::arseniy.buzyan@edu.stockholm.se::f92a01cd-049f-4602-b292-09b82d2ea4e3" providerId="AD" clId="Web-{17846C07-07D7-7A9F-6366-1FBDC362574B}" dt="2026-03-09T12:15:38.670" v="1383"/>
          <ac:spMkLst>
            <pc:docMk/>
            <pc:sldMk cId="2870897461" sldId="275"/>
            <ac:spMk id="3" creationId="{7B25EC55-60D7-05B1-C91C-0A7F24AB51D8}"/>
          </ac:spMkLst>
        </pc:spChg>
        <pc:spChg chg="add">
          <ac:chgData name="Arseniy Buzyan (extern)" userId="S::arseniy.buzyan@edu.stockholm.se::f92a01cd-049f-4602-b292-09b82d2ea4e3" providerId="AD" clId="Web-{17846C07-07D7-7A9F-6366-1FBDC362574B}" dt="2026-03-09T12:15:38.670" v="1383"/>
          <ac:spMkLst>
            <pc:docMk/>
            <pc:sldMk cId="2870897461" sldId="275"/>
            <ac:spMk id="8" creationId="{1B15ED52-F352-441B-82BF-E0EA34836D08}"/>
          </ac:spMkLst>
        </pc:spChg>
        <pc:spChg chg="add">
          <ac:chgData name="Arseniy Buzyan (extern)" userId="S::arseniy.buzyan@edu.stockholm.se::f92a01cd-049f-4602-b292-09b82d2ea4e3" providerId="AD" clId="Web-{17846C07-07D7-7A9F-6366-1FBDC362574B}" dt="2026-03-09T12:15:38.670" v="1383"/>
          <ac:spMkLst>
            <pc:docMk/>
            <pc:sldMk cId="2870897461" sldId="275"/>
            <ac:spMk id="10" creationId="{3B2E3793-BFE6-45A2-9B7B-E18844431C99}"/>
          </ac:spMkLst>
        </pc:spChg>
        <pc:spChg chg="add">
          <ac:chgData name="Arseniy Buzyan (extern)" userId="S::arseniy.buzyan@edu.stockholm.se::f92a01cd-049f-4602-b292-09b82d2ea4e3" providerId="AD" clId="Web-{17846C07-07D7-7A9F-6366-1FBDC362574B}" dt="2026-03-09T12:15:38.670" v="1383"/>
          <ac:spMkLst>
            <pc:docMk/>
            <pc:sldMk cId="2870897461" sldId="275"/>
            <ac:spMk id="12" creationId="{BC4C4868-CB8F-4AF9-9CDB-8108F2C19B67}"/>
          </ac:spMkLst>
        </pc:spChg>
        <pc:spChg chg="add">
          <ac:chgData name="Arseniy Buzyan (extern)" userId="S::arseniy.buzyan@edu.stockholm.se::f92a01cd-049f-4602-b292-09b82d2ea4e3" providerId="AD" clId="Web-{17846C07-07D7-7A9F-6366-1FBDC362574B}" dt="2026-03-09T12:15:38.670" v="1383"/>
          <ac:spMkLst>
            <pc:docMk/>
            <pc:sldMk cId="2870897461" sldId="275"/>
            <ac:spMk id="14" creationId="{375E0459-6403-40CD-989D-56A4407CA12E}"/>
          </ac:spMkLst>
        </pc:spChg>
        <pc:spChg chg="add">
          <ac:chgData name="Arseniy Buzyan (extern)" userId="S::arseniy.buzyan@edu.stockholm.se::f92a01cd-049f-4602-b292-09b82d2ea4e3" providerId="AD" clId="Web-{17846C07-07D7-7A9F-6366-1FBDC362574B}" dt="2026-03-09T12:15:38.670" v="1383"/>
          <ac:spMkLst>
            <pc:docMk/>
            <pc:sldMk cId="2870897461" sldId="275"/>
            <ac:spMk id="16" creationId="{53E5B1A8-3AC9-4BD1-9BBC-78CA94F2D1BA}"/>
          </ac:spMkLst>
        </pc:spChg>
      </pc:sldChg>
      <pc:sldChg chg="addSp delSp modSp new mod setBg">
        <pc:chgData name="Arseniy Buzyan (extern)" userId="S::arseniy.buzyan@edu.stockholm.se::f92a01cd-049f-4602-b292-09b82d2ea4e3" providerId="AD" clId="Web-{17846C07-07D7-7A9F-6366-1FBDC362574B}" dt="2026-03-09T12:18:48.186" v="1743"/>
        <pc:sldMkLst>
          <pc:docMk/>
          <pc:sldMk cId="1661931969" sldId="276"/>
        </pc:sldMkLst>
        <pc:spChg chg="mod">
          <ac:chgData name="Arseniy Buzyan (extern)" userId="S::arseniy.buzyan@edu.stockholm.se::f92a01cd-049f-4602-b292-09b82d2ea4e3" providerId="AD" clId="Web-{17846C07-07D7-7A9F-6366-1FBDC362574B}" dt="2026-03-09T12:17:50.170" v="1506"/>
          <ac:spMkLst>
            <pc:docMk/>
            <pc:sldMk cId="1661931969" sldId="276"/>
            <ac:spMk id="2" creationId="{DC5F321B-D3A4-AAF9-FD67-9D2C4C4618D3}"/>
          </ac:spMkLst>
        </pc:spChg>
        <pc:spChg chg="del">
          <ac:chgData name="Arseniy Buzyan (extern)" userId="S::arseniy.buzyan@edu.stockholm.se::f92a01cd-049f-4602-b292-09b82d2ea4e3" providerId="AD" clId="Web-{17846C07-07D7-7A9F-6366-1FBDC362574B}" dt="2026-03-09T12:16:13.108" v="1386"/>
          <ac:spMkLst>
            <pc:docMk/>
            <pc:sldMk cId="1661931969" sldId="276"/>
            <ac:spMk id="3" creationId="{81810389-3D69-ED4E-47D6-4881721E7582}"/>
          </ac:spMkLst>
        </pc:spChg>
        <pc:spChg chg="add del">
          <ac:chgData name="Arseniy Buzyan (extern)" userId="S::arseniy.buzyan@edu.stockholm.se::f92a01cd-049f-4602-b292-09b82d2ea4e3" providerId="AD" clId="Web-{17846C07-07D7-7A9F-6366-1FBDC362574B}" dt="2026-03-09T12:17:50.155" v="1505"/>
          <ac:spMkLst>
            <pc:docMk/>
            <pc:sldMk cId="1661931969" sldId="276"/>
            <ac:spMk id="10" creationId="{A8384FB5-9ADC-4DDC-881B-597D56F5B15D}"/>
          </ac:spMkLst>
        </pc:spChg>
        <pc:spChg chg="add del">
          <ac:chgData name="Arseniy Buzyan (extern)" userId="S::arseniy.buzyan@edu.stockholm.se::f92a01cd-049f-4602-b292-09b82d2ea4e3" providerId="AD" clId="Web-{17846C07-07D7-7A9F-6366-1FBDC362574B}" dt="2026-03-09T12:17:50.155" v="1505"/>
          <ac:spMkLst>
            <pc:docMk/>
            <pc:sldMk cId="1661931969" sldId="276"/>
            <ac:spMk id="12" creationId="{1199E1B1-A8C0-4FE8-A5A8-1CB41D69F857}"/>
          </ac:spMkLst>
        </pc:spChg>
        <pc:spChg chg="add del">
          <ac:chgData name="Arseniy Buzyan (extern)" userId="S::arseniy.buzyan@edu.stockholm.se::f92a01cd-049f-4602-b292-09b82d2ea4e3" providerId="AD" clId="Web-{17846C07-07D7-7A9F-6366-1FBDC362574B}" dt="2026-03-09T12:17:50.155" v="1505"/>
          <ac:spMkLst>
            <pc:docMk/>
            <pc:sldMk cId="1661931969" sldId="276"/>
            <ac:spMk id="14" creationId="{84A8DE83-DE75-4B41-9DB4-A7EC0B0DEC0B}"/>
          </ac:spMkLst>
        </pc:spChg>
        <pc:spChg chg="add del">
          <ac:chgData name="Arseniy Buzyan (extern)" userId="S::arseniy.buzyan@edu.stockholm.se::f92a01cd-049f-4602-b292-09b82d2ea4e3" providerId="AD" clId="Web-{17846C07-07D7-7A9F-6366-1FBDC362574B}" dt="2026-03-09T12:17:50.155" v="1505"/>
          <ac:spMkLst>
            <pc:docMk/>
            <pc:sldMk cId="1661931969" sldId="276"/>
            <ac:spMk id="16" creationId="{A7009A0A-BEF5-4EAC-AF15-E4F9F002E239}"/>
          </ac:spMkLst>
        </pc:spChg>
        <pc:spChg chg="add">
          <ac:chgData name="Arseniy Buzyan (extern)" userId="S::arseniy.buzyan@edu.stockholm.se::f92a01cd-049f-4602-b292-09b82d2ea4e3" providerId="AD" clId="Web-{17846C07-07D7-7A9F-6366-1FBDC362574B}" dt="2026-03-09T12:17:50.170" v="1506"/>
          <ac:spMkLst>
            <pc:docMk/>
            <pc:sldMk cId="1661931969" sldId="276"/>
            <ac:spMk id="18" creationId="{BACC6370-2D7E-4714-9D71-7542949D7D5D}"/>
          </ac:spMkLst>
        </pc:spChg>
        <pc:spChg chg="add">
          <ac:chgData name="Arseniy Buzyan (extern)" userId="S::arseniy.buzyan@edu.stockholm.se::f92a01cd-049f-4602-b292-09b82d2ea4e3" providerId="AD" clId="Web-{17846C07-07D7-7A9F-6366-1FBDC362574B}" dt="2026-03-09T12:17:50.170" v="1506"/>
          <ac:spMkLst>
            <pc:docMk/>
            <pc:sldMk cId="1661931969" sldId="276"/>
            <ac:spMk id="19" creationId="{F68B3F68-107C-434F-AA38-110D5EA91B85}"/>
          </ac:spMkLst>
        </pc:spChg>
        <pc:spChg chg="add">
          <ac:chgData name="Arseniy Buzyan (extern)" userId="S::arseniy.buzyan@edu.stockholm.se::f92a01cd-049f-4602-b292-09b82d2ea4e3" providerId="AD" clId="Web-{17846C07-07D7-7A9F-6366-1FBDC362574B}" dt="2026-03-09T12:17:50.170" v="1506"/>
          <ac:spMkLst>
            <pc:docMk/>
            <pc:sldMk cId="1661931969" sldId="276"/>
            <ac:spMk id="20" creationId="{AAD0DBB9-1A4B-4391-81D4-CB19F9AB918A}"/>
          </ac:spMkLst>
        </pc:spChg>
        <pc:spChg chg="add">
          <ac:chgData name="Arseniy Buzyan (extern)" userId="S::arseniy.buzyan@edu.stockholm.se::f92a01cd-049f-4602-b292-09b82d2ea4e3" providerId="AD" clId="Web-{17846C07-07D7-7A9F-6366-1FBDC362574B}" dt="2026-03-09T12:17:50.170" v="1506"/>
          <ac:spMkLst>
            <pc:docMk/>
            <pc:sldMk cId="1661931969" sldId="276"/>
            <ac:spMk id="21" creationId="{063BBA22-50EA-4C4D-BE05-F1CE4E63AA56}"/>
          </ac:spMkLst>
        </pc:spChg>
        <pc:graphicFrameChg chg="add mod ord modGraphic">
          <ac:chgData name="Arseniy Buzyan (extern)" userId="S::arseniy.buzyan@edu.stockholm.se::f92a01cd-049f-4602-b292-09b82d2ea4e3" providerId="AD" clId="Web-{17846C07-07D7-7A9F-6366-1FBDC362574B}" dt="2026-03-09T12:18:48.186" v="1743"/>
          <ac:graphicFrameMkLst>
            <pc:docMk/>
            <pc:sldMk cId="1661931969" sldId="276"/>
            <ac:graphicFrameMk id="5" creationId="{6D34C5EF-27C7-4731-CD2C-6B946CDE1569}"/>
          </ac:graphicFrameMkLst>
        </pc:graphicFrameChg>
      </pc:sldChg>
      <pc:sldChg chg="addSp modSp new mod setBg">
        <pc:chgData name="Arseniy Buzyan (extern)" userId="S::arseniy.buzyan@edu.stockholm.se::f92a01cd-049f-4602-b292-09b82d2ea4e3" providerId="AD" clId="Web-{17846C07-07D7-7A9F-6366-1FBDC362574B}" dt="2026-03-09T12:19:58.842" v="1748"/>
        <pc:sldMkLst>
          <pc:docMk/>
          <pc:sldMk cId="2006480209" sldId="277"/>
        </pc:sldMkLst>
        <pc:spChg chg="mod">
          <ac:chgData name="Arseniy Buzyan (extern)" userId="S::arseniy.buzyan@edu.stockholm.se::f92a01cd-049f-4602-b292-09b82d2ea4e3" providerId="AD" clId="Web-{17846C07-07D7-7A9F-6366-1FBDC362574B}" dt="2026-03-09T12:19:58.842" v="1748"/>
          <ac:spMkLst>
            <pc:docMk/>
            <pc:sldMk cId="2006480209" sldId="277"/>
            <ac:spMk id="2" creationId="{F87A2C70-1312-AE2B-3FBB-C754B3D0D040}"/>
          </ac:spMkLst>
        </pc:spChg>
        <pc:spChg chg="mod">
          <ac:chgData name="Arseniy Buzyan (extern)" userId="S::arseniy.buzyan@edu.stockholm.se::f92a01cd-049f-4602-b292-09b82d2ea4e3" providerId="AD" clId="Web-{17846C07-07D7-7A9F-6366-1FBDC362574B}" dt="2026-03-09T12:19:58.842" v="1748"/>
          <ac:spMkLst>
            <pc:docMk/>
            <pc:sldMk cId="2006480209" sldId="277"/>
            <ac:spMk id="3" creationId="{6AAAD11F-0376-F563-CD98-E850400682C4}"/>
          </ac:spMkLst>
        </pc:spChg>
        <pc:spChg chg="add">
          <ac:chgData name="Arseniy Buzyan (extern)" userId="S::arseniy.buzyan@edu.stockholm.se::f92a01cd-049f-4602-b292-09b82d2ea4e3" providerId="AD" clId="Web-{17846C07-07D7-7A9F-6366-1FBDC362574B}" dt="2026-03-09T12:19:58.842" v="1748"/>
          <ac:spMkLst>
            <pc:docMk/>
            <pc:sldMk cId="2006480209" sldId="277"/>
            <ac:spMk id="8" creationId="{1B15ED52-F352-441B-82BF-E0EA34836D08}"/>
          </ac:spMkLst>
        </pc:spChg>
        <pc:spChg chg="add">
          <ac:chgData name="Arseniy Buzyan (extern)" userId="S::arseniy.buzyan@edu.stockholm.se::f92a01cd-049f-4602-b292-09b82d2ea4e3" providerId="AD" clId="Web-{17846C07-07D7-7A9F-6366-1FBDC362574B}" dt="2026-03-09T12:19:58.842" v="1748"/>
          <ac:spMkLst>
            <pc:docMk/>
            <pc:sldMk cId="2006480209" sldId="277"/>
            <ac:spMk id="10" creationId="{3B2E3793-BFE6-45A2-9B7B-E18844431C99}"/>
          </ac:spMkLst>
        </pc:spChg>
        <pc:spChg chg="add">
          <ac:chgData name="Arseniy Buzyan (extern)" userId="S::arseniy.buzyan@edu.stockholm.se::f92a01cd-049f-4602-b292-09b82d2ea4e3" providerId="AD" clId="Web-{17846C07-07D7-7A9F-6366-1FBDC362574B}" dt="2026-03-09T12:19:58.842" v="1748"/>
          <ac:spMkLst>
            <pc:docMk/>
            <pc:sldMk cId="2006480209" sldId="277"/>
            <ac:spMk id="12" creationId="{BC4C4868-CB8F-4AF9-9CDB-8108F2C19B67}"/>
          </ac:spMkLst>
        </pc:spChg>
        <pc:spChg chg="add">
          <ac:chgData name="Arseniy Buzyan (extern)" userId="S::arseniy.buzyan@edu.stockholm.se::f92a01cd-049f-4602-b292-09b82d2ea4e3" providerId="AD" clId="Web-{17846C07-07D7-7A9F-6366-1FBDC362574B}" dt="2026-03-09T12:19:58.842" v="1748"/>
          <ac:spMkLst>
            <pc:docMk/>
            <pc:sldMk cId="2006480209" sldId="277"/>
            <ac:spMk id="14" creationId="{375E0459-6403-40CD-989D-56A4407CA12E}"/>
          </ac:spMkLst>
        </pc:spChg>
        <pc:spChg chg="add">
          <ac:chgData name="Arseniy Buzyan (extern)" userId="S::arseniy.buzyan@edu.stockholm.se::f92a01cd-049f-4602-b292-09b82d2ea4e3" providerId="AD" clId="Web-{17846C07-07D7-7A9F-6366-1FBDC362574B}" dt="2026-03-09T12:19:58.842" v="1748"/>
          <ac:spMkLst>
            <pc:docMk/>
            <pc:sldMk cId="2006480209" sldId="277"/>
            <ac:spMk id="16" creationId="{53E5B1A8-3AC9-4BD1-9BBC-78CA94F2D1BA}"/>
          </ac:spMkLst>
        </pc:spChg>
      </pc:sldChg>
      <pc:sldChg chg="addSp delSp modSp new mod setBg">
        <pc:chgData name="Arseniy Buzyan (extern)" userId="S::arseniy.buzyan@edu.stockholm.se::f92a01cd-049f-4602-b292-09b82d2ea4e3" providerId="AD" clId="Web-{17846C07-07D7-7A9F-6366-1FBDC362574B}" dt="2026-03-09T12:20:47.452" v="1758"/>
        <pc:sldMkLst>
          <pc:docMk/>
          <pc:sldMk cId="915446744" sldId="278"/>
        </pc:sldMkLst>
        <pc:spChg chg="mod">
          <ac:chgData name="Arseniy Buzyan (extern)" userId="S::arseniy.buzyan@edu.stockholm.se::f92a01cd-049f-4602-b292-09b82d2ea4e3" providerId="AD" clId="Web-{17846C07-07D7-7A9F-6366-1FBDC362574B}" dt="2026-03-09T12:20:24.030" v="1753"/>
          <ac:spMkLst>
            <pc:docMk/>
            <pc:sldMk cId="915446744" sldId="278"/>
            <ac:spMk id="2" creationId="{F7FE0D23-2D52-4FB1-2B6B-8C45846D6A3E}"/>
          </ac:spMkLst>
        </pc:spChg>
        <pc:spChg chg="mod">
          <ac:chgData name="Arseniy Buzyan (extern)" userId="S::arseniy.buzyan@edu.stockholm.se::f92a01cd-049f-4602-b292-09b82d2ea4e3" providerId="AD" clId="Web-{17846C07-07D7-7A9F-6366-1FBDC362574B}" dt="2026-03-09T12:20:47.452" v="1758"/>
          <ac:spMkLst>
            <pc:docMk/>
            <pc:sldMk cId="915446744" sldId="278"/>
            <ac:spMk id="3" creationId="{AFE5C5A9-5C7C-5647-65F6-C5B776E81FAE}"/>
          </ac:spMkLst>
        </pc:spChg>
        <pc:spChg chg="add del">
          <ac:chgData name="Arseniy Buzyan (extern)" userId="S::arseniy.buzyan@edu.stockholm.se::f92a01cd-049f-4602-b292-09b82d2ea4e3" providerId="AD" clId="Web-{17846C07-07D7-7A9F-6366-1FBDC362574B}" dt="2026-03-09T12:20:47.452" v="1758"/>
          <ac:spMkLst>
            <pc:docMk/>
            <pc:sldMk cId="915446744" sldId="278"/>
            <ac:spMk id="8" creationId="{84697CDA-BDB7-4883-B48B-1D4EDB2F0E93}"/>
          </ac:spMkLst>
        </pc:spChg>
        <pc:spChg chg="add del">
          <ac:chgData name="Arseniy Buzyan (extern)" userId="S::arseniy.buzyan@edu.stockholm.se::f92a01cd-049f-4602-b292-09b82d2ea4e3" providerId="AD" clId="Web-{17846C07-07D7-7A9F-6366-1FBDC362574B}" dt="2026-03-09T12:20:47.452" v="1758"/>
          <ac:spMkLst>
            <pc:docMk/>
            <pc:sldMk cId="915446744" sldId="278"/>
            <ac:spMk id="10" creationId="{6295B176-FA0E-4B6A-A190-5E2E82BEA57A}"/>
          </ac:spMkLst>
        </pc:spChg>
        <pc:spChg chg="add del">
          <ac:chgData name="Arseniy Buzyan (extern)" userId="S::arseniy.buzyan@edu.stockholm.se::f92a01cd-049f-4602-b292-09b82d2ea4e3" providerId="AD" clId="Web-{17846C07-07D7-7A9F-6366-1FBDC362574B}" dt="2026-03-09T12:20:47.452" v="1758"/>
          <ac:spMkLst>
            <pc:docMk/>
            <pc:sldMk cId="915446744" sldId="278"/>
            <ac:spMk id="12" creationId="{48F779DE-4744-42D6-9C74-33EC94460CCC}"/>
          </ac:spMkLst>
        </pc:spChg>
        <pc:spChg chg="add">
          <ac:chgData name="Arseniy Buzyan (extern)" userId="S::arseniy.buzyan@edu.stockholm.se::f92a01cd-049f-4602-b292-09b82d2ea4e3" providerId="AD" clId="Web-{17846C07-07D7-7A9F-6366-1FBDC362574B}" dt="2026-03-09T12:20:47.452" v="1758"/>
          <ac:spMkLst>
            <pc:docMk/>
            <pc:sldMk cId="915446744" sldId="278"/>
            <ac:spMk id="17" creationId="{84697CDA-BDB7-4883-B48B-1D4EDB2F0E93}"/>
          </ac:spMkLst>
        </pc:spChg>
        <pc:spChg chg="add">
          <ac:chgData name="Arseniy Buzyan (extern)" userId="S::arseniy.buzyan@edu.stockholm.se::f92a01cd-049f-4602-b292-09b82d2ea4e3" providerId="AD" clId="Web-{17846C07-07D7-7A9F-6366-1FBDC362574B}" dt="2026-03-09T12:20:47.452" v="1758"/>
          <ac:spMkLst>
            <pc:docMk/>
            <pc:sldMk cId="915446744" sldId="278"/>
            <ac:spMk id="19" creationId="{6295B176-FA0E-4B6A-A190-5E2E82BEA57A}"/>
          </ac:spMkLst>
        </pc:spChg>
        <pc:spChg chg="add">
          <ac:chgData name="Arseniy Buzyan (extern)" userId="S::arseniy.buzyan@edu.stockholm.se::f92a01cd-049f-4602-b292-09b82d2ea4e3" providerId="AD" clId="Web-{17846C07-07D7-7A9F-6366-1FBDC362574B}" dt="2026-03-09T12:20:47.452" v="1758"/>
          <ac:spMkLst>
            <pc:docMk/>
            <pc:sldMk cId="915446744" sldId="278"/>
            <ac:spMk id="21" creationId="{48F779DE-4744-42D6-9C74-33EC94460CCC}"/>
          </ac:spMkLst>
        </pc:spChg>
      </pc:sldChg>
      <pc:sldChg chg="addSp delSp modSp new mod setBg">
        <pc:chgData name="Arseniy Buzyan (extern)" userId="S::arseniy.buzyan@edu.stockholm.se::f92a01cd-049f-4602-b292-09b82d2ea4e3" providerId="AD" clId="Web-{17846C07-07D7-7A9F-6366-1FBDC362574B}" dt="2026-03-09T12:21:30.577" v="1788"/>
        <pc:sldMkLst>
          <pc:docMk/>
          <pc:sldMk cId="1183948069" sldId="279"/>
        </pc:sldMkLst>
        <pc:spChg chg="mod">
          <ac:chgData name="Arseniy Buzyan (extern)" userId="S::arseniy.buzyan@edu.stockholm.se::f92a01cd-049f-4602-b292-09b82d2ea4e3" providerId="AD" clId="Web-{17846C07-07D7-7A9F-6366-1FBDC362574B}" dt="2026-03-09T12:21:10.139" v="1762"/>
          <ac:spMkLst>
            <pc:docMk/>
            <pc:sldMk cId="1183948069" sldId="279"/>
            <ac:spMk id="2" creationId="{A1516115-F00E-B8CD-66FE-70A4C090022C}"/>
          </ac:spMkLst>
        </pc:spChg>
        <pc:spChg chg="del">
          <ac:chgData name="Arseniy Buzyan (extern)" userId="S::arseniy.buzyan@edu.stockholm.se::f92a01cd-049f-4602-b292-09b82d2ea4e3" providerId="AD" clId="Web-{17846C07-07D7-7A9F-6366-1FBDC362574B}" dt="2026-03-09T12:21:07.702" v="1761"/>
          <ac:spMkLst>
            <pc:docMk/>
            <pc:sldMk cId="1183948069" sldId="279"/>
            <ac:spMk id="3" creationId="{4ACB0A05-3766-AEE5-5732-40D5BA3F62C2}"/>
          </ac:spMkLst>
        </pc:spChg>
        <pc:spChg chg="add">
          <ac:chgData name="Arseniy Buzyan (extern)" userId="S::arseniy.buzyan@edu.stockholm.se::f92a01cd-049f-4602-b292-09b82d2ea4e3" providerId="AD" clId="Web-{17846C07-07D7-7A9F-6366-1FBDC362574B}" dt="2026-03-09T12:21:10.139" v="1762"/>
          <ac:spMkLst>
            <pc:docMk/>
            <pc:sldMk cId="1183948069" sldId="279"/>
            <ac:spMk id="10" creationId="{A8384FB5-9ADC-4DDC-881B-597D56F5B15D}"/>
          </ac:spMkLst>
        </pc:spChg>
        <pc:spChg chg="add">
          <ac:chgData name="Arseniy Buzyan (extern)" userId="S::arseniy.buzyan@edu.stockholm.se::f92a01cd-049f-4602-b292-09b82d2ea4e3" providerId="AD" clId="Web-{17846C07-07D7-7A9F-6366-1FBDC362574B}" dt="2026-03-09T12:21:10.139" v="1762"/>
          <ac:spMkLst>
            <pc:docMk/>
            <pc:sldMk cId="1183948069" sldId="279"/>
            <ac:spMk id="12" creationId="{1199E1B1-A8C0-4FE8-A5A8-1CB41D69F857}"/>
          </ac:spMkLst>
        </pc:spChg>
        <pc:spChg chg="add">
          <ac:chgData name="Arseniy Buzyan (extern)" userId="S::arseniy.buzyan@edu.stockholm.se::f92a01cd-049f-4602-b292-09b82d2ea4e3" providerId="AD" clId="Web-{17846C07-07D7-7A9F-6366-1FBDC362574B}" dt="2026-03-09T12:21:10.139" v="1762"/>
          <ac:spMkLst>
            <pc:docMk/>
            <pc:sldMk cId="1183948069" sldId="279"/>
            <ac:spMk id="14" creationId="{84A8DE83-DE75-4B41-9DB4-A7EC0B0DEC0B}"/>
          </ac:spMkLst>
        </pc:spChg>
        <pc:spChg chg="add">
          <ac:chgData name="Arseniy Buzyan (extern)" userId="S::arseniy.buzyan@edu.stockholm.se::f92a01cd-049f-4602-b292-09b82d2ea4e3" providerId="AD" clId="Web-{17846C07-07D7-7A9F-6366-1FBDC362574B}" dt="2026-03-09T12:21:10.139" v="1762"/>
          <ac:spMkLst>
            <pc:docMk/>
            <pc:sldMk cId="1183948069" sldId="279"/>
            <ac:spMk id="16" creationId="{A7009A0A-BEF5-4EAC-AF15-E4F9F002E239}"/>
          </ac:spMkLst>
        </pc:spChg>
        <pc:graphicFrameChg chg="add mod ord modGraphic">
          <ac:chgData name="Arseniy Buzyan (extern)" userId="S::arseniy.buzyan@edu.stockholm.se::f92a01cd-049f-4602-b292-09b82d2ea4e3" providerId="AD" clId="Web-{17846C07-07D7-7A9F-6366-1FBDC362574B}" dt="2026-03-09T12:21:30.577" v="1788"/>
          <ac:graphicFrameMkLst>
            <pc:docMk/>
            <pc:sldMk cId="1183948069" sldId="279"/>
            <ac:graphicFrameMk id="5" creationId="{382080FC-0488-B1A9-7EB7-845AE5A33A64}"/>
          </ac:graphicFrameMkLst>
        </pc:graphicFrameChg>
      </pc:sldChg>
      <pc:sldChg chg="addSp delSp modSp new mod setBg">
        <pc:chgData name="Arseniy Buzyan (extern)" userId="S::arseniy.buzyan@edu.stockholm.se::f92a01cd-049f-4602-b292-09b82d2ea4e3" providerId="AD" clId="Web-{17846C07-07D7-7A9F-6366-1FBDC362574B}" dt="2026-03-09T12:22:22.390" v="1843"/>
        <pc:sldMkLst>
          <pc:docMk/>
          <pc:sldMk cId="886801411" sldId="280"/>
        </pc:sldMkLst>
        <pc:spChg chg="mod">
          <ac:chgData name="Arseniy Buzyan (extern)" userId="S::arseniy.buzyan@edu.stockholm.se::f92a01cd-049f-4602-b292-09b82d2ea4e3" providerId="AD" clId="Web-{17846C07-07D7-7A9F-6366-1FBDC362574B}" dt="2026-03-09T12:21:54.327" v="1792"/>
          <ac:spMkLst>
            <pc:docMk/>
            <pc:sldMk cId="886801411" sldId="280"/>
            <ac:spMk id="2" creationId="{3F45B596-01A2-71AE-D8F0-7AFA15EBA83E}"/>
          </ac:spMkLst>
        </pc:spChg>
        <pc:spChg chg="del">
          <ac:chgData name="Arseniy Buzyan (extern)" userId="S::arseniy.buzyan@edu.stockholm.se::f92a01cd-049f-4602-b292-09b82d2ea4e3" providerId="AD" clId="Web-{17846C07-07D7-7A9F-6366-1FBDC362574B}" dt="2026-03-09T12:21:48.311" v="1791"/>
          <ac:spMkLst>
            <pc:docMk/>
            <pc:sldMk cId="886801411" sldId="280"/>
            <ac:spMk id="3" creationId="{F0DC5CCB-CED8-2423-5998-FCFC2BB51319}"/>
          </ac:spMkLst>
        </pc:spChg>
        <pc:spChg chg="add">
          <ac:chgData name="Arseniy Buzyan (extern)" userId="S::arseniy.buzyan@edu.stockholm.se::f92a01cd-049f-4602-b292-09b82d2ea4e3" providerId="AD" clId="Web-{17846C07-07D7-7A9F-6366-1FBDC362574B}" dt="2026-03-09T12:21:54.327" v="1792"/>
          <ac:spMkLst>
            <pc:docMk/>
            <pc:sldMk cId="886801411" sldId="280"/>
            <ac:spMk id="10" creationId="{A8384FB5-9ADC-4DDC-881B-597D56F5B15D}"/>
          </ac:spMkLst>
        </pc:spChg>
        <pc:spChg chg="add">
          <ac:chgData name="Arseniy Buzyan (extern)" userId="S::arseniy.buzyan@edu.stockholm.se::f92a01cd-049f-4602-b292-09b82d2ea4e3" providerId="AD" clId="Web-{17846C07-07D7-7A9F-6366-1FBDC362574B}" dt="2026-03-09T12:21:54.327" v="1792"/>
          <ac:spMkLst>
            <pc:docMk/>
            <pc:sldMk cId="886801411" sldId="280"/>
            <ac:spMk id="12" creationId="{1199E1B1-A8C0-4FE8-A5A8-1CB41D69F857}"/>
          </ac:spMkLst>
        </pc:spChg>
        <pc:spChg chg="add">
          <ac:chgData name="Arseniy Buzyan (extern)" userId="S::arseniy.buzyan@edu.stockholm.se::f92a01cd-049f-4602-b292-09b82d2ea4e3" providerId="AD" clId="Web-{17846C07-07D7-7A9F-6366-1FBDC362574B}" dt="2026-03-09T12:21:54.327" v="1792"/>
          <ac:spMkLst>
            <pc:docMk/>
            <pc:sldMk cId="886801411" sldId="280"/>
            <ac:spMk id="14" creationId="{84A8DE83-DE75-4B41-9DB4-A7EC0B0DEC0B}"/>
          </ac:spMkLst>
        </pc:spChg>
        <pc:spChg chg="add">
          <ac:chgData name="Arseniy Buzyan (extern)" userId="S::arseniy.buzyan@edu.stockholm.se::f92a01cd-049f-4602-b292-09b82d2ea4e3" providerId="AD" clId="Web-{17846C07-07D7-7A9F-6366-1FBDC362574B}" dt="2026-03-09T12:21:54.327" v="1792"/>
          <ac:spMkLst>
            <pc:docMk/>
            <pc:sldMk cId="886801411" sldId="280"/>
            <ac:spMk id="16" creationId="{A7009A0A-BEF5-4EAC-AF15-E4F9F002E239}"/>
          </ac:spMkLst>
        </pc:spChg>
        <pc:graphicFrameChg chg="add mod ord modGraphic">
          <ac:chgData name="Arseniy Buzyan (extern)" userId="S::arseniy.buzyan@edu.stockholm.se::f92a01cd-049f-4602-b292-09b82d2ea4e3" providerId="AD" clId="Web-{17846C07-07D7-7A9F-6366-1FBDC362574B}" dt="2026-03-09T12:22:22.390" v="1843"/>
          <ac:graphicFrameMkLst>
            <pc:docMk/>
            <pc:sldMk cId="886801411" sldId="280"/>
            <ac:graphicFrameMk id="5" creationId="{DCE40964-1A43-7266-D172-6C1BE33DF372}"/>
          </ac:graphicFrameMkLst>
        </pc:graphicFrameChg>
      </pc:sldChg>
      <pc:sldChg chg="addSp delSp modSp new mod setBg">
        <pc:chgData name="Arseniy Buzyan (extern)" userId="S::arseniy.buzyan@edu.stockholm.se::f92a01cd-049f-4602-b292-09b82d2ea4e3" providerId="AD" clId="Web-{17846C07-07D7-7A9F-6366-1FBDC362574B}" dt="2026-03-09T12:23:44.390" v="1933"/>
        <pc:sldMkLst>
          <pc:docMk/>
          <pc:sldMk cId="287918" sldId="281"/>
        </pc:sldMkLst>
        <pc:spChg chg="mod">
          <ac:chgData name="Arseniy Buzyan (extern)" userId="S::arseniy.buzyan@edu.stockholm.se::f92a01cd-049f-4602-b292-09b82d2ea4e3" providerId="AD" clId="Web-{17846C07-07D7-7A9F-6366-1FBDC362574B}" dt="2026-03-09T12:22:52.812" v="1847"/>
          <ac:spMkLst>
            <pc:docMk/>
            <pc:sldMk cId="287918" sldId="281"/>
            <ac:spMk id="2" creationId="{C792304F-8FBB-1AAD-7902-456C8092BA93}"/>
          </ac:spMkLst>
        </pc:spChg>
        <pc:spChg chg="del">
          <ac:chgData name="Arseniy Buzyan (extern)" userId="S::arseniy.buzyan@edu.stockholm.se::f92a01cd-049f-4602-b292-09b82d2ea4e3" providerId="AD" clId="Web-{17846C07-07D7-7A9F-6366-1FBDC362574B}" dt="2026-03-09T12:22:50.437" v="1846"/>
          <ac:spMkLst>
            <pc:docMk/>
            <pc:sldMk cId="287918" sldId="281"/>
            <ac:spMk id="3" creationId="{2D2CD47D-EFD3-9D7D-F83A-58BB5B6D4370}"/>
          </ac:spMkLst>
        </pc:spChg>
        <pc:spChg chg="add">
          <ac:chgData name="Arseniy Buzyan (extern)" userId="S::arseniy.buzyan@edu.stockholm.se::f92a01cd-049f-4602-b292-09b82d2ea4e3" providerId="AD" clId="Web-{17846C07-07D7-7A9F-6366-1FBDC362574B}" dt="2026-03-09T12:22:52.812" v="1847"/>
          <ac:spMkLst>
            <pc:docMk/>
            <pc:sldMk cId="287918" sldId="281"/>
            <ac:spMk id="10" creationId="{A8384FB5-9ADC-4DDC-881B-597D56F5B15D}"/>
          </ac:spMkLst>
        </pc:spChg>
        <pc:spChg chg="add">
          <ac:chgData name="Arseniy Buzyan (extern)" userId="S::arseniy.buzyan@edu.stockholm.se::f92a01cd-049f-4602-b292-09b82d2ea4e3" providerId="AD" clId="Web-{17846C07-07D7-7A9F-6366-1FBDC362574B}" dt="2026-03-09T12:22:52.812" v="1847"/>
          <ac:spMkLst>
            <pc:docMk/>
            <pc:sldMk cId="287918" sldId="281"/>
            <ac:spMk id="12" creationId="{1199E1B1-A8C0-4FE8-A5A8-1CB41D69F857}"/>
          </ac:spMkLst>
        </pc:spChg>
        <pc:spChg chg="add">
          <ac:chgData name="Arseniy Buzyan (extern)" userId="S::arseniy.buzyan@edu.stockholm.se::f92a01cd-049f-4602-b292-09b82d2ea4e3" providerId="AD" clId="Web-{17846C07-07D7-7A9F-6366-1FBDC362574B}" dt="2026-03-09T12:22:52.812" v="1847"/>
          <ac:spMkLst>
            <pc:docMk/>
            <pc:sldMk cId="287918" sldId="281"/>
            <ac:spMk id="14" creationId="{84A8DE83-DE75-4B41-9DB4-A7EC0B0DEC0B}"/>
          </ac:spMkLst>
        </pc:spChg>
        <pc:spChg chg="add">
          <ac:chgData name="Arseniy Buzyan (extern)" userId="S::arseniy.buzyan@edu.stockholm.se::f92a01cd-049f-4602-b292-09b82d2ea4e3" providerId="AD" clId="Web-{17846C07-07D7-7A9F-6366-1FBDC362574B}" dt="2026-03-09T12:22:52.812" v="1847"/>
          <ac:spMkLst>
            <pc:docMk/>
            <pc:sldMk cId="287918" sldId="281"/>
            <ac:spMk id="16" creationId="{A7009A0A-BEF5-4EAC-AF15-E4F9F002E239}"/>
          </ac:spMkLst>
        </pc:spChg>
        <pc:graphicFrameChg chg="add mod ord modGraphic">
          <ac:chgData name="Arseniy Buzyan (extern)" userId="S::arseniy.buzyan@edu.stockholm.se::f92a01cd-049f-4602-b292-09b82d2ea4e3" providerId="AD" clId="Web-{17846C07-07D7-7A9F-6366-1FBDC362574B}" dt="2026-03-09T12:23:44.390" v="1933"/>
          <ac:graphicFrameMkLst>
            <pc:docMk/>
            <pc:sldMk cId="287918" sldId="281"/>
            <ac:graphicFrameMk id="5" creationId="{7FF48516-1503-ED99-C62D-404135C9DB9A}"/>
          </ac:graphicFrameMkLst>
        </pc:graphicFrameChg>
      </pc:sldChg>
    </pc:docChg>
  </pc:docChgLst>
  <pc:docChgLst>
    <pc:chgData name="Arseniy Buzyan (extern)" userId="S::arseniy.buzyan@edu.stockholm.se::f92a01cd-049f-4602-b292-09b82d2ea4e3" providerId="AD" clId="Web-{580ADE1F-05D8-5378-3E58-2C71E224A597}"/>
    <pc:docChg chg="addSld modSld">
      <pc:chgData name="Arseniy Buzyan (extern)" userId="S::arseniy.buzyan@edu.stockholm.se::f92a01cd-049f-4602-b292-09b82d2ea4e3" providerId="AD" clId="Web-{580ADE1F-05D8-5378-3E58-2C71E224A597}" dt="2026-03-09T15:31:55.089" v="1756"/>
      <pc:docMkLst>
        <pc:docMk/>
      </pc:docMkLst>
      <pc:sldChg chg="addSp delSp modSp new mod setBg">
        <pc:chgData name="Arseniy Buzyan (extern)" userId="S::arseniy.buzyan@edu.stockholm.se::f92a01cd-049f-4602-b292-09b82d2ea4e3" providerId="AD" clId="Web-{580ADE1F-05D8-5378-3E58-2C71E224A597}" dt="2026-03-09T14:50:22.586" v="26"/>
        <pc:sldMkLst>
          <pc:docMk/>
          <pc:sldMk cId="1003495814" sldId="282"/>
        </pc:sldMkLst>
        <pc:spChg chg="mod">
          <ac:chgData name="Arseniy Buzyan (extern)" userId="S::arseniy.buzyan@edu.stockholm.se::f92a01cd-049f-4602-b292-09b82d2ea4e3" providerId="AD" clId="Web-{580ADE1F-05D8-5378-3E58-2C71E224A597}" dt="2026-03-09T14:50:22.586" v="26"/>
          <ac:spMkLst>
            <pc:docMk/>
            <pc:sldMk cId="1003495814" sldId="282"/>
            <ac:spMk id="2" creationId="{1D466BC5-B18F-4E0F-1E03-29BE81C538FC}"/>
          </ac:spMkLst>
        </pc:spChg>
        <pc:spChg chg="add del mod">
          <ac:chgData name="Arseniy Buzyan (extern)" userId="S::arseniy.buzyan@edu.stockholm.se::f92a01cd-049f-4602-b292-09b82d2ea4e3" providerId="AD" clId="Web-{580ADE1F-05D8-5378-3E58-2C71E224A597}" dt="2026-03-09T14:50:22.586" v="26"/>
          <ac:spMkLst>
            <pc:docMk/>
            <pc:sldMk cId="1003495814" sldId="282"/>
            <ac:spMk id="3" creationId="{B48D5966-733D-578A-D44D-BF11EE6C5AEA}"/>
          </ac:spMkLst>
        </pc:spChg>
        <pc:spChg chg="add">
          <ac:chgData name="Arseniy Buzyan (extern)" userId="S::arseniy.buzyan@edu.stockholm.se::f92a01cd-049f-4602-b292-09b82d2ea4e3" providerId="AD" clId="Web-{580ADE1F-05D8-5378-3E58-2C71E224A597}" dt="2026-03-09T14:50:22.586" v="26"/>
          <ac:spMkLst>
            <pc:docMk/>
            <pc:sldMk cId="1003495814" sldId="282"/>
            <ac:spMk id="6" creationId="{BACC6370-2D7E-4714-9D71-7542949D7D5D}"/>
          </ac:spMkLst>
        </pc:spChg>
        <pc:spChg chg="add">
          <ac:chgData name="Arseniy Buzyan (extern)" userId="S::arseniy.buzyan@edu.stockholm.se::f92a01cd-049f-4602-b292-09b82d2ea4e3" providerId="AD" clId="Web-{580ADE1F-05D8-5378-3E58-2C71E224A597}" dt="2026-03-09T14:50:22.586" v="26"/>
          <ac:spMkLst>
            <pc:docMk/>
            <pc:sldMk cId="1003495814" sldId="282"/>
            <ac:spMk id="7" creationId="{F68B3F68-107C-434F-AA38-110D5EA91B85}"/>
          </ac:spMkLst>
        </pc:spChg>
        <pc:spChg chg="add">
          <ac:chgData name="Arseniy Buzyan (extern)" userId="S::arseniy.buzyan@edu.stockholm.se::f92a01cd-049f-4602-b292-09b82d2ea4e3" providerId="AD" clId="Web-{580ADE1F-05D8-5378-3E58-2C71E224A597}" dt="2026-03-09T14:50:22.586" v="26"/>
          <ac:spMkLst>
            <pc:docMk/>
            <pc:sldMk cId="1003495814" sldId="282"/>
            <ac:spMk id="8" creationId="{AAD0DBB9-1A4B-4391-81D4-CB19F9AB918A}"/>
          </ac:spMkLst>
        </pc:spChg>
        <pc:spChg chg="add del">
          <ac:chgData name="Arseniy Buzyan (extern)" userId="S::arseniy.buzyan@edu.stockholm.se::f92a01cd-049f-4602-b292-09b82d2ea4e3" providerId="AD" clId="Web-{580ADE1F-05D8-5378-3E58-2C71E224A597}" dt="2026-03-09T14:50:00.163" v="15"/>
          <ac:spMkLst>
            <pc:docMk/>
            <pc:sldMk cId="1003495814" sldId="282"/>
            <ac:spMk id="9" creationId="{2659FDB4-FCBE-4A89-B46D-43D4FA54464D}"/>
          </ac:spMkLst>
        </pc:spChg>
        <pc:spChg chg="add">
          <ac:chgData name="Arseniy Buzyan (extern)" userId="S::arseniy.buzyan@edu.stockholm.se::f92a01cd-049f-4602-b292-09b82d2ea4e3" providerId="AD" clId="Web-{580ADE1F-05D8-5378-3E58-2C71E224A597}" dt="2026-03-09T14:50:22.586" v="26"/>
          <ac:spMkLst>
            <pc:docMk/>
            <pc:sldMk cId="1003495814" sldId="282"/>
            <ac:spMk id="10" creationId="{063BBA22-50EA-4C4D-BE05-F1CE4E63AA56}"/>
          </ac:spMkLst>
        </pc:spChg>
        <pc:spChg chg="add del">
          <ac:chgData name="Arseniy Buzyan (extern)" userId="S::arseniy.buzyan@edu.stockholm.se::f92a01cd-049f-4602-b292-09b82d2ea4e3" providerId="AD" clId="Web-{580ADE1F-05D8-5378-3E58-2C71E224A597}" dt="2026-03-09T14:50:05.663" v="17"/>
          <ac:spMkLst>
            <pc:docMk/>
            <pc:sldMk cId="1003495814" sldId="282"/>
            <ac:spMk id="13" creationId="{AAD0DBB9-1A4B-4391-81D4-CB19F9AB918A}"/>
          </ac:spMkLst>
        </pc:spChg>
        <pc:spChg chg="add del">
          <ac:chgData name="Arseniy Buzyan (extern)" userId="S::arseniy.buzyan@edu.stockholm.se::f92a01cd-049f-4602-b292-09b82d2ea4e3" providerId="AD" clId="Web-{580ADE1F-05D8-5378-3E58-2C71E224A597}" dt="2026-03-09T14:50:05.663" v="17"/>
          <ac:spMkLst>
            <pc:docMk/>
            <pc:sldMk cId="1003495814" sldId="282"/>
            <ac:spMk id="14" creationId="{BACC6370-2D7E-4714-9D71-7542949D7D5D}"/>
          </ac:spMkLst>
        </pc:spChg>
        <pc:spChg chg="add del">
          <ac:chgData name="Arseniy Buzyan (extern)" userId="S::arseniy.buzyan@edu.stockholm.se::f92a01cd-049f-4602-b292-09b82d2ea4e3" providerId="AD" clId="Web-{580ADE1F-05D8-5378-3E58-2C71E224A597}" dt="2026-03-09T14:50:05.663" v="17"/>
          <ac:spMkLst>
            <pc:docMk/>
            <pc:sldMk cId="1003495814" sldId="282"/>
            <ac:spMk id="15" creationId="{063BBA22-50EA-4C4D-BE05-F1CE4E63AA56}"/>
          </ac:spMkLst>
        </pc:spChg>
        <pc:spChg chg="add del">
          <ac:chgData name="Arseniy Buzyan (extern)" userId="S::arseniy.buzyan@edu.stockholm.se::f92a01cd-049f-4602-b292-09b82d2ea4e3" providerId="AD" clId="Web-{580ADE1F-05D8-5378-3E58-2C71E224A597}" dt="2026-03-09T14:50:05.663" v="17"/>
          <ac:spMkLst>
            <pc:docMk/>
            <pc:sldMk cId="1003495814" sldId="282"/>
            <ac:spMk id="16" creationId="{F68B3F68-107C-434F-AA38-110D5EA91B85}"/>
          </ac:spMkLst>
        </pc:spChg>
        <pc:graphicFrameChg chg="add del">
          <ac:chgData name="Arseniy Buzyan (extern)" userId="S::arseniy.buzyan@edu.stockholm.se::f92a01cd-049f-4602-b292-09b82d2ea4e3" providerId="AD" clId="Web-{580ADE1F-05D8-5378-3E58-2C71E224A597}" dt="2026-03-09T14:50:00.163" v="15"/>
          <ac:graphicFrameMkLst>
            <pc:docMk/>
            <pc:sldMk cId="1003495814" sldId="282"/>
            <ac:graphicFrameMk id="5" creationId="{C315C5EE-4C74-3854-FD9B-B0B642F1A7EE}"/>
          </ac:graphicFrameMkLst>
        </pc:graphicFrameChg>
        <pc:graphicFrameChg chg="add">
          <ac:chgData name="Arseniy Buzyan (extern)" userId="S::arseniy.buzyan@edu.stockholm.se::f92a01cd-049f-4602-b292-09b82d2ea4e3" providerId="AD" clId="Web-{580ADE1F-05D8-5378-3E58-2C71E224A597}" dt="2026-03-09T14:50:22.586" v="26"/>
          <ac:graphicFrameMkLst>
            <pc:docMk/>
            <pc:sldMk cId="1003495814" sldId="282"/>
            <ac:graphicFrameMk id="12" creationId="{82025763-57B3-72D8-D7DB-2B1421532291}"/>
          </ac:graphicFrameMkLst>
        </pc:graphicFrameChg>
        <pc:graphicFrameChg chg="add del">
          <ac:chgData name="Arseniy Buzyan (extern)" userId="S::arseniy.buzyan@edu.stockholm.se::f92a01cd-049f-4602-b292-09b82d2ea4e3" providerId="AD" clId="Web-{580ADE1F-05D8-5378-3E58-2C71E224A597}" dt="2026-03-09T14:50:05.663" v="17"/>
          <ac:graphicFrameMkLst>
            <pc:docMk/>
            <pc:sldMk cId="1003495814" sldId="282"/>
            <ac:graphicFrameMk id="17" creationId="{621F65A5-9F5E-0AEB-B507-731D917A8393}"/>
          </ac:graphicFrameMkLst>
        </pc:graphicFrameChg>
        <pc:cxnChg chg="add del">
          <ac:chgData name="Arseniy Buzyan (extern)" userId="S::arseniy.buzyan@edu.stockholm.se::f92a01cd-049f-4602-b292-09b82d2ea4e3" providerId="AD" clId="Web-{580ADE1F-05D8-5378-3E58-2C71E224A597}" dt="2026-03-09T14:50:00.163" v="15"/>
          <ac:cxnSpMkLst>
            <pc:docMk/>
            <pc:sldMk cId="1003495814" sldId="282"/>
            <ac:cxnSpMk id="11" creationId="{C8F51B3F-8331-4E4A-AE96-D47B1006EEAD}"/>
          </ac:cxnSpMkLst>
        </pc:cxnChg>
      </pc:sldChg>
      <pc:sldChg chg="addSp delSp modSp new mod setBg">
        <pc:chgData name="Arseniy Buzyan (extern)" userId="S::arseniy.buzyan@edu.stockholm.se::f92a01cd-049f-4602-b292-09b82d2ea4e3" providerId="AD" clId="Web-{580ADE1F-05D8-5378-3E58-2C71E224A597}" dt="2026-03-09T14:52:01.931" v="34"/>
        <pc:sldMkLst>
          <pc:docMk/>
          <pc:sldMk cId="625892697" sldId="283"/>
        </pc:sldMkLst>
        <pc:spChg chg="mod">
          <ac:chgData name="Arseniy Buzyan (extern)" userId="S::arseniy.buzyan@edu.stockholm.se::f92a01cd-049f-4602-b292-09b82d2ea4e3" providerId="AD" clId="Web-{580ADE1F-05D8-5378-3E58-2C71E224A597}" dt="2026-03-09T14:52:01.931" v="34"/>
          <ac:spMkLst>
            <pc:docMk/>
            <pc:sldMk cId="625892697" sldId="283"/>
            <ac:spMk id="2" creationId="{B8D72A7B-81EC-69E7-89DA-2DBC4EF5F53E}"/>
          </ac:spMkLst>
        </pc:spChg>
        <pc:spChg chg="del">
          <ac:chgData name="Arseniy Buzyan (extern)" userId="S::arseniy.buzyan@edu.stockholm.se::f92a01cd-049f-4602-b292-09b82d2ea4e3" providerId="AD" clId="Web-{580ADE1F-05D8-5378-3E58-2C71E224A597}" dt="2026-03-09T14:50:48.898" v="31"/>
          <ac:spMkLst>
            <pc:docMk/>
            <pc:sldMk cId="625892697" sldId="283"/>
            <ac:spMk id="3" creationId="{E5858C7D-BD03-087E-AC34-37AC14DCE109}"/>
          </ac:spMkLst>
        </pc:spChg>
        <pc:spChg chg="add">
          <ac:chgData name="Arseniy Buzyan (extern)" userId="S::arseniy.buzyan@edu.stockholm.se::f92a01cd-049f-4602-b292-09b82d2ea4e3" providerId="AD" clId="Web-{580ADE1F-05D8-5378-3E58-2C71E224A597}" dt="2026-03-09T14:50:56.742" v="32"/>
          <ac:spMkLst>
            <pc:docMk/>
            <pc:sldMk cId="625892697" sldId="283"/>
            <ac:spMk id="7" creationId="{6F5A5072-7B47-4D32-B52A-4EBBF590B8A5}"/>
          </ac:spMkLst>
        </pc:spChg>
        <pc:spChg chg="add del">
          <ac:chgData name="Arseniy Buzyan (extern)" userId="S::arseniy.buzyan@edu.stockholm.se::f92a01cd-049f-4602-b292-09b82d2ea4e3" providerId="AD" clId="Web-{580ADE1F-05D8-5378-3E58-2C71E224A597}" dt="2026-03-09T14:52:01.931" v="34"/>
          <ac:spMkLst>
            <pc:docMk/>
            <pc:sldMk cId="625892697" sldId="283"/>
            <ac:spMk id="9" creationId="{9715DAF0-AE1B-46C9-8A6B-DB2AA05AB91D}"/>
          </ac:spMkLst>
        </pc:spChg>
        <pc:spChg chg="add del">
          <ac:chgData name="Arseniy Buzyan (extern)" userId="S::arseniy.buzyan@edu.stockholm.se::f92a01cd-049f-4602-b292-09b82d2ea4e3" providerId="AD" clId="Web-{580ADE1F-05D8-5378-3E58-2C71E224A597}" dt="2026-03-09T14:52:01.931" v="34"/>
          <ac:spMkLst>
            <pc:docMk/>
            <pc:sldMk cId="625892697" sldId="283"/>
            <ac:spMk id="11" creationId="{6016219D-510E-4184-9090-6D5578A87BD1}"/>
          </ac:spMkLst>
        </pc:spChg>
        <pc:spChg chg="add del">
          <ac:chgData name="Arseniy Buzyan (extern)" userId="S::arseniy.buzyan@edu.stockholm.se::f92a01cd-049f-4602-b292-09b82d2ea4e3" providerId="AD" clId="Web-{580ADE1F-05D8-5378-3E58-2C71E224A597}" dt="2026-03-09T14:52:01.931" v="34"/>
          <ac:spMkLst>
            <pc:docMk/>
            <pc:sldMk cId="625892697" sldId="283"/>
            <ac:spMk id="13" creationId="{AFF4A713-7B75-4B21-90D7-5AB19547C728}"/>
          </ac:spMkLst>
        </pc:spChg>
        <pc:spChg chg="add del">
          <ac:chgData name="Arseniy Buzyan (extern)" userId="S::arseniy.buzyan@edu.stockholm.se::f92a01cd-049f-4602-b292-09b82d2ea4e3" providerId="AD" clId="Web-{580ADE1F-05D8-5378-3E58-2C71E224A597}" dt="2026-03-09T14:52:01.931" v="34"/>
          <ac:spMkLst>
            <pc:docMk/>
            <pc:sldMk cId="625892697" sldId="283"/>
            <ac:spMk id="15" creationId="{DC631C0B-6DA6-4E57-8231-CE32B3434A7E}"/>
          </ac:spMkLst>
        </pc:spChg>
        <pc:spChg chg="add del">
          <ac:chgData name="Arseniy Buzyan (extern)" userId="S::arseniy.buzyan@edu.stockholm.se::f92a01cd-049f-4602-b292-09b82d2ea4e3" providerId="AD" clId="Web-{580ADE1F-05D8-5378-3E58-2C71E224A597}" dt="2026-03-09T14:52:01.931" v="34"/>
          <ac:spMkLst>
            <pc:docMk/>
            <pc:sldMk cId="625892697" sldId="283"/>
            <ac:spMk id="17" creationId="{C29501E6-A978-4A61-9689-9085AF97A53A}"/>
          </ac:spMkLst>
        </pc:spChg>
        <pc:spChg chg="add">
          <ac:chgData name="Arseniy Buzyan (extern)" userId="S::arseniy.buzyan@edu.stockholm.se::f92a01cd-049f-4602-b292-09b82d2ea4e3" providerId="AD" clId="Web-{580ADE1F-05D8-5378-3E58-2C71E224A597}" dt="2026-03-09T14:52:01.931" v="34"/>
          <ac:spMkLst>
            <pc:docMk/>
            <pc:sldMk cId="625892697" sldId="283"/>
            <ac:spMk id="22" creationId="{1A3C89F8-0D2F-47FF-B903-151248265F47}"/>
          </ac:spMkLst>
        </pc:spChg>
        <pc:spChg chg="add">
          <ac:chgData name="Arseniy Buzyan (extern)" userId="S::arseniy.buzyan@edu.stockholm.se::f92a01cd-049f-4602-b292-09b82d2ea4e3" providerId="AD" clId="Web-{580ADE1F-05D8-5378-3E58-2C71E224A597}" dt="2026-03-09T14:52:01.931" v="34"/>
          <ac:spMkLst>
            <pc:docMk/>
            <pc:sldMk cId="625892697" sldId="283"/>
            <ac:spMk id="24" creationId="{C5CB530E-515E-412C-9DF1-5F8FFBD6F383}"/>
          </ac:spMkLst>
        </pc:spChg>
        <pc:spChg chg="add">
          <ac:chgData name="Arseniy Buzyan (extern)" userId="S::arseniy.buzyan@edu.stockholm.se::f92a01cd-049f-4602-b292-09b82d2ea4e3" providerId="AD" clId="Web-{580ADE1F-05D8-5378-3E58-2C71E224A597}" dt="2026-03-09T14:52:01.931" v="34"/>
          <ac:spMkLst>
            <pc:docMk/>
            <pc:sldMk cId="625892697" sldId="283"/>
            <ac:spMk id="32" creationId="{508BEF50-7B1E-49A4-BC19-5F4F1D755E64}"/>
          </ac:spMkLst>
        </pc:spChg>
        <pc:spChg chg="add">
          <ac:chgData name="Arseniy Buzyan (extern)" userId="S::arseniy.buzyan@edu.stockholm.se::f92a01cd-049f-4602-b292-09b82d2ea4e3" providerId="AD" clId="Web-{580ADE1F-05D8-5378-3E58-2C71E224A597}" dt="2026-03-09T14:52:01.931" v="34"/>
          <ac:spMkLst>
            <pc:docMk/>
            <pc:sldMk cId="625892697" sldId="283"/>
            <ac:spMk id="36" creationId="{C39ADB8F-D187-49D7-BDCF-C1B6DC727068}"/>
          </ac:spMkLst>
        </pc:spChg>
      </pc:sldChg>
      <pc:sldChg chg="addSp delSp modSp new mod setBg">
        <pc:chgData name="Arseniy Buzyan (extern)" userId="S::arseniy.buzyan@edu.stockholm.se::f92a01cd-049f-4602-b292-09b82d2ea4e3" providerId="AD" clId="Web-{580ADE1F-05D8-5378-3E58-2C71E224A597}" dt="2026-03-09T14:54:46.166" v="230" actId="1076"/>
        <pc:sldMkLst>
          <pc:docMk/>
          <pc:sldMk cId="1338106409" sldId="284"/>
        </pc:sldMkLst>
        <pc:spChg chg="del">
          <ac:chgData name="Arseniy Buzyan (extern)" userId="S::arseniy.buzyan@edu.stockholm.se::f92a01cd-049f-4602-b292-09b82d2ea4e3" providerId="AD" clId="Web-{580ADE1F-05D8-5378-3E58-2C71E224A597}" dt="2026-03-09T14:52:15.399" v="35"/>
          <ac:spMkLst>
            <pc:docMk/>
            <pc:sldMk cId="1338106409" sldId="284"/>
            <ac:spMk id="2" creationId="{648B992B-E8FE-EDF5-970A-94CF6B1E3058}"/>
          </ac:spMkLst>
        </pc:spChg>
        <pc:spChg chg="del mod">
          <ac:chgData name="Arseniy Buzyan (extern)" userId="S::arseniy.buzyan@edu.stockholm.se::f92a01cd-049f-4602-b292-09b82d2ea4e3" providerId="AD" clId="Web-{580ADE1F-05D8-5378-3E58-2C71E224A597}" dt="2026-03-09T14:52:22.431" v="38"/>
          <ac:spMkLst>
            <pc:docMk/>
            <pc:sldMk cId="1338106409" sldId="284"/>
            <ac:spMk id="3" creationId="{1B6B3CCD-B33B-190A-FF16-A617727BBD5A}"/>
          </ac:spMkLst>
        </pc:spChg>
        <pc:spChg chg="add">
          <ac:chgData name="Arseniy Buzyan (extern)" userId="S::arseniy.buzyan@edu.stockholm.se::f92a01cd-049f-4602-b292-09b82d2ea4e3" providerId="AD" clId="Web-{580ADE1F-05D8-5378-3E58-2C71E224A597}" dt="2026-03-09T14:53:30.713" v="59"/>
          <ac:spMkLst>
            <pc:docMk/>
            <pc:sldMk cId="1338106409" sldId="284"/>
            <ac:spMk id="10" creationId="{F3060C83-F051-4F0E-ABAD-AA0DFC48B218}"/>
          </ac:spMkLst>
        </pc:spChg>
        <pc:spChg chg="add">
          <ac:chgData name="Arseniy Buzyan (extern)" userId="S::arseniy.buzyan@edu.stockholm.se::f92a01cd-049f-4602-b292-09b82d2ea4e3" providerId="AD" clId="Web-{580ADE1F-05D8-5378-3E58-2C71E224A597}" dt="2026-03-09T14:53:30.713" v="59"/>
          <ac:spMkLst>
            <pc:docMk/>
            <pc:sldMk cId="1338106409" sldId="284"/>
            <ac:spMk id="12" creationId="{83C98ABE-055B-441F-B07E-44F97F083C39}"/>
          </ac:spMkLst>
        </pc:spChg>
        <pc:spChg chg="add">
          <ac:chgData name="Arseniy Buzyan (extern)" userId="S::arseniy.buzyan@edu.stockholm.se::f92a01cd-049f-4602-b292-09b82d2ea4e3" providerId="AD" clId="Web-{580ADE1F-05D8-5378-3E58-2C71E224A597}" dt="2026-03-09T14:53:30.713" v="59"/>
          <ac:spMkLst>
            <pc:docMk/>
            <pc:sldMk cId="1338106409" sldId="284"/>
            <ac:spMk id="14" creationId="{29FDB030-9B49-4CED-8CCD-4D99382388AC}"/>
          </ac:spMkLst>
        </pc:spChg>
        <pc:spChg chg="add">
          <ac:chgData name="Arseniy Buzyan (extern)" userId="S::arseniy.buzyan@edu.stockholm.se::f92a01cd-049f-4602-b292-09b82d2ea4e3" providerId="AD" clId="Web-{580ADE1F-05D8-5378-3E58-2C71E224A597}" dt="2026-03-09T14:53:30.713" v="59"/>
          <ac:spMkLst>
            <pc:docMk/>
            <pc:sldMk cId="1338106409" sldId="284"/>
            <ac:spMk id="16" creationId="{3783CA14-24A1-485C-8B30-D6A5D87987AD}"/>
          </ac:spMkLst>
        </pc:spChg>
        <pc:spChg chg="add">
          <ac:chgData name="Arseniy Buzyan (extern)" userId="S::arseniy.buzyan@edu.stockholm.se::f92a01cd-049f-4602-b292-09b82d2ea4e3" providerId="AD" clId="Web-{580ADE1F-05D8-5378-3E58-2C71E224A597}" dt="2026-03-09T14:53:30.713" v="59"/>
          <ac:spMkLst>
            <pc:docMk/>
            <pc:sldMk cId="1338106409" sldId="284"/>
            <ac:spMk id="18" creationId="{9A97C86A-04D6-40F7-AE84-31AB43E6A846}"/>
          </ac:spMkLst>
        </pc:spChg>
        <pc:spChg chg="add">
          <ac:chgData name="Arseniy Buzyan (extern)" userId="S::arseniy.buzyan@edu.stockholm.se::f92a01cd-049f-4602-b292-09b82d2ea4e3" providerId="AD" clId="Web-{580ADE1F-05D8-5378-3E58-2C71E224A597}" dt="2026-03-09T14:53:30.713" v="59"/>
          <ac:spMkLst>
            <pc:docMk/>
            <pc:sldMk cId="1338106409" sldId="284"/>
            <ac:spMk id="20" creationId="{FF9F2414-84E8-453E-B1F3-389FDE8192D9}"/>
          </ac:spMkLst>
        </pc:spChg>
        <pc:spChg chg="add">
          <ac:chgData name="Arseniy Buzyan (extern)" userId="S::arseniy.buzyan@edu.stockholm.se::f92a01cd-049f-4602-b292-09b82d2ea4e3" providerId="AD" clId="Web-{580ADE1F-05D8-5378-3E58-2C71E224A597}" dt="2026-03-09T14:53:30.713" v="59"/>
          <ac:spMkLst>
            <pc:docMk/>
            <pc:sldMk cId="1338106409" sldId="284"/>
            <ac:spMk id="22" creationId="{3ECA69A1-7536-43AC-85EF-C7106179F5ED}"/>
          </ac:spMkLst>
        </pc:spChg>
        <pc:graphicFrameChg chg="add mod ord modGraphic">
          <ac:chgData name="Arseniy Buzyan (extern)" userId="S::arseniy.buzyan@edu.stockholm.se::f92a01cd-049f-4602-b292-09b82d2ea4e3" providerId="AD" clId="Web-{580ADE1F-05D8-5378-3E58-2C71E224A597}" dt="2026-03-09T14:54:46.166" v="230" actId="1076"/>
          <ac:graphicFrameMkLst>
            <pc:docMk/>
            <pc:sldMk cId="1338106409" sldId="284"/>
            <ac:graphicFrameMk id="5" creationId="{C4B1A803-4A03-63E9-8EFD-8EED67BBD700}"/>
          </ac:graphicFrameMkLst>
        </pc:graphicFrameChg>
      </pc:sldChg>
      <pc:sldChg chg="addSp delSp modSp new mod setBg">
        <pc:chgData name="Arseniy Buzyan (extern)" userId="S::arseniy.buzyan@edu.stockholm.se::f92a01cd-049f-4602-b292-09b82d2ea4e3" providerId="AD" clId="Web-{580ADE1F-05D8-5378-3E58-2C71E224A597}" dt="2026-03-09T14:58:31.449" v="268"/>
        <pc:sldMkLst>
          <pc:docMk/>
          <pc:sldMk cId="1929546916" sldId="285"/>
        </pc:sldMkLst>
        <pc:spChg chg="mod">
          <ac:chgData name="Arseniy Buzyan (extern)" userId="S::arseniy.buzyan@edu.stockholm.se::f92a01cd-049f-4602-b292-09b82d2ea4e3" providerId="AD" clId="Web-{580ADE1F-05D8-5378-3E58-2C71E224A597}" dt="2026-03-09T14:57:52.933" v="234"/>
          <ac:spMkLst>
            <pc:docMk/>
            <pc:sldMk cId="1929546916" sldId="285"/>
            <ac:spMk id="2" creationId="{30FAE802-6E3E-2103-D559-137EC974A92C}"/>
          </ac:spMkLst>
        </pc:spChg>
        <pc:spChg chg="del">
          <ac:chgData name="Arseniy Buzyan (extern)" userId="S::arseniy.buzyan@edu.stockholm.se::f92a01cd-049f-4602-b292-09b82d2ea4e3" providerId="AD" clId="Web-{580ADE1F-05D8-5378-3E58-2C71E224A597}" dt="2026-03-09T14:57:48.621" v="233"/>
          <ac:spMkLst>
            <pc:docMk/>
            <pc:sldMk cId="1929546916" sldId="285"/>
            <ac:spMk id="3" creationId="{EDFFBB7A-77FF-ECB1-50D6-C98F210AD586}"/>
          </ac:spMkLst>
        </pc:spChg>
        <pc:spChg chg="add">
          <ac:chgData name="Arseniy Buzyan (extern)" userId="S::arseniy.buzyan@edu.stockholm.se::f92a01cd-049f-4602-b292-09b82d2ea4e3" providerId="AD" clId="Web-{580ADE1F-05D8-5378-3E58-2C71E224A597}" dt="2026-03-09T14:57:52.933" v="234"/>
          <ac:spMkLst>
            <pc:docMk/>
            <pc:sldMk cId="1929546916" sldId="285"/>
            <ac:spMk id="10" creationId="{A8384FB5-9ADC-4DDC-881B-597D56F5B15D}"/>
          </ac:spMkLst>
        </pc:spChg>
        <pc:spChg chg="add">
          <ac:chgData name="Arseniy Buzyan (extern)" userId="S::arseniy.buzyan@edu.stockholm.se::f92a01cd-049f-4602-b292-09b82d2ea4e3" providerId="AD" clId="Web-{580ADE1F-05D8-5378-3E58-2C71E224A597}" dt="2026-03-09T14:57:52.933" v="234"/>
          <ac:spMkLst>
            <pc:docMk/>
            <pc:sldMk cId="1929546916" sldId="285"/>
            <ac:spMk id="12" creationId="{1199E1B1-A8C0-4FE8-A5A8-1CB41D69F857}"/>
          </ac:spMkLst>
        </pc:spChg>
        <pc:spChg chg="add">
          <ac:chgData name="Arseniy Buzyan (extern)" userId="S::arseniy.buzyan@edu.stockholm.se::f92a01cd-049f-4602-b292-09b82d2ea4e3" providerId="AD" clId="Web-{580ADE1F-05D8-5378-3E58-2C71E224A597}" dt="2026-03-09T14:57:52.933" v="234"/>
          <ac:spMkLst>
            <pc:docMk/>
            <pc:sldMk cId="1929546916" sldId="285"/>
            <ac:spMk id="14" creationId="{84A8DE83-DE75-4B41-9DB4-A7EC0B0DEC0B}"/>
          </ac:spMkLst>
        </pc:spChg>
        <pc:spChg chg="add">
          <ac:chgData name="Arseniy Buzyan (extern)" userId="S::arseniy.buzyan@edu.stockholm.se::f92a01cd-049f-4602-b292-09b82d2ea4e3" providerId="AD" clId="Web-{580ADE1F-05D8-5378-3E58-2C71E224A597}" dt="2026-03-09T14:57:52.933" v="234"/>
          <ac:spMkLst>
            <pc:docMk/>
            <pc:sldMk cId="1929546916" sldId="285"/>
            <ac:spMk id="16" creationId="{A7009A0A-BEF5-4EAC-AF15-E4F9F002E239}"/>
          </ac:spMkLst>
        </pc:spChg>
        <pc:graphicFrameChg chg="add mod ord modGraphic">
          <ac:chgData name="Arseniy Buzyan (extern)" userId="S::arseniy.buzyan@edu.stockholm.se::f92a01cd-049f-4602-b292-09b82d2ea4e3" providerId="AD" clId="Web-{580ADE1F-05D8-5378-3E58-2C71E224A597}" dt="2026-03-09T14:58:31.449" v="268"/>
          <ac:graphicFrameMkLst>
            <pc:docMk/>
            <pc:sldMk cId="1929546916" sldId="285"/>
            <ac:graphicFrameMk id="5" creationId="{CE5DDE22-0A46-BC6F-A585-7D71EFFE58D7}"/>
          </ac:graphicFrameMkLst>
        </pc:graphicFrameChg>
      </pc:sldChg>
      <pc:sldChg chg="addSp modSp new mod setBg">
        <pc:chgData name="Arseniy Buzyan (extern)" userId="S::arseniy.buzyan@edu.stockholm.se::f92a01cd-049f-4602-b292-09b82d2ea4e3" providerId="AD" clId="Web-{580ADE1F-05D8-5378-3E58-2C71E224A597}" dt="2026-03-09T15:04:31.575" v="276"/>
        <pc:sldMkLst>
          <pc:docMk/>
          <pc:sldMk cId="1573423328" sldId="286"/>
        </pc:sldMkLst>
        <pc:spChg chg="mod">
          <ac:chgData name="Arseniy Buzyan (extern)" userId="S::arseniy.buzyan@edu.stockholm.se::f92a01cd-049f-4602-b292-09b82d2ea4e3" providerId="AD" clId="Web-{580ADE1F-05D8-5378-3E58-2C71E224A597}" dt="2026-03-09T15:04:31.575" v="276"/>
          <ac:spMkLst>
            <pc:docMk/>
            <pc:sldMk cId="1573423328" sldId="286"/>
            <ac:spMk id="2" creationId="{CC942DDA-1F77-483A-A42B-6CC1E5B8FFEA}"/>
          </ac:spMkLst>
        </pc:spChg>
        <pc:spChg chg="mod">
          <ac:chgData name="Arseniy Buzyan (extern)" userId="S::arseniy.buzyan@edu.stockholm.se::f92a01cd-049f-4602-b292-09b82d2ea4e3" providerId="AD" clId="Web-{580ADE1F-05D8-5378-3E58-2C71E224A597}" dt="2026-03-09T15:04:31.575" v="276"/>
          <ac:spMkLst>
            <pc:docMk/>
            <pc:sldMk cId="1573423328" sldId="286"/>
            <ac:spMk id="3" creationId="{0231165A-C2B0-C08C-B065-DB3979EF3FAD}"/>
          </ac:spMkLst>
        </pc:spChg>
        <pc:spChg chg="add">
          <ac:chgData name="Arseniy Buzyan (extern)" userId="S::arseniy.buzyan@edu.stockholm.se::f92a01cd-049f-4602-b292-09b82d2ea4e3" providerId="AD" clId="Web-{580ADE1F-05D8-5378-3E58-2C71E224A597}" dt="2026-03-09T15:04:31.575" v="276"/>
          <ac:spMkLst>
            <pc:docMk/>
            <pc:sldMk cId="1573423328" sldId="286"/>
            <ac:spMk id="8" creationId="{1B15ED52-F352-441B-82BF-E0EA34836D08}"/>
          </ac:spMkLst>
        </pc:spChg>
        <pc:spChg chg="add">
          <ac:chgData name="Arseniy Buzyan (extern)" userId="S::arseniy.buzyan@edu.stockholm.se::f92a01cd-049f-4602-b292-09b82d2ea4e3" providerId="AD" clId="Web-{580ADE1F-05D8-5378-3E58-2C71E224A597}" dt="2026-03-09T15:04:31.575" v="276"/>
          <ac:spMkLst>
            <pc:docMk/>
            <pc:sldMk cId="1573423328" sldId="286"/>
            <ac:spMk id="10" creationId="{3B2E3793-BFE6-45A2-9B7B-E18844431C99}"/>
          </ac:spMkLst>
        </pc:spChg>
        <pc:spChg chg="add">
          <ac:chgData name="Arseniy Buzyan (extern)" userId="S::arseniy.buzyan@edu.stockholm.se::f92a01cd-049f-4602-b292-09b82d2ea4e3" providerId="AD" clId="Web-{580ADE1F-05D8-5378-3E58-2C71E224A597}" dt="2026-03-09T15:04:31.575" v="276"/>
          <ac:spMkLst>
            <pc:docMk/>
            <pc:sldMk cId="1573423328" sldId="286"/>
            <ac:spMk id="12" creationId="{BC4C4868-CB8F-4AF9-9CDB-8108F2C19B67}"/>
          </ac:spMkLst>
        </pc:spChg>
        <pc:spChg chg="add">
          <ac:chgData name="Arseniy Buzyan (extern)" userId="S::arseniy.buzyan@edu.stockholm.se::f92a01cd-049f-4602-b292-09b82d2ea4e3" providerId="AD" clId="Web-{580ADE1F-05D8-5378-3E58-2C71E224A597}" dt="2026-03-09T15:04:31.575" v="276"/>
          <ac:spMkLst>
            <pc:docMk/>
            <pc:sldMk cId="1573423328" sldId="286"/>
            <ac:spMk id="14" creationId="{375E0459-6403-40CD-989D-56A4407CA12E}"/>
          </ac:spMkLst>
        </pc:spChg>
        <pc:spChg chg="add">
          <ac:chgData name="Arseniy Buzyan (extern)" userId="S::arseniy.buzyan@edu.stockholm.se::f92a01cd-049f-4602-b292-09b82d2ea4e3" providerId="AD" clId="Web-{580ADE1F-05D8-5378-3E58-2C71E224A597}" dt="2026-03-09T15:04:31.575" v="276"/>
          <ac:spMkLst>
            <pc:docMk/>
            <pc:sldMk cId="1573423328" sldId="286"/>
            <ac:spMk id="16" creationId="{53E5B1A8-3AC9-4BD1-9BBC-78CA94F2D1BA}"/>
          </ac:spMkLst>
        </pc:spChg>
      </pc:sldChg>
      <pc:sldChg chg="addSp delSp modSp new mod setBg">
        <pc:chgData name="Arseniy Buzyan (extern)" userId="S::arseniy.buzyan@edu.stockholm.se::f92a01cd-049f-4602-b292-09b82d2ea4e3" providerId="AD" clId="Web-{580ADE1F-05D8-5378-3E58-2C71E224A597}" dt="2026-03-09T15:09:16.643" v="881" actId="1076"/>
        <pc:sldMkLst>
          <pc:docMk/>
          <pc:sldMk cId="4228074645" sldId="287"/>
        </pc:sldMkLst>
        <pc:spChg chg="del">
          <ac:chgData name="Arseniy Buzyan (extern)" userId="S::arseniy.buzyan@edu.stockholm.se::f92a01cd-049f-4602-b292-09b82d2ea4e3" providerId="AD" clId="Web-{580ADE1F-05D8-5378-3E58-2C71E224A597}" dt="2026-03-09T15:05:02.607" v="278"/>
          <ac:spMkLst>
            <pc:docMk/>
            <pc:sldMk cId="4228074645" sldId="287"/>
            <ac:spMk id="2" creationId="{CD394E83-2299-F626-54B5-AF98A15917A1}"/>
          </ac:spMkLst>
        </pc:spChg>
        <pc:spChg chg="del mod">
          <ac:chgData name="Arseniy Buzyan (extern)" userId="S::arseniy.buzyan@edu.stockholm.se::f92a01cd-049f-4602-b292-09b82d2ea4e3" providerId="AD" clId="Web-{580ADE1F-05D8-5378-3E58-2C71E224A597}" dt="2026-03-09T15:05:10.373" v="281"/>
          <ac:spMkLst>
            <pc:docMk/>
            <pc:sldMk cId="4228074645" sldId="287"/>
            <ac:spMk id="3" creationId="{6574F426-8DEC-9EE8-13DA-4B7F090B5AE5}"/>
          </ac:spMkLst>
        </pc:spChg>
        <pc:spChg chg="add del">
          <ac:chgData name="Arseniy Buzyan (extern)" userId="S::arseniy.buzyan@edu.stockholm.se::f92a01cd-049f-4602-b292-09b82d2ea4e3" providerId="AD" clId="Web-{580ADE1F-05D8-5378-3E58-2C71E224A597}" dt="2026-03-09T15:06:56.953" v="488"/>
          <ac:spMkLst>
            <pc:docMk/>
            <pc:sldMk cId="4228074645" sldId="287"/>
            <ac:spMk id="10" creationId="{F3060C83-F051-4F0E-ABAD-AA0DFC48B218}"/>
          </ac:spMkLst>
        </pc:spChg>
        <pc:spChg chg="add del">
          <ac:chgData name="Arseniy Buzyan (extern)" userId="S::arseniy.buzyan@edu.stockholm.se::f92a01cd-049f-4602-b292-09b82d2ea4e3" providerId="AD" clId="Web-{580ADE1F-05D8-5378-3E58-2C71E224A597}" dt="2026-03-09T15:06:56.953" v="488"/>
          <ac:spMkLst>
            <pc:docMk/>
            <pc:sldMk cId="4228074645" sldId="287"/>
            <ac:spMk id="12" creationId="{83C98ABE-055B-441F-B07E-44F97F083C39}"/>
          </ac:spMkLst>
        </pc:spChg>
        <pc:spChg chg="add del">
          <ac:chgData name="Arseniy Buzyan (extern)" userId="S::arseniy.buzyan@edu.stockholm.se::f92a01cd-049f-4602-b292-09b82d2ea4e3" providerId="AD" clId="Web-{580ADE1F-05D8-5378-3E58-2C71E224A597}" dt="2026-03-09T15:06:56.953" v="488"/>
          <ac:spMkLst>
            <pc:docMk/>
            <pc:sldMk cId="4228074645" sldId="287"/>
            <ac:spMk id="14" creationId="{29FDB030-9B49-4CED-8CCD-4D99382388AC}"/>
          </ac:spMkLst>
        </pc:spChg>
        <pc:spChg chg="add del">
          <ac:chgData name="Arseniy Buzyan (extern)" userId="S::arseniy.buzyan@edu.stockholm.se::f92a01cd-049f-4602-b292-09b82d2ea4e3" providerId="AD" clId="Web-{580ADE1F-05D8-5378-3E58-2C71E224A597}" dt="2026-03-09T15:06:56.953" v="488"/>
          <ac:spMkLst>
            <pc:docMk/>
            <pc:sldMk cId="4228074645" sldId="287"/>
            <ac:spMk id="16" creationId="{3783CA14-24A1-485C-8B30-D6A5D87987AD}"/>
          </ac:spMkLst>
        </pc:spChg>
        <pc:spChg chg="add del">
          <ac:chgData name="Arseniy Buzyan (extern)" userId="S::arseniy.buzyan@edu.stockholm.se::f92a01cd-049f-4602-b292-09b82d2ea4e3" providerId="AD" clId="Web-{580ADE1F-05D8-5378-3E58-2C71E224A597}" dt="2026-03-09T15:06:56.953" v="488"/>
          <ac:spMkLst>
            <pc:docMk/>
            <pc:sldMk cId="4228074645" sldId="287"/>
            <ac:spMk id="18" creationId="{9A97C86A-04D6-40F7-AE84-31AB43E6A846}"/>
          </ac:spMkLst>
        </pc:spChg>
        <pc:spChg chg="add del">
          <ac:chgData name="Arseniy Buzyan (extern)" userId="S::arseniy.buzyan@edu.stockholm.se::f92a01cd-049f-4602-b292-09b82d2ea4e3" providerId="AD" clId="Web-{580ADE1F-05D8-5378-3E58-2C71E224A597}" dt="2026-03-09T15:06:56.953" v="488"/>
          <ac:spMkLst>
            <pc:docMk/>
            <pc:sldMk cId="4228074645" sldId="287"/>
            <ac:spMk id="20" creationId="{FF9F2414-84E8-453E-B1F3-389FDE8192D9}"/>
          </ac:spMkLst>
        </pc:spChg>
        <pc:spChg chg="add del">
          <ac:chgData name="Arseniy Buzyan (extern)" userId="S::arseniy.buzyan@edu.stockholm.se::f92a01cd-049f-4602-b292-09b82d2ea4e3" providerId="AD" clId="Web-{580ADE1F-05D8-5378-3E58-2C71E224A597}" dt="2026-03-09T15:06:56.953" v="488"/>
          <ac:spMkLst>
            <pc:docMk/>
            <pc:sldMk cId="4228074645" sldId="287"/>
            <ac:spMk id="22" creationId="{3ECA69A1-7536-43AC-85EF-C7106179F5ED}"/>
          </ac:spMkLst>
        </pc:spChg>
        <pc:spChg chg="add del">
          <ac:chgData name="Arseniy Buzyan (extern)" userId="S::arseniy.buzyan@edu.stockholm.se::f92a01cd-049f-4602-b292-09b82d2ea4e3" providerId="AD" clId="Web-{580ADE1F-05D8-5378-3E58-2C71E224A597}" dt="2026-03-09T15:06:59.469" v="490"/>
          <ac:spMkLst>
            <pc:docMk/>
            <pc:sldMk cId="4228074645" sldId="287"/>
            <ac:spMk id="24" creationId="{A8384FB5-9ADC-4DDC-881B-597D56F5B15D}"/>
          </ac:spMkLst>
        </pc:spChg>
        <pc:spChg chg="add del">
          <ac:chgData name="Arseniy Buzyan (extern)" userId="S::arseniy.buzyan@edu.stockholm.se::f92a01cd-049f-4602-b292-09b82d2ea4e3" providerId="AD" clId="Web-{580ADE1F-05D8-5378-3E58-2C71E224A597}" dt="2026-03-09T15:06:59.469" v="490"/>
          <ac:spMkLst>
            <pc:docMk/>
            <pc:sldMk cId="4228074645" sldId="287"/>
            <ac:spMk id="25" creationId="{1199E1B1-A8C0-4FE8-A5A8-1CB41D69F857}"/>
          </ac:spMkLst>
        </pc:spChg>
        <pc:spChg chg="add del">
          <ac:chgData name="Arseniy Buzyan (extern)" userId="S::arseniy.buzyan@edu.stockholm.se::f92a01cd-049f-4602-b292-09b82d2ea4e3" providerId="AD" clId="Web-{580ADE1F-05D8-5378-3E58-2C71E224A597}" dt="2026-03-09T15:06:59.469" v="490"/>
          <ac:spMkLst>
            <pc:docMk/>
            <pc:sldMk cId="4228074645" sldId="287"/>
            <ac:spMk id="26" creationId="{84A8DE83-DE75-4B41-9DB4-A7EC0B0DEC0B}"/>
          </ac:spMkLst>
        </pc:spChg>
        <pc:spChg chg="add del">
          <ac:chgData name="Arseniy Buzyan (extern)" userId="S::arseniy.buzyan@edu.stockholm.se::f92a01cd-049f-4602-b292-09b82d2ea4e3" providerId="AD" clId="Web-{580ADE1F-05D8-5378-3E58-2C71E224A597}" dt="2026-03-09T15:06:59.469" v="490"/>
          <ac:spMkLst>
            <pc:docMk/>
            <pc:sldMk cId="4228074645" sldId="287"/>
            <ac:spMk id="27" creationId="{A7009A0A-BEF5-4EAC-AF15-E4F9F002E239}"/>
          </ac:spMkLst>
        </pc:spChg>
        <pc:spChg chg="add del">
          <ac:chgData name="Arseniy Buzyan (extern)" userId="S::arseniy.buzyan@edu.stockholm.se::f92a01cd-049f-4602-b292-09b82d2ea4e3" providerId="AD" clId="Web-{580ADE1F-05D8-5378-3E58-2C71E224A597}" dt="2026-03-09T15:07:25.470" v="496"/>
          <ac:spMkLst>
            <pc:docMk/>
            <pc:sldMk cId="4228074645" sldId="287"/>
            <ac:spMk id="29" creationId="{F3060C83-F051-4F0E-ABAD-AA0DFC48B218}"/>
          </ac:spMkLst>
        </pc:spChg>
        <pc:spChg chg="add del">
          <ac:chgData name="Arseniy Buzyan (extern)" userId="S::arseniy.buzyan@edu.stockholm.se::f92a01cd-049f-4602-b292-09b82d2ea4e3" providerId="AD" clId="Web-{580ADE1F-05D8-5378-3E58-2C71E224A597}" dt="2026-03-09T15:07:25.470" v="496"/>
          <ac:spMkLst>
            <pc:docMk/>
            <pc:sldMk cId="4228074645" sldId="287"/>
            <ac:spMk id="30" creationId="{83C98ABE-055B-441F-B07E-44F97F083C39}"/>
          </ac:spMkLst>
        </pc:spChg>
        <pc:spChg chg="add del">
          <ac:chgData name="Arseniy Buzyan (extern)" userId="S::arseniy.buzyan@edu.stockholm.se::f92a01cd-049f-4602-b292-09b82d2ea4e3" providerId="AD" clId="Web-{580ADE1F-05D8-5378-3E58-2C71E224A597}" dt="2026-03-09T15:07:25.470" v="496"/>
          <ac:spMkLst>
            <pc:docMk/>
            <pc:sldMk cId="4228074645" sldId="287"/>
            <ac:spMk id="31" creationId="{29FDB030-9B49-4CED-8CCD-4D99382388AC}"/>
          </ac:spMkLst>
        </pc:spChg>
        <pc:spChg chg="add del">
          <ac:chgData name="Arseniy Buzyan (extern)" userId="S::arseniy.buzyan@edu.stockholm.se::f92a01cd-049f-4602-b292-09b82d2ea4e3" providerId="AD" clId="Web-{580ADE1F-05D8-5378-3E58-2C71E224A597}" dt="2026-03-09T15:07:25.470" v="496"/>
          <ac:spMkLst>
            <pc:docMk/>
            <pc:sldMk cId="4228074645" sldId="287"/>
            <ac:spMk id="32" creationId="{3783CA14-24A1-485C-8B30-D6A5D87987AD}"/>
          </ac:spMkLst>
        </pc:spChg>
        <pc:spChg chg="add del">
          <ac:chgData name="Arseniy Buzyan (extern)" userId="S::arseniy.buzyan@edu.stockholm.se::f92a01cd-049f-4602-b292-09b82d2ea4e3" providerId="AD" clId="Web-{580ADE1F-05D8-5378-3E58-2C71E224A597}" dt="2026-03-09T15:07:25.470" v="496"/>
          <ac:spMkLst>
            <pc:docMk/>
            <pc:sldMk cId="4228074645" sldId="287"/>
            <ac:spMk id="33" creationId="{9A97C86A-04D6-40F7-AE84-31AB43E6A846}"/>
          </ac:spMkLst>
        </pc:spChg>
        <pc:spChg chg="add del">
          <ac:chgData name="Arseniy Buzyan (extern)" userId="S::arseniy.buzyan@edu.stockholm.se::f92a01cd-049f-4602-b292-09b82d2ea4e3" providerId="AD" clId="Web-{580ADE1F-05D8-5378-3E58-2C71E224A597}" dt="2026-03-09T15:07:25.470" v="496"/>
          <ac:spMkLst>
            <pc:docMk/>
            <pc:sldMk cId="4228074645" sldId="287"/>
            <ac:spMk id="34" creationId="{FF9F2414-84E8-453E-B1F3-389FDE8192D9}"/>
          </ac:spMkLst>
        </pc:spChg>
        <pc:spChg chg="add del">
          <ac:chgData name="Arseniy Buzyan (extern)" userId="S::arseniy.buzyan@edu.stockholm.se::f92a01cd-049f-4602-b292-09b82d2ea4e3" providerId="AD" clId="Web-{580ADE1F-05D8-5378-3E58-2C71E224A597}" dt="2026-03-09T15:07:25.470" v="496"/>
          <ac:spMkLst>
            <pc:docMk/>
            <pc:sldMk cId="4228074645" sldId="287"/>
            <ac:spMk id="35" creationId="{3ECA69A1-7536-43AC-85EF-C7106179F5ED}"/>
          </ac:spMkLst>
        </pc:spChg>
        <pc:spChg chg="del">
          <ac:chgData name="Arseniy Buzyan (extern)" userId="S::arseniy.buzyan@edu.stockholm.se::f92a01cd-049f-4602-b292-09b82d2ea4e3" providerId="AD" clId="Web-{580ADE1F-05D8-5378-3E58-2C71E224A597}" dt="2026-03-09T15:07:39.001" v="500"/>
          <ac:spMkLst>
            <pc:docMk/>
            <pc:sldMk cId="4228074645" sldId="287"/>
            <ac:spMk id="40" creationId="{A8384FB5-9ADC-4DDC-881B-597D56F5B15D}"/>
          </ac:spMkLst>
        </pc:spChg>
        <pc:spChg chg="add del">
          <ac:chgData name="Arseniy Buzyan (extern)" userId="S::arseniy.buzyan@edu.stockholm.se::f92a01cd-049f-4602-b292-09b82d2ea4e3" providerId="AD" clId="Web-{580ADE1F-05D8-5378-3E58-2C71E224A597}" dt="2026-03-09T15:07:39.001" v="500"/>
          <ac:spMkLst>
            <pc:docMk/>
            <pc:sldMk cId="4228074645" sldId="287"/>
            <ac:spMk id="42" creationId="{1199E1B1-A8C0-4FE8-A5A8-1CB41D69F857}"/>
          </ac:spMkLst>
        </pc:spChg>
        <pc:spChg chg="add del">
          <ac:chgData name="Arseniy Buzyan (extern)" userId="S::arseniy.buzyan@edu.stockholm.se::f92a01cd-049f-4602-b292-09b82d2ea4e3" providerId="AD" clId="Web-{580ADE1F-05D8-5378-3E58-2C71E224A597}" dt="2026-03-09T15:07:39.001" v="500"/>
          <ac:spMkLst>
            <pc:docMk/>
            <pc:sldMk cId="4228074645" sldId="287"/>
            <ac:spMk id="44" creationId="{84A8DE83-DE75-4B41-9DB4-A7EC0B0DEC0B}"/>
          </ac:spMkLst>
        </pc:spChg>
        <pc:spChg chg="add del">
          <ac:chgData name="Arseniy Buzyan (extern)" userId="S::arseniy.buzyan@edu.stockholm.se::f92a01cd-049f-4602-b292-09b82d2ea4e3" providerId="AD" clId="Web-{580ADE1F-05D8-5378-3E58-2C71E224A597}" dt="2026-03-09T15:07:39.001" v="500"/>
          <ac:spMkLst>
            <pc:docMk/>
            <pc:sldMk cId="4228074645" sldId="287"/>
            <ac:spMk id="46" creationId="{A7009A0A-BEF5-4EAC-AF15-E4F9F002E239}"/>
          </ac:spMkLst>
        </pc:spChg>
        <pc:spChg chg="add">
          <ac:chgData name="Arseniy Buzyan (extern)" userId="S::arseniy.buzyan@edu.stockholm.se::f92a01cd-049f-4602-b292-09b82d2ea4e3" providerId="AD" clId="Web-{580ADE1F-05D8-5378-3E58-2C71E224A597}" dt="2026-03-09T15:07:39.001" v="500"/>
          <ac:spMkLst>
            <pc:docMk/>
            <pc:sldMk cId="4228074645" sldId="287"/>
            <ac:spMk id="51" creationId="{A8384FB5-9ADC-4DDC-881B-597D56F5B15D}"/>
          </ac:spMkLst>
        </pc:spChg>
        <pc:spChg chg="add">
          <ac:chgData name="Arseniy Buzyan (extern)" userId="S::arseniy.buzyan@edu.stockholm.se::f92a01cd-049f-4602-b292-09b82d2ea4e3" providerId="AD" clId="Web-{580ADE1F-05D8-5378-3E58-2C71E224A597}" dt="2026-03-09T15:07:39.001" v="500"/>
          <ac:spMkLst>
            <pc:docMk/>
            <pc:sldMk cId="4228074645" sldId="287"/>
            <ac:spMk id="53" creationId="{1199E1B1-A8C0-4FE8-A5A8-1CB41D69F857}"/>
          </ac:spMkLst>
        </pc:spChg>
        <pc:spChg chg="add">
          <ac:chgData name="Arseniy Buzyan (extern)" userId="S::arseniy.buzyan@edu.stockholm.se::f92a01cd-049f-4602-b292-09b82d2ea4e3" providerId="AD" clId="Web-{580ADE1F-05D8-5378-3E58-2C71E224A597}" dt="2026-03-09T15:07:39.001" v="500"/>
          <ac:spMkLst>
            <pc:docMk/>
            <pc:sldMk cId="4228074645" sldId="287"/>
            <ac:spMk id="55" creationId="{84A8DE83-DE75-4B41-9DB4-A7EC0B0DEC0B}"/>
          </ac:spMkLst>
        </pc:spChg>
        <pc:spChg chg="add">
          <ac:chgData name="Arseniy Buzyan (extern)" userId="S::arseniy.buzyan@edu.stockholm.se::f92a01cd-049f-4602-b292-09b82d2ea4e3" providerId="AD" clId="Web-{580ADE1F-05D8-5378-3E58-2C71E224A597}" dt="2026-03-09T15:07:39.001" v="500"/>
          <ac:spMkLst>
            <pc:docMk/>
            <pc:sldMk cId="4228074645" sldId="287"/>
            <ac:spMk id="57" creationId="{A7009A0A-BEF5-4EAC-AF15-E4F9F002E239}"/>
          </ac:spMkLst>
        </pc:spChg>
        <pc:graphicFrameChg chg="add mod ord modGraphic">
          <ac:chgData name="Arseniy Buzyan (extern)" userId="S::arseniy.buzyan@edu.stockholm.se::f92a01cd-049f-4602-b292-09b82d2ea4e3" providerId="AD" clId="Web-{580ADE1F-05D8-5378-3E58-2C71E224A597}" dt="2026-03-09T15:09:16.643" v="881" actId="1076"/>
          <ac:graphicFrameMkLst>
            <pc:docMk/>
            <pc:sldMk cId="4228074645" sldId="287"/>
            <ac:graphicFrameMk id="5" creationId="{195DAE58-3C28-719A-683C-A36A4D739E36}"/>
          </ac:graphicFrameMkLst>
        </pc:graphicFrameChg>
      </pc:sldChg>
      <pc:sldChg chg="addSp delSp modSp new mod setBg">
        <pc:chgData name="Arseniy Buzyan (extern)" userId="S::arseniy.buzyan@edu.stockholm.se::f92a01cd-049f-4602-b292-09b82d2ea4e3" providerId="AD" clId="Web-{580ADE1F-05D8-5378-3E58-2C71E224A597}" dt="2026-03-09T15:11:11.175" v="1059" actId="1076"/>
        <pc:sldMkLst>
          <pc:docMk/>
          <pc:sldMk cId="609184850" sldId="288"/>
        </pc:sldMkLst>
        <pc:spChg chg="mod">
          <ac:chgData name="Arseniy Buzyan (extern)" userId="S::arseniy.buzyan@edu.stockholm.se::f92a01cd-049f-4602-b292-09b82d2ea4e3" providerId="AD" clId="Web-{580ADE1F-05D8-5378-3E58-2C71E224A597}" dt="2026-03-09T15:10:11.784" v="893"/>
          <ac:spMkLst>
            <pc:docMk/>
            <pc:sldMk cId="609184850" sldId="288"/>
            <ac:spMk id="2" creationId="{F34120B0-2F1D-61FC-5666-41FE5C661157}"/>
          </ac:spMkLst>
        </pc:spChg>
        <pc:spChg chg="del mod">
          <ac:chgData name="Arseniy Buzyan (extern)" userId="S::arseniy.buzyan@edu.stockholm.se::f92a01cd-049f-4602-b292-09b82d2ea4e3" providerId="AD" clId="Web-{580ADE1F-05D8-5378-3E58-2C71E224A597}" dt="2026-03-09T15:10:02.518" v="888"/>
          <ac:spMkLst>
            <pc:docMk/>
            <pc:sldMk cId="609184850" sldId="288"/>
            <ac:spMk id="3" creationId="{B14A7587-B16A-F34D-5962-3BFF4838E1F6}"/>
          </ac:spMkLst>
        </pc:spChg>
        <pc:spChg chg="add del">
          <ac:chgData name="Arseniy Buzyan (extern)" userId="S::arseniy.buzyan@edu.stockholm.se::f92a01cd-049f-4602-b292-09b82d2ea4e3" providerId="AD" clId="Web-{580ADE1F-05D8-5378-3E58-2C71E224A597}" dt="2026-03-09T15:10:08.987" v="890"/>
          <ac:spMkLst>
            <pc:docMk/>
            <pc:sldMk cId="609184850" sldId="288"/>
            <ac:spMk id="10" creationId="{A8384FB5-9ADC-4DDC-881B-597D56F5B15D}"/>
          </ac:spMkLst>
        </pc:spChg>
        <pc:spChg chg="add del">
          <ac:chgData name="Arseniy Buzyan (extern)" userId="S::arseniy.buzyan@edu.stockholm.se::f92a01cd-049f-4602-b292-09b82d2ea4e3" providerId="AD" clId="Web-{580ADE1F-05D8-5378-3E58-2C71E224A597}" dt="2026-03-09T15:10:08.987" v="890"/>
          <ac:spMkLst>
            <pc:docMk/>
            <pc:sldMk cId="609184850" sldId="288"/>
            <ac:spMk id="12" creationId="{1199E1B1-A8C0-4FE8-A5A8-1CB41D69F857}"/>
          </ac:spMkLst>
        </pc:spChg>
        <pc:spChg chg="add del">
          <ac:chgData name="Arseniy Buzyan (extern)" userId="S::arseniy.buzyan@edu.stockholm.se::f92a01cd-049f-4602-b292-09b82d2ea4e3" providerId="AD" clId="Web-{580ADE1F-05D8-5378-3E58-2C71E224A597}" dt="2026-03-09T15:10:08.987" v="890"/>
          <ac:spMkLst>
            <pc:docMk/>
            <pc:sldMk cId="609184850" sldId="288"/>
            <ac:spMk id="14" creationId="{84A8DE83-DE75-4B41-9DB4-A7EC0B0DEC0B}"/>
          </ac:spMkLst>
        </pc:spChg>
        <pc:spChg chg="add del">
          <ac:chgData name="Arseniy Buzyan (extern)" userId="S::arseniy.buzyan@edu.stockholm.se::f92a01cd-049f-4602-b292-09b82d2ea4e3" providerId="AD" clId="Web-{580ADE1F-05D8-5378-3E58-2C71E224A597}" dt="2026-03-09T15:10:08.987" v="890"/>
          <ac:spMkLst>
            <pc:docMk/>
            <pc:sldMk cId="609184850" sldId="288"/>
            <ac:spMk id="16" creationId="{A7009A0A-BEF5-4EAC-AF15-E4F9F002E239}"/>
          </ac:spMkLst>
        </pc:spChg>
        <pc:spChg chg="add del">
          <ac:chgData name="Arseniy Buzyan (extern)" userId="S::arseniy.buzyan@edu.stockholm.se::f92a01cd-049f-4602-b292-09b82d2ea4e3" providerId="AD" clId="Web-{580ADE1F-05D8-5378-3E58-2C71E224A597}" dt="2026-03-09T15:10:11.768" v="892"/>
          <ac:spMkLst>
            <pc:docMk/>
            <pc:sldMk cId="609184850" sldId="288"/>
            <ac:spMk id="18" creationId="{BCED4D40-4B67-4331-AC48-79B82B4A47D8}"/>
          </ac:spMkLst>
        </pc:spChg>
        <pc:spChg chg="add del">
          <ac:chgData name="Arseniy Buzyan (extern)" userId="S::arseniy.buzyan@edu.stockholm.se::f92a01cd-049f-4602-b292-09b82d2ea4e3" providerId="AD" clId="Web-{580ADE1F-05D8-5378-3E58-2C71E224A597}" dt="2026-03-09T15:10:11.768" v="892"/>
          <ac:spMkLst>
            <pc:docMk/>
            <pc:sldMk cId="609184850" sldId="288"/>
            <ac:spMk id="19" creationId="{670CEDEF-4F34-412E-84EE-329C1E936AF5}"/>
          </ac:spMkLst>
        </pc:spChg>
        <pc:spChg chg="add">
          <ac:chgData name="Arseniy Buzyan (extern)" userId="S::arseniy.buzyan@edu.stockholm.se::f92a01cd-049f-4602-b292-09b82d2ea4e3" providerId="AD" clId="Web-{580ADE1F-05D8-5378-3E58-2C71E224A597}" dt="2026-03-09T15:10:11.784" v="893"/>
          <ac:spMkLst>
            <pc:docMk/>
            <pc:sldMk cId="609184850" sldId="288"/>
            <ac:spMk id="21" creationId="{A8384FB5-9ADC-4DDC-881B-597D56F5B15D}"/>
          </ac:spMkLst>
        </pc:spChg>
        <pc:spChg chg="add">
          <ac:chgData name="Arseniy Buzyan (extern)" userId="S::arseniy.buzyan@edu.stockholm.se::f92a01cd-049f-4602-b292-09b82d2ea4e3" providerId="AD" clId="Web-{580ADE1F-05D8-5378-3E58-2C71E224A597}" dt="2026-03-09T15:10:11.784" v="893"/>
          <ac:spMkLst>
            <pc:docMk/>
            <pc:sldMk cId="609184850" sldId="288"/>
            <ac:spMk id="22" creationId="{1199E1B1-A8C0-4FE8-A5A8-1CB41D69F857}"/>
          </ac:spMkLst>
        </pc:spChg>
        <pc:spChg chg="add">
          <ac:chgData name="Arseniy Buzyan (extern)" userId="S::arseniy.buzyan@edu.stockholm.se::f92a01cd-049f-4602-b292-09b82d2ea4e3" providerId="AD" clId="Web-{580ADE1F-05D8-5378-3E58-2C71E224A597}" dt="2026-03-09T15:10:11.784" v="893"/>
          <ac:spMkLst>
            <pc:docMk/>
            <pc:sldMk cId="609184850" sldId="288"/>
            <ac:spMk id="23" creationId="{84A8DE83-DE75-4B41-9DB4-A7EC0B0DEC0B}"/>
          </ac:spMkLst>
        </pc:spChg>
        <pc:spChg chg="add">
          <ac:chgData name="Arseniy Buzyan (extern)" userId="S::arseniy.buzyan@edu.stockholm.se::f92a01cd-049f-4602-b292-09b82d2ea4e3" providerId="AD" clId="Web-{580ADE1F-05D8-5378-3E58-2C71E224A597}" dt="2026-03-09T15:10:11.784" v="893"/>
          <ac:spMkLst>
            <pc:docMk/>
            <pc:sldMk cId="609184850" sldId="288"/>
            <ac:spMk id="24" creationId="{A7009A0A-BEF5-4EAC-AF15-E4F9F002E239}"/>
          </ac:spMkLst>
        </pc:spChg>
        <pc:graphicFrameChg chg="add mod ord modGraphic">
          <ac:chgData name="Arseniy Buzyan (extern)" userId="S::arseniy.buzyan@edu.stockholm.se::f92a01cd-049f-4602-b292-09b82d2ea4e3" providerId="AD" clId="Web-{580ADE1F-05D8-5378-3E58-2C71E224A597}" dt="2026-03-09T15:11:11.175" v="1059" actId="1076"/>
          <ac:graphicFrameMkLst>
            <pc:docMk/>
            <pc:sldMk cId="609184850" sldId="288"/>
            <ac:graphicFrameMk id="5" creationId="{83DD1A85-52BB-500F-388F-2987D0DD2530}"/>
          </ac:graphicFrameMkLst>
        </pc:graphicFrameChg>
      </pc:sldChg>
      <pc:sldChg chg="addSp delSp modSp new mod setBg">
        <pc:chgData name="Arseniy Buzyan (extern)" userId="S::arseniy.buzyan@edu.stockholm.se::f92a01cd-049f-4602-b292-09b82d2ea4e3" providerId="AD" clId="Web-{580ADE1F-05D8-5378-3E58-2C71E224A597}" dt="2026-03-09T15:12:41.567" v="1149"/>
        <pc:sldMkLst>
          <pc:docMk/>
          <pc:sldMk cId="378003525" sldId="289"/>
        </pc:sldMkLst>
        <pc:spChg chg="mod">
          <ac:chgData name="Arseniy Buzyan (extern)" userId="S::arseniy.buzyan@edu.stockholm.se::f92a01cd-049f-4602-b292-09b82d2ea4e3" providerId="AD" clId="Web-{580ADE1F-05D8-5378-3E58-2C71E224A597}" dt="2026-03-09T15:12:00.363" v="1063"/>
          <ac:spMkLst>
            <pc:docMk/>
            <pc:sldMk cId="378003525" sldId="289"/>
            <ac:spMk id="2" creationId="{2F037B05-8D04-800E-5788-30C6A7D3D18C}"/>
          </ac:spMkLst>
        </pc:spChg>
        <pc:spChg chg="del">
          <ac:chgData name="Arseniy Buzyan (extern)" userId="S::arseniy.buzyan@edu.stockholm.se::f92a01cd-049f-4602-b292-09b82d2ea4e3" providerId="AD" clId="Web-{580ADE1F-05D8-5378-3E58-2C71E224A597}" dt="2026-03-09T15:11:56.801" v="1062"/>
          <ac:spMkLst>
            <pc:docMk/>
            <pc:sldMk cId="378003525" sldId="289"/>
            <ac:spMk id="3" creationId="{38EE7598-4DC2-773E-91CA-B600400BBE30}"/>
          </ac:spMkLst>
        </pc:spChg>
        <pc:spChg chg="add">
          <ac:chgData name="Arseniy Buzyan (extern)" userId="S::arseniy.buzyan@edu.stockholm.se::f92a01cd-049f-4602-b292-09b82d2ea4e3" providerId="AD" clId="Web-{580ADE1F-05D8-5378-3E58-2C71E224A597}" dt="2026-03-09T15:12:00.363" v="1063"/>
          <ac:spMkLst>
            <pc:docMk/>
            <pc:sldMk cId="378003525" sldId="289"/>
            <ac:spMk id="10" creationId="{A8384FB5-9ADC-4DDC-881B-597D56F5B15D}"/>
          </ac:spMkLst>
        </pc:spChg>
        <pc:spChg chg="add">
          <ac:chgData name="Arseniy Buzyan (extern)" userId="S::arseniy.buzyan@edu.stockholm.se::f92a01cd-049f-4602-b292-09b82d2ea4e3" providerId="AD" clId="Web-{580ADE1F-05D8-5378-3E58-2C71E224A597}" dt="2026-03-09T15:12:00.363" v="1063"/>
          <ac:spMkLst>
            <pc:docMk/>
            <pc:sldMk cId="378003525" sldId="289"/>
            <ac:spMk id="12" creationId="{1199E1B1-A8C0-4FE8-A5A8-1CB41D69F857}"/>
          </ac:spMkLst>
        </pc:spChg>
        <pc:spChg chg="add">
          <ac:chgData name="Arseniy Buzyan (extern)" userId="S::arseniy.buzyan@edu.stockholm.se::f92a01cd-049f-4602-b292-09b82d2ea4e3" providerId="AD" clId="Web-{580ADE1F-05D8-5378-3E58-2C71E224A597}" dt="2026-03-09T15:12:00.363" v="1063"/>
          <ac:spMkLst>
            <pc:docMk/>
            <pc:sldMk cId="378003525" sldId="289"/>
            <ac:spMk id="14" creationId="{84A8DE83-DE75-4B41-9DB4-A7EC0B0DEC0B}"/>
          </ac:spMkLst>
        </pc:spChg>
        <pc:spChg chg="add">
          <ac:chgData name="Arseniy Buzyan (extern)" userId="S::arseniy.buzyan@edu.stockholm.se::f92a01cd-049f-4602-b292-09b82d2ea4e3" providerId="AD" clId="Web-{580ADE1F-05D8-5378-3E58-2C71E224A597}" dt="2026-03-09T15:12:00.363" v="1063"/>
          <ac:spMkLst>
            <pc:docMk/>
            <pc:sldMk cId="378003525" sldId="289"/>
            <ac:spMk id="16" creationId="{A7009A0A-BEF5-4EAC-AF15-E4F9F002E239}"/>
          </ac:spMkLst>
        </pc:spChg>
        <pc:graphicFrameChg chg="add mod ord modGraphic">
          <ac:chgData name="Arseniy Buzyan (extern)" userId="S::arseniy.buzyan@edu.stockholm.se::f92a01cd-049f-4602-b292-09b82d2ea4e3" providerId="AD" clId="Web-{580ADE1F-05D8-5378-3E58-2C71E224A597}" dt="2026-03-09T15:12:41.567" v="1149"/>
          <ac:graphicFrameMkLst>
            <pc:docMk/>
            <pc:sldMk cId="378003525" sldId="289"/>
            <ac:graphicFrameMk id="5" creationId="{42430493-ABB7-3A43-9256-AE816C8F8F0F}"/>
          </ac:graphicFrameMkLst>
        </pc:graphicFrameChg>
      </pc:sldChg>
      <pc:sldChg chg="addSp delSp modSp new mod setBg">
        <pc:chgData name="Arseniy Buzyan (extern)" userId="S::arseniy.buzyan@edu.stockholm.se::f92a01cd-049f-4602-b292-09b82d2ea4e3" providerId="AD" clId="Web-{580ADE1F-05D8-5378-3E58-2C71E224A597}" dt="2026-03-09T15:19:32.541" v="1159" actId="20577"/>
        <pc:sldMkLst>
          <pc:docMk/>
          <pc:sldMk cId="3805623888" sldId="290"/>
        </pc:sldMkLst>
        <pc:spChg chg="mod">
          <ac:chgData name="Arseniy Buzyan (extern)" userId="S::arseniy.buzyan@edu.stockholm.se::f92a01cd-049f-4602-b292-09b82d2ea4e3" providerId="AD" clId="Web-{580ADE1F-05D8-5378-3E58-2C71E224A597}" dt="2026-03-09T15:19:18.932" v="1155"/>
          <ac:spMkLst>
            <pc:docMk/>
            <pc:sldMk cId="3805623888" sldId="290"/>
            <ac:spMk id="2" creationId="{E05DC45C-F041-7BAB-CB58-963315D16887}"/>
          </ac:spMkLst>
        </pc:spChg>
        <pc:spChg chg="mod">
          <ac:chgData name="Arseniy Buzyan (extern)" userId="S::arseniy.buzyan@edu.stockholm.se::f92a01cd-049f-4602-b292-09b82d2ea4e3" providerId="AD" clId="Web-{580ADE1F-05D8-5378-3E58-2C71E224A597}" dt="2026-03-09T15:19:32.541" v="1159" actId="20577"/>
          <ac:spMkLst>
            <pc:docMk/>
            <pc:sldMk cId="3805623888" sldId="290"/>
            <ac:spMk id="3" creationId="{D71583BF-E09E-4DAF-0BF4-FCB619E90AA6}"/>
          </ac:spMkLst>
        </pc:spChg>
        <pc:spChg chg="add del">
          <ac:chgData name="Arseniy Buzyan (extern)" userId="S::arseniy.buzyan@edu.stockholm.se::f92a01cd-049f-4602-b292-09b82d2ea4e3" providerId="AD" clId="Web-{580ADE1F-05D8-5378-3E58-2C71E224A597}" dt="2026-03-09T15:19:18.822" v="1154"/>
          <ac:spMkLst>
            <pc:docMk/>
            <pc:sldMk cId="3805623888" sldId="290"/>
            <ac:spMk id="8" creationId="{DEE2AD96-B495-4E06-9291-B71706F728CB}"/>
          </ac:spMkLst>
        </pc:spChg>
        <pc:spChg chg="add del">
          <ac:chgData name="Arseniy Buzyan (extern)" userId="S::arseniy.buzyan@edu.stockholm.se::f92a01cd-049f-4602-b292-09b82d2ea4e3" providerId="AD" clId="Web-{580ADE1F-05D8-5378-3E58-2C71E224A597}" dt="2026-03-09T15:19:18.822" v="1154"/>
          <ac:spMkLst>
            <pc:docMk/>
            <pc:sldMk cId="3805623888" sldId="290"/>
            <ac:spMk id="10" creationId="{53CF6D67-C5A8-4ADD-9E8E-1E38CA1D3166}"/>
          </ac:spMkLst>
        </pc:spChg>
        <pc:spChg chg="add del">
          <ac:chgData name="Arseniy Buzyan (extern)" userId="S::arseniy.buzyan@edu.stockholm.se::f92a01cd-049f-4602-b292-09b82d2ea4e3" providerId="AD" clId="Web-{580ADE1F-05D8-5378-3E58-2C71E224A597}" dt="2026-03-09T15:19:18.822" v="1154"/>
          <ac:spMkLst>
            <pc:docMk/>
            <pc:sldMk cId="3805623888" sldId="290"/>
            <ac:spMk id="12" creationId="{86909FA0-B515-4681-B7A8-FA281D133B94}"/>
          </ac:spMkLst>
        </pc:spChg>
        <pc:spChg chg="add del">
          <ac:chgData name="Arseniy Buzyan (extern)" userId="S::arseniy.buzyan@edu.stockholm.se::f92a01cd-049f-4602-b292-09b82d2ea4e3" providerId="AD" clId="Web-{580ADE1F-05D8-5378-3E58-2C71E224A597}" dt="2026-03-09T15:19:18.822" v="1154"/>
          <ac:spMkLst>
            <pc:docMk/>
            <pc:sldMk cId="3805623888" sldId="290"/>
            <ac:spMk id="14" creationId="{21C9FE86-FCC3-4A31-AA1C-C882262B7FE7}"/>
          </ac:spMkLst>
        </pc:spChg>
        <pc:spChg chg="add del">
          <ac:chgData name="Arseniy Buzyan (extern)" userId="S::arseniy.buzyan@edu.stockholm.se::f92a01cd-049f-4602-b292-09b82d2ea4e3" providerId="AD" clId="Web-{580ADE1F-05D8-5378-3E58-2C71E224A597}" dt="2026-03-09T15:19:18.822" v="1154"/>
          <ac:spMkLst>
            <pc:docMk/>
            <pc:sldMk cId="3805623888" sldId="290"/>
            <ac:spMk id="16" creationId="{7D96243B-ECED-4B71-8E06-AE9A285EAD20}"/>
          </ac:spMkLst>
        </pc:spChg>
        <pc:spChg chg="add del">
          <ac:chgData name="Arseniy Buzyan (extern)" userId="S::arseniy.buzyan@edu.stockholm.se::f92a01cd-049f-4602-b292-09b82d2ea4e3" providerId="AD" clId="Web-{580ADE1F-05D8-5378-3E58-2C71E224A597}" dt="2026-03-09T15:19:18.822" v="1154"/>
          <ac:spMkLst>
            <pc:docMk/>
            <pc:sldMk cId="3805623888" sldId="290"/>
            <ac:spMk id="18" creationId="{A09989E4-EFDC-4A90-A633-E0525FB4139E}"/>
          </ac:spMkLst>
        </pc:spChg>
        <pc:spChg chg="add">
          <ac:chgData name="Arseniy Buzyan (extern)" userId="S::arseniy.buzyan@edu.stockholm.se::f92a01cd-049f-4602-b292-09b82d2ea4e3" providerId="AD" clId="Web-{580ADE1F-05D8-5378-3E58-2C71E224A597}" dt="2026-03-09T15:19:18.932" v="1155"/>
          <ac:spMkLst>
            <pc:docMk/>
            <pc:sldMk cId="3805623888" sldId="290"/>
            <ac:spMk id="24" creationId="{815925C2-A704-4D47-B1C1-3FCA52512EC1}"/>
          </ac:spMkLst>
        </pc:spChg>
        <pc:spChg chg="add">
          <ac:chgData name="Arseniy Buzyan (extern)" userId="S::arseniy.buzyan@edu.stockholm.se::f92a01cd-049f-4602-b292-09b82d2ea4e3" providerId="AD" clId="Web-{580ADE1F-05D8-5378-3E58-2C71E224A597}" dt="2026-03-09T15:19:18.932" v="1155"/>
          <ac:spMkLst>
            <pc:docMk/>
            <pc:sldMk cId="3805623888" sldId="290"/>
            <ac:spMk id="25" creationId="{01D4315C-C23C-4FD3-98DF-08C29E2292A8}"/>
          </ac:spMkLst>
        </pc:spChg>
        <pc:grpChg chg="add">
          <ac:chgData name="Arseniy Buzyan (extern)" userId="S::arseniy.buzyan@edu.stockholm.se::f92a01cd-049f-4602-b292-09b82d2ea4e3" providerId="AD" clId="Web-{580ADE1F-05D8-5378-3E58-2C71E224A597}" dt="2026-03-09T15:19:18.932" v="1155"/>
          <ac:grpSpMkLst>
            <pc:docMk/>
            <pc:sldMk cId="3805623888" sldId="290"/>
            <ac:grpSpMk id="26" creationId="{5E6B47BC-43FD-4C91-8BFF-B41B99A8A39E}"/>
          </ac:grpSpMkLst>
        </pc:grpChg>
        <pc:grpChg chg="add">
          <ac:chgData name="Arseniy Buzyan (extern)" userId="S::arseniy.buzyan@edu.stockholm.se::f92a01cd-049f-4602-b292-09b82d2ea4e3" providerId="AD" clId="Web-{580ADE1F-05D8-5378-3E58-2C71E224A597}" dt="2026-03-09T15:19:18.932" v="1155"/>
          <ac:grpSpMkLst>
            <pc:docMk/>
            <pc:sldMk cId="3805623888" sldId="290"/>
            <ac:grpSpMk id="28" creationId="{43F5E015-E085-4624-B431-B42414448684}"/>
          </ac:grpSpMkLst>
        </pc:grpChg>
      </pc:sldChg>
      <pc:sldChg chg="addSp delSp modSp new mod setBg">
        <pc:chgData name="Arseniy Buzyan (extern)" userId="S::arseniy.buzyan@edu.stockholm.se::f92a01cd-049f-4602-b292-09b82d2ea4e3" providerId="AD" clId="Web-{580ADE1F-05D8-5378-3E58-2C71E224A597}" dt="2026-03-09T15:25:31.542" v="1621"/>
        <pc:sldMkLst>
          <pc:docMk/>
          <pc:sldMk cId="1051829339" sldId="291"/>
        </pc:sldMkLst>
        <pc:spChg chg="del">
          <ac:chgData name="Arseniy Buzyan (extern)" userId="S::arseniy.buzyan@edu.stockholm.se::f92a01cd-049f-4602-b292-09b82d2ea4e3" providerId="AD" clId="Web-{580ADE1F-05D8-5378-3E58-2C71E224A597}" dt="2026-03-09T15:19:49.119" v="1161"/>
          <ac:spMkLst>
            <pc:docMk/>
            <pc:sldMk cId="1051829339" sldId="291"/>
            <ac:spMk id="2" creationId="{AC7DABB8-D4DF-18DC-221B-CA50CAB5E8E9}"/>
          </ac:spMkLst>
        </pc:spChg>
        <pc:spChg chg="del mod">
          <ac:chgData name="Arseniy Buzyan (extern)" userId="S::arseniy.buzyan@edu.stockholm.se::f92a01cd-049f-4602-b292-09b82d2ea4e3" providerId="AD" clId="Web-{580ADE1F-05D8-5378-3E58-2C71E224A597}" dt="2026-03-09T15:21:44.323" v="1163"/>
          <ac:spMkLst>
            <pc:docMk/>
            <pc:sldMk cId="1051829339" sldId="291"/>
            <ac:spMk id="3" creationId="{D378D4DE-4C62-28F8-73B8-93C91A2374DD}"/>
          </ac:spMkLst>
        </pc:spChg>
        <pc:graphicFrameChg chg="add mod ord modGraphic">
          <ac:chgData name="Arseniy Buzyan (extern)" userId="S::arseniy.buzyan@edu.stockholm.se::f92a01cd-049f-4602-b292-09b82d2ea4e3" providerId="AD" clId="Web-{580ADE1F-05D8-5378-3E58-2C71E224A597}" dt="2026-03-09T15:25:31.542" v="1621"/>
          <ac:graphicFrameMkLst>
            <pc:docMk/>
            <pc:sldMk cId="1051829339" sldId="291"/>
            <ac:graphicFrameMk id="5" creationId="{AA64E194-9A07-6984-1FD3-18A8CE97A8E6}"/>
          </ac:graphicFrameMkLst>
        </pc:graphicFrameChg>
      </pc:sldChg>
      <pc:sldChg chg="addSp modSp new mod setBg">
        <pc:chgData name="Arseniy Buzyan (extern)" userId="S::arseniy.buzyan@edu.stockholm.se::f92a01cd-049f-4602-b292-09b82d2ea4e3" providerId="AD" clId="Web-{580ADE1F-05D8-5378-3E58-2C71E224A597}" dt="2026-03-09T15:26:17.776" v="1626"/>
        <pc:sldMkLst>
          <pc:docMk/>
          <pc:sldMk cId="215107592" sldId="292"/>
        </pc:sldMkLst>
        <pc:spChg chg="mod">
          <ac:chgData name="Arseniy Buzyan (extern)" userId="S::arseniy.buzyan@edu.stockholm.se::f92a01cd-049f-4602-b292-09b82d2ea4e3" providerId="AD" clId="Web-{580ADE1F-05D8-5378-3E58-2C71E224A597}" dt="2026-03-09T15:26:17.776" v="1626"/>
          <ac:spMkLst>
            <pc:docMk/>
            <pc:sldMk cId="215107592" sldId="292"/>
            <ac:spMk id="2" creationId="{3F8A77F5-B3A9-18E8-4A0A-2ABF9B50C014}"/>
          </ac:spMkLst>
        </pc:spChg>
        <pc:spChg chg="mod">
          <ac:chgData name="Arseniy Buzyan (extern)" userId="S::arseniy.buzyan@edu.stockholm.se::f92a01cd-049f-4602-b292-09b82d2ea4e3" providerId="AD" clId="Web-{580ADE1F-05D8-5378-3E58-2C71E224A597}" dt="2026-03-09T15:26:17.776" v="1626"/>
          <ac:spMkLst>
            <pc:docMk/>
            <pc:sldMk cId="215107592" sldId="292"/>
            <ac:spMk id="3" creationId="{55847429-C084-E0F5-F1D8-756A366EFAEB}"/>
          </ac:spMkLst>
        </pc:spChg>
        <pc:spChg chg="add">
          <ac:chgData name="Arseniy Buzyan (extern)" userId="S::arseniy.buzyan@edu.stockholm.se::f92a01cd-049f-4602-b292-09b82d2ea4e3" providerId="AD" clId="Web-{580ADE1F-05D8-5378-3E58-2C71E224A597}" dt="2026-03-09T15:26:17.776" v="1626"/>
          <ac:spMkLst>
            <pc:docMk/>
            <pc:sldMk cId="215107592" sldId="292"/>
            <ac:spMk id="8" creationId="{09588DA8-065E-4F6F-8EFD-43104AB2E0CF}"/>
          </ac:spMkLst>
        </pc:spChg>
        <pc:spChg chg="add">
          <ac:chgData name="Arseniy Buzyan (extern)" userId="S::arseniy.buzyan@edu.stockholm.se::f92a01cd-049f-4602-b292-09b82d2ea4e3" providerId="AD" clId="Web-{580ADE1F-05D8-5378-3E58-2C71E224A597}" dt="2026-03-09T15:26:17.776" v="1626"/>
          <ac:spMkLst>
            <pc:docMk/>
            <pc:sldMk cId="215107592" sldId="292"/>
            <ac:spMk id="10" creationId="{C4285719-470E-454C-AF62-8323075F1F5B}"/>
          </ac:spMkLst>
        </pc:spChg>
        <pc:spChg chg="add">
          <ac:chgData name="Arseniy Buzyan (extern)" userId="S::arseniy.buzyan@edu.stockholm.se::f92a01cd-049f-4602-b292-09b82d2ea4e3" providerId="AD" clId="Web-{580ADE1F-05D8-5378-3E58-2C71E224A597}" dt="2026-03-09T15:26:17.776" v="1626"/>
          <ac:spMkLst>
            <pc:docMk/>
            <pc:sldMk cId="215107592" sldId="292"/>
            <ac:spMk id="12" creationId="{CD9FE4EF-C4D8-49A0-B2FF-81D8DB7D8A24}"/>
          </ac:spMkLst>
        </pc:spChg>
        <pc:spChg chg="add">
          <ac:chgData name="Arseniy Buzyan (extern)" userId="S::arseniy.buzyan@edu.stockholm.se::f92a01cd-049f-4602-b292-09b82d2ea4e3" providerId="AD" clId="Web-{580ADE1F-05D8-5378-3E58-2C71E224A597}" dt="2026-03-09T15:26:17.776" v="1626"/>
          <ac:spMkLst>
            <pc:docMk/>
            <pc:sldMk cId="215107592" sldId="292"/>
            <ac:spMk id="14" creationId="{4300840D-0A0B-4512-BACA-B439D5B9C57C}"/>
          </ac:spMkLst>
        </pc:spChg>
        <pc:spChg chg="add">
          <ac:chgData name="Arseniy Buzyan (extern)" userId="S::arseniy.buzyan@edu.stockholm.se::f92a01cd-049f-4602-b292-09b82d2ea4e3" providerId="AD" clId="Web-{580ADE1F-05D8-5378-3E58-2C71E224A597}" dt="2026-03-09T15:26:17.776" v="1626"/>
          <ac:spMkLst>
            <pc:docMk/>
            <pc:sldMk cId="215107592" sldId="292"/>
            <ac:spMk id="16" creationId="{D2B78728-A580-49A7-84F9-6EF6F583ADE0}"/>
          </ac:spMkLst>
        </pc:spChg>
        <pc:spChg chg="add">
          <ac:chgData name="Arseniy Buzyan (extern)" userId="S::arseniy.buzyan@edu.stockholm.se::f92a01cd-049f-4602-b292-09b82d2ea4e3" providerId="AD" clId="Web-{580ADE1F-05D8-5378-3E58-2C71E224A597}" dt="2026-03-09T15:26:17.776" v="1626"/>
          <ac:spMkLst>
            <pc:docMk/>
            <pc:sldMk cId="215107592" sldId="292"/>
            <ac:spMk id="18" creationId="{38FAA1A1-D861-433F-88FA-1E9D6FD31D11}"/>
          </ac:spMkLst>
        </pc:spChg>
        <pc:spChg chg="add">
          <ac:chgData name="Arseniy Buzyan (extern)" userId="S::arseniy.buzyan@edu.stockholm.se::f92a01cd-049f-4602-b292-09b82d2ea4e3" providerId="AD" clId="Web-{580ADE1F-05D8-5378-3E58-2C71E224A597}" dt="2026-03-09T15:26:17.776" v="1626"/>
          <ac:spMkLst>
            <pc:docMk/>
            <pc:sldMk cId="215107592" sldId="292"/>
            <ac:spMk id="20" creationId="{8D71EDA1-87BF-4D5D-AB79-F346FD19278A}"/>
          </ac:spMkLst>
        </pc:spChg>
      </pc:sldChg>
      <pc:sldChg chg="addSp delSp modSp new mod setBg">
        <pc:chgData name="Arseniy Buzyan (extern)" userId="S::arseniy.buzyan@edu.stockholm.se::f92a01cd-049f-4602-b292-09b82d2ea4e3" providerId="AD" clId="Web-{580ADE1F-05D8-5378-3E58-2C71E224A597}" dt="2026-03-09T15:28:12.198" v="1676"/>
        <pc:sldMkLst>
          <pc:docMk/>
          <pc:sldMk cId="662836805" sldId="293"/>
        </pc:sldMkLst>
        <pc:spChg chg="mod">
          <ac:chgData name="Arseniy Buzyan (extern)" userId="S::arseniy.buzyan@edu.stockholm.se::f92a01cd-049f-4602-b292-09b82d2ea4e3" providerId="AD" clId="Web-{580ADE1F-05D8-5378-3E58-2C71E224A597}" dt="2026-03-09T15:27:57.245" v="1647" actId="1076"/>
          <ac:spMkLst>
            <pc:docMk/>
            <pc:sldMk cId="662836805" sldId="293"/>
            <ac:spMk id="2" creationId="{518B3E8F-6E85-D09B-6599-6AF6E8628C6E}"/>
          </ac:spMkLst>
        </pc:spChg>
        <pc:spChg chg="del">
          <ac:chgData name="Arseniy Buzyan (extern)" userId="S::arseniy.buzyan@edu.stockholm.se::f92a01cd-049f-4602-b292-09b82d2ea4e3" providerId="AD" clId="Web-{580ADE1F-05D8-5378-3E58-2C71E224A597}" dt="2026-03-09T15:27:12.167" v="1629"/>
          <ac:spMkLst>
            <pc:docMk/>
            <pc:sldMk cId="662836805" sldId="293"/>
            <ac:spMk id="3" creationId="{50D7F411-9DEE-DA4E-8C08-25E3BBFAA776}"/>
          </ac:spMkLst>
        </pc:spChg>
        <pc:spChg chg="add">
          <ac:chgData name="Arseniy Buzyan (extern)" userId="S::arseniy.buzyan@edu.stockholm.se::f92a01cd-049f-4602-b292-09b82d2ea4e3" providerId="AD" clId="Web-{580ADE1F-05D8-5378-3E58-2C71E224A597}" dt="2026-03-09T15:27:50.011" v="1646"/>
          <ac:spMkLst>
            <pc:docMk/>
            <pc:sldMk cId="662836805" sldId="293"/>
            <ac:spMk id="10" creationId="{02472DE8-E58B-4D56-BA61-C69C601DC760}"/>
          </ac:spMkLst>
        </pc:spChg>
        <pc:spChg chg="add">
          <ac:chgData name="Arseniy Buzyan (extern)" userId="S::arseniy.buzyan@edu.stockholm.se::f92a01cd-049f-4602-b292-09b82d2ea4e3" providerId="AD" clId="Web-{580ADE1F-05D8-5378-3E58-2C71E224A597}" dt="2026-03-09T15:27:50.011" v="1646"/>
          <ac:spMkLst>
            <pc:docMk/>
            <pc:sldMk cId="662836805" sldId="293"/>
            <ac:spMk id="12" creationId="{0183ACFC-B25E-402F-BBD8-E42034CDD49A}"/>
          </ac:spMkLst>
        </pc:spChg>
        <pc:spChg chg="add">
          <ac:chgData name="Arseniy Buzyan (extern)" userId="S::arseniy.buzyan@edu.stockholm.se::f92a01cd-049f-4602-b292-09b82d2ea4e3" providerId="AD" clId="Web-{580ADE1F-05D8-5378-3E58-2C71E224A597}" dt="2026-03-09T15:27:50.011" v="1646"/>
          <ac:spMkLst>
            <pc:docMk/>
            <pc:sldMk cId="662836805" sldId="293"/>
            <ac:spMk id="14" creationId="{3501A971-CEBD-4E4B-8529-3BB4F4100CD6}"/>
          </ac:spMkLst>
        </pc:spChg>
        <pc:graphicFrameChg chg="add mod ord modGraphic">
          <ac:chgData name="Arseniy Buzyan (extern)" userId="S::arseniy.buzyan@edu.stockholm.se::f92a01cd-049f-4602-b292-09b82d2ea4e3" providerId="AD" clId="Web-{580ADE1F-05D8-5378-3E58-2C71E224A597}" dt="2026-03-09T15:28:12.198" v="1676"/>
          <ac:graphicFrameMkLst>
            <pc:docMk/>
            <pc:sldMk cId="662836805" sldId="293"/>
            <ac:graphicFrameMk id="5" creationId="{3529F203-BC8D-148F-D214-CC61E34EDAF0}"/>
          </ac:graphicFrameMkLst>
        </pc:graphicFrameChg>
      </pc:sldChg>
      <pc:sldChg chg="addSp delSp modSp new mod setBg">
        <pc:chgData name="Arseniy Buzyan (extern)" userId="S::arseniy.buzyan@edu.stockholm.se::f92a01cd-049f-4602-b292-09b82d2ea4e3" providerId="AD" clId="Web-{580ADE1F-05D8-5378-3E58-2C71E224A597}" dt="2026-03-09T15:31:55.089" v="1756"/>
        <pc:sldMkLst>
          <pc:docMk/>
          <pc:sldMk cId="1848564978" sldId="294"/>
        </pc:sldMkLst>
        <pc:spChg chg="mod">
          <ac:chgData name="Arseniy Buzyan (extern)" userId="S::arseniy.buzyan@edu.stockholm.se::f92a01cd-049f-4602-b292-09b82d2ea4e3" providerId="AD" clId="Web-{580ADE1F-05D8-5378-3E58-2C71E224A597}" dt="2026-03-09T15:31:21.480" v="1682"/>
          <ac:spMkLst>
            <pc:docMk/>
            <pc:sldMk cId="1848564978" sldId="294"/>
            <ac:spMk id="2" creationId="{1E4805F2-BD01-D5D0-A495-5199B09E4593}"/>
          </ac:spMkLst>
        </pc:spChg>
        <pc:spChg chg="del">
          <ac:chgData name="Arseniy Buzyan (extern)" userId="S::arseniy.buzyan@edu.stockholm.se::f92a01cd-049f-4602-b292-09b82d2ea4e3" providerId="AD" clId="Web-{580ADE1F-05D8-5378-3E58-2C71E224A597}" dt="2026-03-09T15:31:11.980" v="1679"/>
          <ac:spMkLst>
            <pc:docMk/>
            <pc:sldMk cId="1848564978" sldId="294"/>
            <ac:spMk id="3" creationId="{09F2575D-4D4E-8835-B9D4-D3029E31EFAA}"/>
          </ac:spMkLst>
        </pc:spChg>
        <pc:spChg chg="add del">
          <ac:chgData name="Arseniy Buzyan (extern)" userId="S::arseniy.buzyan@edu.stockholm.se::f92a01cd-049f-4602-b292-09b82d2ea4e3" providerId="AD" clId="Web-{580ADE1F-05D8-5378-3E58-2C71E224A597}" dt="2026-03-09T15:31:21.464" v="1681"/>
          <ac:spMkLst>
            <pc:docMk/>
            <pc:sldMk cId="1848564978" sldId="294"/>
            <ac:spMk id="10" creationId="{02472DE8-E58B-4D56-BA61-C69C601DC760}"/>
          </ac:spMkLst>
        </pc:spChg>
        <pc:spChg chg="add del">
          <ac:chgData name="Arseniy Buzyan (extern)" userId="S::arseniy.buzyan@edu.stockholm.se::f92a01cd-049f-4602-b292-09b82d2ea4e3" providerId="AD" clId="Web-{580ADE1F-05D8-5378-3E58-2C71E224A597}" dt="2026-03-09T15:31:21.464" v="1681"/>
          <ac:spMkLst>
            <pc:docMk/>
            <pc:sldMk cId="1848564978" sldId="294"/>
            <ac:spMk id="12" creationId="{0183ACFC-B25E-402F-BBD8-E42034CDD49A}"/>
          </ac:spMkLst>
        </pc:spChg>
        <pc:spChg chg="add del">
          <ac:chgData name="Arseniy Buzyan (extern)" userId="S::arseniy.buzyan@edu.stockholm.se::f92a01cd-049f-4602-b292-09b82d2ea4e3" providerId="AD" clId="Web-{580ADE1F-05D8-5378-3E58-2C71E224A597}" dt="2026-03-09T15:31:21.464" v="1681"/>
          <ac:spMkLst>
            <pc:docMk/>
            <pc:sldMk cId="1848564978" sldId="294"/>
            <ac:spMk id="14" creationId="{3501A971-CEBD-4E4B-8529-3BB4F4100CD6}"/>
          </ac:spMkLst>
        </pc:spChg>
        <pc:spChg chg="add">
          <ac:chgData name="Arseniy Buzyan (extern)" userId="S::arseniy.buzyan@edu.stockholm.se::f92a01cd-049f-4602-b292-09b82d2ea4e3" providerId="AD" clId="Web-{580ADE1F-05D8-5378-3E58-2C71E224A597}" dt="2026-03-09T15:31:21.480" v="1682"/>
          <ac:spMkLst>
            <pc:docMk/>
            <pc:sldMk cId="1848564978" sldId="294"/>
            <ac:spMk id="16" creationId="{02472DE8-E58B-4D56-BA61-C69C601DC760}"/>
          </ac:spMkLst>
        </pc:spChg>
        <pc:spChg chg="add">
          <ac:chgData name="Arseniy Buzyan (extern)" userId="S::arseniy.buzyan@edu.stockholm.se::f92a01cd-049f-4602-b292-09b82d2ea4e3" providerId="AD" clId="Web-{580ADE1F-05D8-5378-3E58-2C71E224A597}" dt="2026-03-09T15:31:21.480" v="1682"/>
          <ac:spMkLst>
            <pc:docMk/>
            <pc:sldMk cId="1848564978" sldId="294"/>
            <ac:spMk id="17" creationId="{0183ACFC-B25E-402F-BBD8-E42034CDD49A}"/>
          </ac:spMkLst>
        </pc:spChg>
        <pc:spChg chg="add">
          <ac:chgData name="Arseniy Buzyan (extern)" userId="S::arseniy.buzyan@edu.stockholm.se::f92a01cd-049f-4602-b292-09b82d2ea4e3" providerId="AD" clId="Web-{580ADE1F-05D8-5378-3E58-2C71E224A597}" dt="2026-03-09T15:31:21.480" v="1682"/>
          <ac:spMkLst>
            <pc:docMk/>
            <pc:sldMk cId="1848564978" sldId="294"/>
            <ac:spMk id="18" creationId="{3501A971-CEBD-4E4B-8529-3BB4F4100CD6}"/>
          </ac:spMkLst>
        </pc:spChg>
        <pc:graphicFrameChg chg="add mod ord modGraphic">
          <ac:chgData name="Arseniy Buzyan (extern)" userId="S::arseniy.buzyan@edu.stockholm.se::f92a01cd-049f-4602-b292-09b82d2ea4e3" providerId="AD" clId="Web-{580ADE1F-05D8-5378-3E58-2C71E224A597}" dt="2026-03-09T15:31:55.089" v="1756"/>
          <ac:graphicFrameMkLst>
            <pc:docMk/>
            <pc:sldMk cId="1848564978" sldId="294"/>
            <ac:graphicFrameMk id="5" creationId="{4B53AF5E-392F-A595-89DD-56062D50B14E}"/>
          </ac:graphicFrameMkLst>
        </pc:graphicFrameChg>
      </pc:sldChg>
    </pc:docChg>
  </pc:docChgLst>
  <pc:docChgLst>
    <pc:chgData name="Arseniy Buzyan (extern)" userId="S::arseniy.buzyan@edu.stockholm.se::f92a01cd-049f-4602-b292-09b82d2ea4e3" providerId="AD" clId="Web-{69584A88-C5BE-A10C-4073-12B3159C2A05}"/>
    <pc:docChg chg="addSld delSld modSld">
      <pc:chgData name="Arseniy Buzyan (extern)" userId="S::arseniy.buzyan@edu.stockholm.se::f92a01cd-049f-4602-b292-09b82d2ea4e3" providerId="AD" clId="Web-{69584A88-C5BE-A10C-4073-12B3159C2A05}" dt="2026-03-09T18:49:02.104" v="4535"/>
      <pc:docMkLst>
        <pc:docMk/>
      </pc:docMkLst>
      <pc:sldChg chg="modSp new del">
        <pc:chgData name="Arseniy Buzyan (extern)" userId="S::arseniy.buzyan@edu.stockholm.se::f92a01cd-049f-4602-b292-09b82d2ea4e3" providerId="AD" clId="Web-{69584A88-C5BE-A10C-4073-12B3159C2A05}" dt="2026-03-09T16:16:05.756" v="81"/>
        <pc:sldMkLst>
          <pc:docMk/>
          <pc:sldMk cId="1411897582" sldId="295"/>
        </pc:sldMkLst>
        <pc:spChg chg="mod">
          <ac:chgData name="Arseniy Buzyan (extern)" userId="S::arseniy.buzyan@edu.stockholm.se::f92a01cd-049f-4602-b292-09b82d2ea4e3" providerId="AD" clId="Web-{69584A88-C5BE-A10C-4073-12B3159C2A05}" dt="2026-03-09T16:06:09.880" v="3" actId="20577"/>
          <ac:spMkLst>
            <pc:docMk/>
            <pc:sldMk cId="1411897582" sldId="295"/>
            <ac:spMk id="2" creationId="{D127CC47-052D-2CEB-3B85-3B2198A5AF9D}"/>
          </ac:spMkLst>
        </pc:spChg>
        <pc:spChg chg="mod">
          <ac:chgData name="Arseniy Buzyan (extern)" userId="S::arseniy.buzyan@edu.stockholm.se::f92a01cd-049f-4602-b292-09b82d2ea4e3" providerId="AD" clId="Web-{69584A88-C5BE-A10C-4073-12B3159C2A05}" dt="2026-03-09T16:06:45.489" v="25" actId="20577"/>
          <ac:spMkLst>
            <pc:docMk/>
            <pc:sldMk cId="1411897582" sldId="295"/>
            <ac:spMk id="3" creationId="{D18B82E1-FABE-BA26-B7E2-883A810CF868}"/>
          </ac:spMkLst>
        </pc:spChg>
      </pc:sldChg>
      <pc:sldChg chg="addSp delSp modSp new mod setBg">
        <pc:chgData name="Arseniy Buzyan (extern)" userId="S::arseniy.buzyan@edu.stockholm.se::f92a01cd-049f-4602-b292-09b82d2ea4e3" providerId="AD" clId="Web-{69584A88-C5BE-A10C-4073-12B3159C2A05}" dt="2026-03-09T16:36:12.821" v="821" actId="20577"/>
        <pc:sldMkLst>
          <pc:docMk/>
          <pc:sldMk cId="3648468526" sldId="296"/>
        </pc:sldMkLst>
        <pc:spChg chg="mod">
          <ac:chgData name="Arseniy Buzyan (extern)" userId="S::arseniy.buzyan@edu.stockholm.se::f92a01cd-049f-4602-b292-09b82d2ea4e3" providerId="AD" clId="Web-{69584A88-C5BE-A10C-4073-12B3159C2A05}" dt="2026-03-09T16:36:12.821" v="821" actId="20577"/>
          <ac:spMkLst>
            <pc:docMk/>
            <pc:sldMk cId="3648468526" sldId="296"/>
            <ac:spMk id="2" creationId="{C2F9563D-F190-EAAE-CC8C-E231E8127D76}"/>
          </ac:spMkLst>
        </pc:spChg>
        <pc:spChg chg="mod">
          <ac:chgData name="Arseniy Buzyan (extern)" userId="S::arseniy.buzyan@edu.stockholm.se::f92a01cd-049f-4602-b292-09b82d2ea4e3" providerId="AD" clId="Web-{69584A88-C5BE-A10C-4073-12B3159C2A05}" dt="2026-03-09T16:17:28.162" v="87" actId="20577"/>
          <ac:spMkLst>
            <pc:docMk/>
            <pc:sldMk cId="3648468526" sldId="296"/>
            <ac:spMk id="3" creationId="{B7C30731-6B78-7EB8-ABDF-DC96A33BC832}"/>
          </ac:spMkLst>
        </pc:spChg>
        <pc:spChg chg="add del">
          <ac:chgData name="Arseniy Buzyan (extern)" userId="S::arseniy.buzyan@edu.stockholm.se::f92a01cd-049f-4602-b292-09b82d2ea4e3" providerId="AD" clId="Web-{69584A88-C5BE-A10C-4073-12B3159C2A05}" dt="2026-03-09T16:15:52.693" v="80"/>
          <ac:spMkLst>
            <pc:docMk/>
            <pc:sldMk cId="3648468526" sldId="296"/>
            <ac:spMk id="8" creationId="{C9A36457-A5F4-4103-A443-02581C09185B}"/>
          </ac:spMkLst>
        </pc:spChg>
        <pc:spChg chg="add del">
          <ac:chgData name="Arseniy Buzyan (extern)" userId="S::arseniy.buzyan@edu.stockholm.se::f92a01cd-049f-4602-b292-09b82d2ea4e3" providerId="AD" clId="Web-{69584A88-C5BE-A10C-4073-12B3159C2A05}" dt="2026-03-09T16:15:52.693" v="80"/>
          <ac:spMkLst>
            <pc:docMk/>
            <pc:sldMk cId="3648468526" sldId="296"/>
            <ac:spMk id="10" creationId="{DC5FB7E8-B636-40FA-BE8D-48145C0F5C57}"/>
          </ac:spMkLst>
        </pc:spChg>
        <pc:spChg chg="add del">
          <ac:chgData name="Arseniy Buzyan (extern)" userId="S::arseniy.buzyan@edu.stockholm.se::f92a01cd-049f-4602-b292-09b82d2ea4e3" providerId="AD" clId="Web-{69584A88-C5BE-A10C-4073-12B3159C2A05}" dt="2026-03-09T16:15:52.693" v="80"/>
          <ac:spMkLst>
            <pc:docMk/>
            <pc:sldMk cId="3648468526" sldId="296"/>
            <ac:spMk id="12" creationId="{142DCE2C-2863-46FA-9BE7-24365A24D9BA}"/>
          </ac:spMkLst>
        </pc:spChg>
      </pc:sldChg>
      <pc:sldChg chg="addSp delSp modSp new mod setBg">
        <pc:chgData name="Arseniy Buzyan (extern)" userId="S::arseniy.buzyan@edu.stockholm.se::f92a01cd-049f-4602-b292-09b82d2ea4e3" providerId="AD" clId="Web-{69584A88-C5BE-A10C-4073-12B3159C2A05}" dt="2026-03-09T16:23:17.601" v="106" actId="20577"/>
        <pc:sldMkLst>
          <pc:docMk/>
          <pc:sldMk cId="653754734" sldId="297"/>
        </pc:sldMkLst>
        <pc:spChg chg="mod">
          <ac:chgData name="Arseniy Buzyan (extern)" userId="S::arseniy.buzyan@edu.stockholm.se::f92a01cd-049f-4602-b292-09b82d2ea4e3" providerId="AD" clId="Web-{69584A88-C5BE-A10C-4073-12B3159C2A05}" dt="2026-03-09T16:23:06.867" v="102"/>
          <ac:spMkLst>
            <pc:docMk/>
            <pc:sldMk cId="653754734" sldId="297"/>
            <ac:spMk id="2" creationId="{9D7CB47B-4A59-5AA3-BF4A-069B13CD8212}"/>
          </ac:spMkLst>
        </pc:spChg>
        <pc:spChg chg="mod">
          <ac:chgData name="Arseniy Buzyan (extern)" userId="S::arseniy.buzyan@edu.stockholm.se::f92a01cd-049f-4602-b292-09b82d2ea4e3" providerId="AD" clId="Web-{69584A88-C5BE-A10C-4073-12B3159C2A05}" dt="2026-03-09T16:23:17.601" v="106" actId="20577"/>
          <ac:spMkLst>
            <pc:docMk/>
            <pc:sldMk cId="653754734" sldId="297"/>
            <ac:spMk id="3" creationId="{9B695825-6484-F57F-FA58-FCFBB929C1FF}"/>
          </ac:spMkLst>
        </pc:spChg>
        <pc:spChg chg="add">
          <ac:chgData name="Arseniy Buzyan (extern)" userId="S::arseniy.buzyan@edu.stockholm.se::f92a01cd-049f-4602-b292-09b82d2ea4e3" providerId="AD" clId="Web-{69584A88-C5BE-A10C-4073-12B3159C2A05}" dt="2026-03-09T16:22:53.554" v="99"/>
          <ac:spMkLst>
            <pc:docMk/>
            <pc:sldMk cId="653754734" sldId="297"/>
            <ac:spMk id="8" creationId="{09588DA8-065E-4F6F-8EFD-43104AB2E0CF}"/>
          </ac:spMkLst>
        </pc:spChg>
        <pc:spChg chg="add del">
          <ac:chgData name="Arseniy Buzyan (extern)" userId="S::arseniy.buzyan@edu.stockholm.se::f92a01cd-049f-4602-b292-09b82d2ea4e3" providerId="AD" clId="Web-{69584A88-C5BE-A10C-4073-12B3159C2A05}" dt="2026-03-09T16:23:06.867" v="102"/>
          <ac:spMkLst>
            <pc:docMk/>
            <pc:sldMk cId="653754734" sldId="297"/>
            <ac:spMk id="10" creationId="{C4285719-470E-454C-AF62-8323075F1F5B}"/>
          </ac:spMkLst>
        </pc:spChg>
        <pc:spChg chg="add del">
          <ac:chgData name="Arseniy Buzyan (extern)" userId="S::arseniy.buzyan@edu.stockholm.se::f92a01cd-049f-4602-b292-09b82d2ea4e3" providerId="AD" clId="Web-{69584A88-C5BE-A10C-4073-12B3159C2A05}" dt="2026-03-09T16:23:06.867" v="102"/>
          <ac:spMkLst>
            <pc:docMk/>
            <pc:sldMk cId="653754734" sldId="297"/>
            <ac:spMk id="12" creationId="{CD9FE4EF-C4D8-49A0-B2FF-81D8DB7D8A24}"/>
          </ac:spMkLst>
        </pc:spChg>
        <pc:spChg chg="add del">
          <ac:chgData name="Arseniy Buzyan (extern)" userId="S::arseniy.buzyan@edu.stockholm.se::f92a01cd-049f-4602-b292-09b82d2ea4e3" providerId="AD" clId="Web-{69584A88-C5BE-A10C-4073-12B3159C2A05}" dt="2026-03-09T16:23:06.867" v="102"/>
          <ac:spMkLst>
            <pc:docMk/>
            <pc:sldMk cId="653754734" sldId="297"/>
            <ac:spMk id="14" creationId="{4300840D-0A0B-4512-BACA-B439D5B9C57C}"/>
          </ac:spMkLst>
        </pc:spChg>
        <pc:spChg chg="add del">
          <ac:chgData name="Arseniy Buzyan (extern)" userId="S::arseniy.buzyan@edu.stockholm.se::f92a01cd-049f-4602-b292-09b82d2ea4e3" providerId="AD" clId="Web-{69584A88-C5BE-A10C-4073-12B3159C2A05}" dt="2026-03-09T16:23:06.867" v="102"/>
          <ac:spMkLst>
            <pc:docMk/>
            <pc:sldMk cId="653754734" sldId="297"/>
            <ac:spMk id="16" creationId="{D2B78728-A580-49A7-84F9-6EF6F583ADE0}"/>
          </ac:spMkLst>
        </pc:spChg>
        <pc:spChg chg="add">
          <ac:chgData name="Arseniy Buzyan (extern)" userId="S::arseniy.buzyan@edu.stockholm.se::f92a01cd-049f-4602-b292-09b82d2ea4e3" providerId="AD" clId="Web-{69584A88-C5BE-A10C-4073-12B3159C2A05}" dt="2026-03-09T16:22:53.554" v="99"/>
          <ac:spMkLst>
            <pc:docMk/>
            <pc:sldMk cId="653754734" sldId="297"/>
            <ac:spMk id="18" creationId="{38FAA1A1-D861-433F-88FA-1E9D6FD31D11}"/>
          </ac:spMkLst>
        </pc:spChg>
        <pc:spChg chg="add del">
          <ac:chgData name="Arseniy Buzyan (extern)" userId="S::arseniy.buzyan@edu.stockholm.se::f92a01cd-049f-4602-b292-09b82d2ea4e3" providerId="AD" clId="Web-{69584A88-C5BE-A10C-4073-12B3159C2A05}" dt="2026-03-09T16:23:06.867" v="102"/>
          <ac:spMkLst>
            <pc:docMk/>
            <pc:sldMk cId="653754734" sldId="297"/>
            <ac:spMk id="20" creationId="{8D71EDA1-87BF-4D5D-AB79-F346FD19278A}"/>
          </ac:spMkLst>
        </pc:spChg>
        <pc:spChg chg="add">
          <ac:chgData name="Arseniy Buzyan (extern)" userId="S::arseniy.buzyan@edu.stockholm.se::f92a01cd-049f-4602-b292-09b82d2ea4e3" providerId="AD" clId="Web-{69584A88-C5BE-A10C-4073-12B3159C2A05}" dt="2026-03-09T16:23:06.867" v="102"/>
          <ac:spMkLst>
            <pc:docMk/>
            <pc:sldMk cId="653754734" sldId="297"/>
            <ac:spMk id="25" creationId="{DEE2AD96-B495-4E06-9291-B71706F728CB}"/>
          </ac:spMkLst>
        </pc:spChg>
        <pc:spChg chg="add">
          <ac:chgData name="Arseniy Buzyan (extern)" userId="S::arseniy.buzyan@edu.stockholm.se::f92a01cd-049f-4602-b292-09b82d2ea4e3" providerId="AD" clId="Web-{69584A88-C5BE-A10C-4073-12B3159C2A05}" dt="2026-03-09T16:23:06.867" v="102"/>
          <ac:spMkLst>
            <pc:docMk/>
            <pc:sldMk cId="653754734" sldId="297"/>
            <ac:spMk id="29" creationId="{86909FA0-B515-4681-B7A8-FA281D133B94}"/>
          </ac:spMkLst>
        </pc:spChg>
        <pc:spChg chg="add">
          <ac:chgData name="Arseniy Buzyan (extern)" userId="S::arseniy.buzyan@edu.stockholm.se::f92a01cd-049f-4602-b292-09b82d2ea4e3" providerId="AD" clId="Web-{69584A88-C5BE-A10C-4073-12B3159C2A05}" dt="2026-03-09T16:23:06.867" v="102"/>
          <ac:spMkLst>
            <pc:docMk/>
            <pc:sldMk cId="653754734" sldId="297"/>
            <ac:spMk id="33" creationId="{7D96243B-ECED-4B71-8E06-AE9A285EAD20}"/>
          </ac:spMkLst>
        </pc:spChg>
        <pc:spChg chg="add">
          <ac:chgData name="Arseniy Buzyan (extern)" userId="S::arseniy.buzyan@edu.stockholm.se::f92a01cd-049f-4602-b292-09b82d2ea4e3" providerId="AD" clId="Web-{69584A88-C5BE-A10C-4073-12B3159C2A05}" dt="2026-03-09T16:23:06.867" v="102"/>
          <ac:spMkLst>
            <pc:docMk/>
            <pc:sldMk cId="653754734" sldId="297"/>
            <ac:spMk id="35" creationId="{A09989E4-EFDC-4A90-A633-E0525FB4139E}"/>
          </ac:spMkLst>
        </pc:spChg>
      </pc:sldChg>
      <pc:sldChg chg="addSp delSp modSp new mod setBg">
        <pc:chgData name="Arseniy Buzyan (extern)" userId="S::arseniy.buzyan@edu.stockholm.se::f92a01cd-049f-4602-b292-09b82d2ea4e3" providerId="AD" clId="Web-{69584A88-C5BE-A10C-4073-12B3159C2A05}" dt="2026-03-09T16:25:11.695" v="229"/>
        <pc:sldMkLst>
          <pc:docMk/>
          <pc:sldMk cId="2339928734" sldId="298"/>
        </pc:sldMkLst>
        <pc:spChg chg="mod">
          <ac:chgData name="Arseniy Buzyan (extern)" userId="S::arseniy.buzyan@edu.stockholm.se::f92a01cd-049f-4602-b292-09b82d2ea4e3" providerId="AD" clId="Web-{69584A88-C5BE-A10C-4073-12B3159C2A05}" dt="2026-03-09T16:24:42.539" v="135"/>
          <ac:spMkLst>
            <pc:docMk/>
            <pc:sldMk cId="2339928734" sldId="298"/>
            <ac:spMk id="2" creationId="{5C3ED9A3-9445-8B21-B71D-339A36B926DB}"/>
          </ac:spMkLst>
        </pc:spChg>
        <pc:spChg chg="del">
          <ac:chgData name="Arseniy Buzyan (extern)" userId="S::arseniy.buzyan@edu.stockholm.se::f92a01cd-049f-4602-b292-09b82d2ea4e3" providerId="AD" clId="Web-{69584A88-C5BE-A10C-4073-12B3159C2A05}" dt="2026-03-09T16:24:06.945" v="120"/>
          <ac:spMkLst>
            <pc:docMk/>
            <pc:sldMk cId="2339928734" sldId="298"/>
            <ac:spMk id="3" creationId="{8A89BE11-C0D7-8121-346C-9F9C2398BD1B}"/>
          </ac:spMkLst>
        </pc:spChg>
        <pc:spChg chg="add del">
          <ac:chgData name="Arseniy Buzyan (extern)" userId="S::arseniy.buzyan@edu.stockholm.se::f92a01cd-049f-4602-b292-09b82d2ea4e3" providerId="AD" clId="Web-{69584A88-C5BE-A10C-4073-12B3159C2A05}" dt="2026-03-09T16:24:17.398" v="122"/>
          <ac:spMkLst>
            <pc:docMk/>
            <pc:sldMk cId="2339928734" sldId="298"/>
            <ac:spMk id="10" creationId="{A8384FB5-9ADC-4DDC-881B-597D56F5B15D}"/>
          </ac:spMkLst>
        </pc:spChg>
        <pc:spChg chg="add del">
          <ac:chgData name="Arseniy Buzyan (extern)" userId="S::arseniy.buzyan@edu.stockholm.se::f92a01cd-049f-4602-b292-09b82d2ea4e3" providerId="AD" clId="Web-{69584A88-C5BE-A10C-4073-12B3159C2A05}" dt="2026-03-09T16:24:17.398" v="122"/>
          <ac:spMkLst>
            <pc:docMk/>
            <pc:sldMk cId="2339928734" sldId="298"/>
            <ac:spMk id="12" creationId="{1199E1B1-A8C0-4FE8-A5A8-1CB41D69F857}"/>
          </ac:spMkLst>
        </pc:spChg>
        <pc:spChg chg="add del">
          <ac:chgData name="Arseniy Buzyan (extern)" userId="S::arseniy.buzyan@edu.stockholm.se::f92a01cd-049f-4602-b292-09b82d2ea4e3" providerId="AD" clId="Web-{69584A88-C5BE-A10C-4073-12B3159C2A05}" dt="2026-03-09T16:24:39.914" v="132"/>
          <ac:spMkLst>
            <pc:docMk/>
            <pc:sldMk cId="2339928734" sldId="298"/>
            <ac:spMk id="13" creationId="{32AEEBC8-9D30-42EF-95F2-386C2653FBF0}"/>
          </ac:spMkLst>
        </pc:spChg>
        <pc:spChg chg="add del">
          <ac:chgData name="Arseniy Buzyan (extern)" userId="S::arseniy.buzyan@edu.stockholm.se::f92a01cd-049f-4602-b292-09b82d2ea4e3" providerId="AD" clId="Web-{69584A88-C5BE-A10C-4073-12B3159C2A05}" dt="2026-03-09T16:24:17.398" v="122"/>
          <ac:spMkLst>
            <pc:docMk/>
            <pc:sldMk cId="2339928734" sldId="298"/>
            <ac:spMk id="14" creationId="{84A8DE83-DE75-4B41-9DB4-A7EC0B0DEC0B}"/>
          </ac:spMkLst>
        </pc:spChg>
        <pc:spChg chg="add del">
          <ac:chgData name="Arseniy Buzyan (extern)" userId="S::arseniy.buzyan@edu.stockholm.se::f92a01cd-049f-4602-b292-09b82d2ea4e3" providerId="AD" clId="Web-{69584A88-C5BE-A10C-4073-12B3159C2A05}" dt="2026-03-09T16:24:39.914" v="132"/>
          <ac:spMkLst>
            <pc:docMk/>
            <pc:sldMk cId="2339928734" sldId="298"/>
            <ac:spMk id="15" creationId="{2E92FA66-67D7-4CB4-94D3-E643A9AD4757}"/>
          </ac:spMkLst>
        </pc:spChg>
        <pc:spChg chg="add del">
          <ac:chgData name="Arseniy Buzyan (extern)" userId="S::arseniy.buzyan@edu.stockholm.se::f92a01cd-049f-4602-b292-09b82d2ea4e3" providerId="AD" clId="Web-{69584A88-C5BE-A10C-4073-12B3159C2A05}" dt="2026-03-09T16:24:17.398" v="122"/>
          <ac:spMkLst>
            <pc:docMk/>
            <pc:sldMk cId="2339928734" sldId="298"/>
            <ac:spMk id="16" creationId="{A7009A0A-BEF5-4EAC-AF15-E4F9F002E239}"/>
          </ac:spMkLst>
        </pc:spChg>
        <pc:spChg chg="add del">
          <ac:chgData name="Arseniy Buzyan (extern)" userId="S::arseniy.buzyan@edu.stockholm.se::f92a01cd-049f-4602-b292-09b82d2ea4e3" providerId="AD" clId="Web-{69584A88-C5BE-A10C-4073-12B3159C2A05}" dt="2026-03-09T16:24:19.820" v="124"/>
          <ac:spMkLst>
            <pc:docMk/>
            <pc:sldMk cId="2339928734" sldId="298"/>
            <ac:spMk id="18" creationId="{BACC6370-2D7E-4714-9D71-7542949D7D5D}"/>
          </ac:spMkLst>
        </pc:spChg>
        <pc:spChg chg="add del">
          <ac:chgData name="Arseniy Buzyan (extern)" userId="S::arseniy.buzyan@edu.stockholm.se::f92a01cd-049f-4602-b292-09b82d2ea4e3" providerId="AD" clId="Web-{69584A88-C5BE-A10C-4073-12B3159C2A05}" dt="2026-03-09T16:24:19.820" v="124"/>
          <ac:spMkLst>
            <pc:docMk/>
            <pc:sldMk cId="2339928734" sldId="298"/>
            <ac:spMk id="19" creationId="{F68B3F68-107C-434F-AA38-110D5EA91B85}"/>
          </ac:spMkLst>
        </pc:spChg>
        <pc:spChg chg="add del">
          <ac:chgData name="Arseniy Buzyan (extern)" userId="S::arseniy.buzyan@edu.stockholm.se::f92a01cd-049f-4602-b292-09b82d2ea4e3" providerId="AD" clId="Web-{69584A88-C5BE-A10C-4073-12B3159C2A05}" dt="2026-03-09T16:24:19.820" v="124"/>
          <ac:spMkLst>
            <pc:docMk/>
            <pc:sldMk cId="2339928734" sldId="298"/>
            <ac:spMk id="20" creationId="{AAD0DBB9-1A4B-4391-81D4-CB19F9AB918A}"/>
          </ac:spMkLst>
        </pc:spChg>
        <pc:spChg chg="add del">
          <ac:chgData name="Arseniy Buzyan (extern)" userId="S::arseniy.buzyan@edu.stockholm.se::f92a01cd-049f-4602-b292-09b82d2ea4e3" providerId="AD" clId="Web-{69584A88-C5BE-A10C-4073-12B3159C2A05}" dt="2026-03-09T16:24:19.820" v="124"/>
          <ac:spMkLst>
            <pc:docMk/>
            <pc:sldMk cId="2339928734" sldId="298"/>
            <ac:spMk id="21" creationId="{063BBA22-50EA-4C4D-BE05-F1CE4E63AA56}"/>
          </ac:spMkLst>
        </pc:spChg>
        <pc:spChg chg="add del">
          <ac:chgData name="Arseniy Buzyan (extern)" userId="S::arseniy.buzyan@edu.stockholm.se::f92a01cd-049f-4602-b292-09b82d2ea4e3" providerId="AD" clId="Web-{69584A88-C5BE-A10C-4073-12B3159C2A05}" dt="2026-03-09T16:24:25.304" v="126"/>
          <ac:spMkLst>
            <pc:docMk/>
            <pc:sldMk cId="2339928734" sldId="298"/>
            <ac:spMk id="23" creationId="{BCED4D40-4B67-4331-AC48-79B82B4A47D8}"/>
          </ac:spMkLst>
        </pc:spChg>
        <pc:spChg chg="add del">
          <ac:chgData name="Arseniy Buzyan (extern)" userId="S::arseniy.buzyan@edu.stockholm.se::f92a01cd-049f-4602-b292-09b82d2ea4e3" providerId="AD" clId="Web-{69584A88-C5BE-A10C-4073-12B3159C2A05}" dt="2026-03-09T16:24:25.304" v="126"/>
          <ac:spMkLst>
            <pc:docMk/>
            <pc:sldMk cId="2339928734" sldId="298"/>
            <ac:spMk id="24" creationId="{670CEDEF-4F34-412E-84EE-329C1E936AF5}"/>
          </ac:spMkLst>
        </pc:spChg>
        <pc:spChg chg="add del">
          <ac:chgData name="Arseniy Buzyan (extern)" userId="S::arseniy.buzyan@edu.stockholm.se::f92a01cd-049f-4602-b292-09b82d2ea4e3" providerId="AD" clId="Web-{69584A88-C5BE-A10C-4073-12B3159C2A05}" dt="2026-03-09T16:24:27.648" v="128"/>
          <ac:spMkLst>
            <pc:docMk/>
            <pc:sldMk cId="2339928734" sldId="298"/>
            <ac:spMk id="26" creationId="{A8384FB5-9ADC-4DDC-881B-597D56F5B15D}"/>
          </ac:spMkLst>
        </pc:spChg>
        <pc:spChg chg="add del">
          <ac:chgData name="Arseniy Buzyan (extern)" userId="S::arseniy.buzyan@edu.stockholm.se::f92a01cd-049f-4602-b292-09b82d2ea4e3" providerId="AD" clId="Web-{69584A88-C5BE-A10C-4073-12B3159C2A05}" dt="2026-03-09T16:24:27.648" v="128"/>
          <ac:spMkLst>
            <pc:docMk/>
            <pc:sldMk cId="2339928734" sldId="298"/>
            <ac:spMk id="27" creationId="{1199E1B1-A8C0-4FE8-A5A8-1CB41D69F857}"/>
          </ac:spMkLst>
        </pc:spChg>
        <pc:spChg chg="add del">
          <ac:chgData name="Arseniy Buzyan (extern)" userId="S::arseniy.buzyan@edu.stockholm.se::f92a01cd-049f-4602-b292-09b82d2ea4e3" providerId="AD" clId="Web-{69584A88-C5BE-A10C-4073-12B3159C2A05}" dt="2026-03-09T16:24:27.648" v="128"/>
          <ac:spMkLst>
            <pc:docMk/>
            <pc:sldMk cId="2339928734" sldId="298"/>
            <ac:spMk id="28" creationId="{84A8DE83-DE75-4B41-9DB4-A7EC0B0DEC0B}"/>
          </ac:spMkLst>
        </pc:spChg>
        <pc:spChg chg="add del">
          <ac:chgData name="Arseniy Buzyan (extern)" userId="S::arseniy.buzyan@edu.stockholm.se::f92a01cd-049f-4602-b292-09b82d2ea4e3" providerId="AD" clId="Web-{69584A88-C5BE-A10C-4073-12B3159C2A05}" dt="2026-03-09T16:24:27.648" v="128"/>
          <ac:spMkLst>
            <pc:docMk/>
            <pc:sldMk cId="2339928734" sldId="298"/>
            <ac:spMk id="29" creationId="{A7009A0A-BEF5-4EAC-AF15-E4F9F002E239}"/>
          </ac:spMkLst>
        </pc:spChg>
        <pc:spChg chg="add del">
          <ac:chgData name="Arseniy Buzyan (extern)" userId="S::arseniy.buzyan@edu.stockholm.se::f92a01cd-049f-4602-b292-09b82d2ea4e3" providerId="AD" clId="Web-{69584A88-C5BE-A10C-4073-12B3159C2A05}" dt="2026-03-09T16:24:36.695" v="130"/>
          <ac:spMkLst>
            <pc:docMk/>
            <pc:sldMk cId="2339928734" sldId="298"/>
            <ac:spMk id="31" creationId="{BCED4D40-4B67-4331-AC48-79B82B4A47D8}"/>
          </ac:spMkLst>
        </pc:spChg>
        <pc:spChg chg="add del">
          <ac:chgData name="Arseniy Buzyan (extern)" userId="S::arseniy.buzyan@edu.stockholm.se::f92a01cd-049f-4602-b292-09b82d2ea4e3" providerId="AD" clId="Web-{69584A88-C5BE-A10C-4073-12B3159C2A05}" dt="2026-03-09T16:24:36.695" v="130"/>
          <ac:spMkLst>
            <pc:docMk/>
            <pc:sldMk cId="2339928734" sldId="298"/>
            <ac:spMk id="32" creationId="{670CEDEF-4F34-412E-84EE-329C1E936AF5}"/>
          </ac:spMkLst>
        </pc:spChg>
        <pc:spChg chg="add del">
          <ac:chgData name="Arseniy Buzyan (extern)" userId="S::arseniy.buzyan@edu.stockholm.se::f92a01cd-049f-4602-b292-09b82d2ea4e3" providerId="AD" clId="Web-{69584A88-C5BE-A10C-4073-12B3159C2A05}" dt="2026-03-09T16:24:39.914" v="132"/>
          <ac:spMkLst>
            <pc:docMk/>
            <pc:sldMk cId="2339928734" sldId="298"/>
            <ac:spMk id="34" creationId="{382E6FCD-F613-BDBB-9055-53BA29FFD4A5}"/>
          </ac:spMkLst>
        </pc:spChg>
        <pc:spChg chg="add del">
          <ac:chgData name="Arseniy Buzyan (extern)" userId="S::arseniy.buzyan@edu.stockholm.se::f92a01cd-049f-4602-b292-09b82d2ea4e3" providerId="AD" clId="Web-{69584A88-C5BE-A10C-4073-12B3159C2A05}" dt="2026-03-09T16:24:42.523" v="134"/>
          <ac:spMkLst>
            <pc:docMk/>
            <pc:sldMk cId="2339928734" sldId="298"/>
            <ac:spMk id="36" creationId="{35DB3719-6FDC-4E5D-891D-FF40B7300F64}"/>
          </ac:spMkLst>
        </pc:spChg>
        <pc:spChg chg="add del">
          <ac:chgData name="Arseniy Buzyan (extern)" userId="S::arseniy.buzyan@edu.stockholm.se::f92a01cd-049f-4602-b292-09b82d2ea4e3" providerId="AD" clId="Web-{69584A88-C5BE-A10C-4073-12B3159C2A05}" dt="2026-03-09T16:24:42.523" v="134"/>
          <ac:spMkLst>
            <pc:docMk/>
            <pc:sldMk cId="2339928734" sldId="298"/>
            <ac:spMk id="37" creationId="{E0CBAC23-2E3F-4A90-BA59-F8299F6A5439}"/>
          </ac:spMkLst>
        </pc:spChg>
        <pc:spChg chg="add">
          <ac:chgData name="Arseniy Buzyan (extern)" userId="S::arseniy.buzyan@edu.stockholm.se::f92a01cd-049f-4602-b292-09b82d2ea4e3" providerId="AD" clId="Web-{69584A88-C5BE-A10C-4073-12B3159C2A05}" dt="2026-03-09T16:24:42.539" v="135"/>
          <ac:spMkLst>
            <pc:docMk/>
            <pc:sldMk cId="2339928734" sldId="298"/>
            <ac:spMk id="40" creationId="{BCED4D40-4B67-4331-AC48-79B82B4A47D8}"/>
          </ac:spMkLst>
        </pc:spChg>
        <pc:spChg chg="add">
          <ac:chgData name="Arseniy Buzyan (extern)" userId="S::arseniy.buzyan@edu.stockholm.se::f92a01cd-049f-4602-b292-09b82d2ea4e3" providerId="AD" clId="Web-{69584A88-C5BE-A10C-4073-12B3159C2A05}" dt="2026-03-09T16:24:42.539" v="135"/>
          <ac:spMkLst>
            <pc:docMk/>
            <pc:sldMk cId="2339928734" sldId="298"/>
            <ac:spMk id="41" creationId="{670CEDEF-4F34-412E-84EE-329C1E936AF5}"/>
          </ac:spMkLst>
        </pc:spChg>
        <pc:graphicFrameChg chg="add del mod ord modGraphic">
          <ac:chgData name="Arseniy Buzyan (extern)" userId="S::arseniy.buzyan@edu.stockholm.se::f92a01cd-049f-4602-b292-09b82d2ea4e3" providerId="AD" clId="Web-{69584A88-C5BE-A10C-4073-12B3159C2A05}" dt="2026-03-09T16:24:42.539" v="135"/>
          <ac:graphicFrameMkLst>
            <pc:docMk/>
            <pc:sldMk cId="2339928734" sldId="298"/>
            <ac:graphicFrameMk id="5" creationId="{B3BFE2C0-C049-97A2-E233-070BF16DDA51}"/>
          </ac:graphicFrameMkLst>
        </pc:graphicFrameChg>
        <pc:graphicFrameChg chg="add del">
          <ac:chgData name="Arseniy Buzyan (extern)" userId="S::arseniy.buzyan@edu.stockholm.se::f92a01cd-049f-4602-b292-09b82d2ea4e3" providerId="AD" clId="Web-{69584A88-C5BE-A10C-4073-12B3159C2A05}" dt="2026-03-09T16:24:39.914" v="132"/>
          <ac:graphicFrameMkLst>
            <pc:docMk/>
            <pc:sldMk cId="2339928734" sldId="298"/>
            <ac:graphicFrameMk id="8" creationId="{B3BFE2C0-C049-97A2-E233-070BF16DDA51}"/>
          </ac:graphicFrameMkLst>
        </pc:graphicFrameChg>
        <pc:graphicFrameChg chg="add del">
          <ac:chgData name="Arseniy Buzyan (extern)" userId="S::arseniy.buzyan@edu.stockholm.se::f92a01cd-049f-4602-b292-09b82d2ea4e3" providerId="AD" clId="Web-{69584A88-C5BE-A10C-4073-12B3159C2A05}" dt="2026-03-09T16:24:42.523" v="134"/>
          <ac:graphicFrameMkLst>
            <pc:docMk/>
            <pc:sldMk cId="2339928734" sldId="298"/>
            <ac:graphicFrameMk id="38" creationId="{B3BFE2C0-C049-97A2-E233-070BF16DDA51}"/>
          </ac:graphicFrameMkLst>
        </pc:graphicFrameChg>
        <pc:graphicFrameChg chg="add mod modGraphic">
          <ac:chgData name="Arseniy Buzyan (extern)" userId="S::arseniy.buzyan@edu.stockholm.se::f92a01cd-049f-4602-b292-09b82d2ea4e3" providerId="AD" clId="Web-{69584A88-C5BE-A10C-4073-12B3159C2A05}" dt="2026-03-09T16:25:11.695" v="229"/>
          <ac:graphicFrameMkLst>
            <pc:docMk/>
            <pc:sldMk cId="2339928734" sldId="298"/>
            <ac:graphicFrameMk id="42" creationId="{B3BFE2C0-C049-97A2-E233-070BF16DDA51}"/>
          </ac:graphicFrameMkLst>
        </pc:graphicFrameChg>
      </pc:sldChg>
      <pc:sldChg chg="addSp delSp modSp new">
        <pc:chgData name="Arseniy Buzyan (extern)" userId="S::arseniy.buzyan@edu.stockholm.se::f92a01cd-049f-4602-b292-09b82d2ea4e3" providerId="AD" clId="Web-{69584A88-C5BE-A10C-4073-12B3159C2A05}" dt="2026-03-09T16:35:08.539" v="812"/>
        <pc:sldMkLst>
          <pc:docMk/>
          <pc:sldMk cId="3409450489" sldId="299"/>
        </pc:sldMkLst>
        <pc:spChg chg="del">
          <ac:chgData name="Arseniy Buzyan (extern)" userId="S::arseniy.buzyan@edu.stockholm.se::f92a01cd-049f-4602-b292-09b82d2ea4e3" providerId="AD" clId="Web-{69584A88-C5BE-A10C-4073-12B3159C2A05}" dt="2026-03-09T16:26:35.539" v="231"/>
          <ac:spMkLst>
            <pc:docMk/>
            <pc:sldMk cId="3409450489" sldId="299"/>
            <ac:spMk id="2" creationId="{E3391266-77BA-F232-FA30-F1E13347C20F}"/>
          </ac:spMkLst>
        </pc:spChg>
        <pc:spChg chg="del mod">
          <ac:chgData name="Arseniy Buzyan (extern)" userId="S::arseniy.buzyan@edu.stockholm.se::f92a01cd-049f-4602-b292-09b82d2ea4e3" providerId="AD" clId="Web-{69584A88-C5BE-A10C-4073-12B3159C2A05}" dt="2026-03-09T16:26:50.055" v="235"/>
          <ac:spMkLst>
            <pc:docMk/>
            <pc:sldMk cId="3409450489" sldId="299"/>
            <ac:spMk id="3" creationId="{E953C66A-AD75-0162-0EF7-9718016C1EB6}"/>
          </ac:spMkLst>
        </pc:spChg>
        <pc:graphicFrameChg chg="add mod ord modGraphic">
          <ac:chgData name="Arseniy Buzyan (extern)" userId="S::arseniy.buzyan@edu.stockholm.se::f92a01cd-049f-4602-b292-09b82d2ea4e3" providerId="AD" clId="Web-{69584A88-C5BE-A10C-4073-12B3159C2A05}" dt="2026-03-09T16:35:08.539" v="812"/>
          <ac:graphicFrameMkLst>
            <pc:docMk/>
            <pc:sldMk cId="3409450489" sldId="299"/>
            <ac:graphicFrameMk id="5" creationId="{BEAA11BA-39BF-3730-573E-7384583848F1}"/>
          </ac:graphicFrameMkLst>
        </pc:graphicFrameChg>
      </pc:sldChg>
      <pc:sldChg chg="addSp delSp modSp new mod setBg">
        <pc:chgData name="Arseniy Buzyan (extern)" userId="S::arseniy.buzyan@edu.stockholm.se::f92a01cd-049f-4602-b292-09b82d2ea4e3" providerId="AD" clId="Web-{69584A88-C5BE-A10C-4073-12B3159C2A05}" dt="2026-03-09T16:38:04.274" v="996" actId="1076"/>
        <pc:sldMkLst>
          <pc:docMk/>
          <pc:sldMk cId="1482853478" sldId="300"/>
        </pc:sldMkLst>
        <pc:spChg chg="mod">
          <ac:chgData name="Arseniy Buzyan (extern)" userId="S::arseniy.buzyan@edu.stockholm.se::f92a01cd-049f-4602-b292-09b82d2ea4e3" providerId="AD" clId="Web-{69584A88-C5BE-A10C-4073-12B3159C2A05}" dt="2026-03-09T16:37:35.821" v="847" actId="20577"/>
          <ac:spMkLst>
            <pc:docMk/>
            <pc:sldMk cId="1482853478" sldId="300"/>
            <ac:spMk id="2" creationId="{2D25F94E-31E1-025F-D938-B1B44B1337DC}"/>
          </ac:spMkLst>
        </pc:spChg>
        <pc:spChg chg="del">
          <ac:chgData name="Arseniy Buzyan (extern)" userId="S::arseniy.buzyan@edu.stockholm.se::f92a01cd-049f-4602-b292-09b82d2ea4e3" providerId="AD" clId="Web-{69584A88-C5BE-A10C-4073-12B3159C2A05}" dt="2026-03-09T16:36:32.649" v="824"/>
          <ac:spMkLst>
            <pc:docMk/>
            <pc:sldMk cId="1482853478" sldId="300"/>
            <ac:spMk id="3" creationId="{C77B8C2D-55E4-4FF2-E782-9D7A128CF364}"/>
          </ac:spMkLst>
        </pc:spChg>
        <pc:spChg chg="add del">
          <ac:chgData name="Arseniy Buzyan (extern)" userId="S::arseniy.buzyan@edu.stockholm.se::f92a01cd-049f-4602-b292-09b82d2ea4e3" providerId="AD" clId="Web-{69584A88-C5BE-A10C-4073-12B3159C2A05}" dt="2026-03-09T16:36:43.289" v="826"/>
          <ac:spMkLst>
            <pc:docMk/>
            <pc:sldMk cId="1482853478" sldId="300"/>
            <ac:spMk id="10" creationId="{A8384FB5-9ADC-4DDC-881B-597D56F5B15D}"/>
          </ac:spMkLst>
        </pc:spChg>
        <pc:spChg chg="add del">
          <ac:chgData name="Arseniy Buzyan (extern)" userId="S::arseniy.buzyan@edu.stockholm.se::f92a01cd-049f-4602-b292-09b82d2ea4e3" providerId="AD" clId="Web-{69584A88-C5BE-A10C-4073-12B3159C2A05}" dt="2026-03-09T16:36:43.289" v="826"/>
          <ac:spMkLst>
            <pc:docMk/>
            <pc:sldMk cId="1482853478" sldId="300"/>
            <ac:spMk id="12" creationId="{1199E1B1-A8C0-4FE8-A5A8-1CB41D69F857}"/>
          </ac:spMkLst>
        </pc:spChg>
        <pc:spChg chg="add del">
          <ac:chgData name="Arseniy Buzyan (extern)" userId="S::arseniy.buzyan@edu.stockholm.se::f92a01cd-049f-4602-b292-09b82d2ea4e3" providerId="AD" clId="Web-{69584A88-C5BE-A10C-4073-12B3159C2A05}" dt="2026-03-09T16:36:43.289" v="826"/>
          <ac:spMkLst>
            <pc:docMk/>
            <pc:sldMk cId="1482853478" sldId="300"/>
            <ac:spMk id="14" creationId="{84A8DE83-DE75-4B41-9DB4-A7EC0B0DEC0B}"/>
          </ac:spMkLst>
        </pc:spChg>
        <pc:spChg chg="add del">
          <ac:chgData name="Arseniy Buzyan (extern)" userId="S::arseniy.buzyan@edu.stockholm.se::f92a01cd-049f-4602-b292-09b82d2ea4e3" providerId="AD" clId="Web-{69584A88-C5BE-A10C-4073-12B3159C2A05}" dt="2026-03-09T16:36:43.289" v="826"/>
          <ac:spMkLst>
            <pc:docMk/>
            <pc:sldMk cId="1482853478" sldId="300"/>
            <ac:spMk id="16" creationId="{A7009A0A-BEF5-4EAC-AF15-E4F9F002E239}"/>
          </ac:spMkLst>
        </pc:spChg>
        <pc:spChg chg="add del">
          <ac:chgData name="Arseniy Buzyan (extern)" userId="S::arseniy.buzyan@edu.stockholm.se::f92a01cd-049f-4602-b292-09b82d2ea4e3" providerId="AD" clId="Web-{69584A88-C5BE-A10C-4073-12B3159C2A05}" dt="2026-03-09T16:36:45.836" v="828"/>
          <ac:spMkLst>
            <pc:docMk/>
            <pc:sldMk cId="1482853478" sldId="300"/>
            <ac:spMk id="18" creationId="{A8384FB5-9ADC-4DDC-881B-597D56F5B15D}"/>
          </ac:spMkLst>
        </pc:spChg>
        <pc:spChg chg="add del">
          <ac:chgData name="Arseniy Buzyan (extern)" userId="S::arseniy.buzyan@edu.stockholm.se::f92a01cd-049f-4602-b292-09b82d2ea4e3" providerId="AD" clId="Web-{69584A88-C5BE-A10C-4073-12B3159C2A05}" dt="2026-03-09T16:36:45.836" v="828"/>
          <ac:spMkLst>
            <pc:docMk/>
            <pc:sldMk cId="1482853478" sldId="300"/>
            <ac:spMk id="19" creationId="{1199E1B1-A8C0-4FE8-A5A8-1CB41D69F857}"/>
          </ac:spMkLst>
        </pc:spChg>
        <pc:spChg chg="add del">
          <ac:chgData name="Arseniy Buzyan (extern)" userId="S::arseniy.buzyan@edu.stockholm.se::f92a01cd-049f-4602-b292-09b82d2ea4e3" providerId="AD" clId="Web-{69584A88-C5BE-A10C-4073-12B3159C2A05}" dt="2026-03-09T16:36:45.836" v="828"/>
          <ac:spMkLst>
            <pc:docMk/>
            <pc:sldMk cId="1482853478" sldId="300"/>
            <ac:spMk id="20" creationId="{84A8DE83-DE75-4B41-9DB4-A7EC0B0DEC0B}"/>
          </ac:spMkLst>
        </pc:spChg>
        <pc:spChg chg="add del">
          <ac:chgData name="Arseniy Buzyan (extern)" userId="S::arseniy.buzyan@edu.stockholm.se::f92a01cd-049f-4602-b292-09b82d2ea4e3" providerId="AD" clId="Web-{69584A88-C5BE-A10C-4073-12B3159C2A05}" dt="2026-03-09T16:36:45.836" v="828"/>
          <ac:spMkLst>
            <pc:docMk/>
            <pc:sldMk cId="1482853478" sldId="300"/>
            <ac:spMk id="21" creationId="{A7009A0A-BEF5-4EAC-AF15-E4F9F002E239}"/>
          </ac:spMkLst>
        </pc:spChg>
        <pc:spChg chg="add del">
          <ac:chgData name="Arseniy Buzyan (extern)" userId="S::arseniy.buzyan@edu.stockholm.se::f92a01cd-049f-4602-b292-09b82d2ea4e3" providerId="AD" clId="Web-{69584A88-C5BE-A10C-4073-12B3159C2A05}" dt="2026-03-09T16:36:48.227" v="830"/>
          <ac:spMkLst>
            <pc:docMk/>
            <pc:sldMk cId="1482853478" sldId="300"/>
            <ac:spMk id="23" creationId="{A8384FB5-9ADC-4DDC-881B-597D56F5B15D}"/>
          </ac:spMkLst>
        </pc:spChg>
        <pc:spChg chg="add del">
          <ac:chgData name="Arseniy Buzyan (extern)" userId="S::arseniy.buzyan@edu.stockholm.se::f92a01cd-049f-4602-b292-09b82d2ea4e3" providerId="AD" clId="Web-{69584A88-C5BE-A10C-4073-12B3159C2A05}" dt="2026-03-09T16:36:48.227" v="830"/>
          <ac:spMkLst>
            <pc:docMk/>
            <pc:sldMk cId="1482853478" sldId="300"/>
            <ac:spMk id="24" creationId="{1199E1B1-A8C0-4FE8-A5A8-1CB41D69F857}"/>
          </ac:spMkLst>
        </pc:spChg>
        <pc:spChg chg="add del">
          <ac:chgData name="Arseniy Buzyan (extern)" userId="S::arseniy.buzyan@edu.stockholm.se::f92a01cd-049f-4602-b292-09b82d2ea4e3" providerId="AD" clId="Web-{69584A88-C5BE-A10C-4073-12B3159C2A05}" dt="2026-03-09T16:36:48.227" v="830"/>
          <ac:spMkLst>
            <pc:docMk/>
            <pc:sldMk cId="1482853478" sldId="300"/>
            <ac:spMk id="25" creationId="{84A8DE83-DE75-4B41-9DB4-A7EC0B0DEC0B}"/>
          </ac:spMkLst>
        </pc:spChg>
        <pc:spChg chg="add del">
          <ac:chgData name="Arseniy Buzyan (extern)" userId="S::arseniy.buzyan@edu.stockholm.se::f92a01cd-049f-4602-b292-09b82d2ea4e3" providerId="AD" clId="Web-{69584A88-C5BE-A10C-4073-12B3159C2A05}" dt="2026-03-09T16:36:48.227" v="830"/>
          <ac:spMkLst>
            <pc:docMk/>
            <pc:sldMk cId="1482853478" sldId="300"/>
            <ac:spMk id="26" creationId="{A7009A0A-BEF5-4EAC-AF15-E4F9F002E239}"/>
          </ac:spMkLst>
        </pc:spChg>
        <pc:spChg chg="add del">
          <ac:chgData name="Arseniy Buzyan (extern)" userId="S::arseniy.buzyan@edu.stockholm.se::f92a01cd-049f-4602-b292-09b82d2ea4e3" providerId="AD" clId="Web-{69584A88-C5BE-A10C-4073-12B3159C2A05}" dt="2026-03-09T16:36:50.602" v="832"/>
          <ac:spMkLst>
            <pc:docMk/>
            <pc:sldMk cId="1482853478" sldId="300"/>
            <ac:spMk id="28" creationId="{BACC6370-2D7E-4714-9D71-7542949D7D5D}"/>
          </ac:spMkLst>
        </pc:spChg>
        <pc:spChg chg="add del">
          <ac:chgData name="Arseniy Buzyan (extern)" userId="S::arseniy.buzyan@edu.stockholm.se::f92a01cd-049f-4602-b292-09b82d2ea4e3" providerId="AD" clId="Web-{69584A88-C5BE-A10C-4073-12B3159C2A05}" dt="2026-03-09T16:36:50.602" v="832"/>
          <ac:spMkLst>
            <pc:docMk/>
            <pc:sldMk cId="1482853478" sldId="300"/>
            <ac:spMk id="29" creationId="{F68B3F68-107C-434F-AA38-110D5EA91B85}"/>
          </ac:spMkLst>
        </pc:spChg>
        <pc:spChg chg="add del">
          <ac:chgData name="Arseniy Buzyan (extern)" userId="S::arseniy.buzyan@edu.stockholm.se::f92a01cd-049f-4602-b292-09b82d2ea4e3" providerId="AD" clId="Web-{69584A88-C5BE-A10C-4073-12B3159C2A05}" dt="2026-03-09T16:36:50.602" v="832"/>
          <ac:spMkLst>
            <pc:docMk/>
            <pc:sldMk cId="1482853478" sldId="300"/>
            <ac:spMk id="30" creationId="{AAD0DBB9-1A4B-4391-81D4-CB19F9AB918A}"/>
          </ac:spMkLst>
        </pc:spChg>
        <pc:spChg chg="add del">
          <ac:chgData name="Arseniy Buzyan (extern)" userId="S::arseniy.buzyan@edu.stockholm.se::f92a01cd-049f-4602-b292-09b82d2ea4e3" providerId="AD" clId="Web-{69584A88-C5BE-A10C-4073-12B3159C2A05}" dt="2026-03-09T16:36:50.602" v="832"/>
          <ac:spMkLst>
            <pc:docMk/>
            <pc:sldMk cId="1482853478" sldId="300"/>
            <ac:spMk id="31" creationId="{063BBA22-50EA-4C4D-BE05-F1CE4E63AA56}"/>
          </ac:spMkLst>
        </pc:spChg>
        <pc:spChg chg="add del">
          <ac:chgData name="Arseniy Buzyan (extern)" userId="S::arseniy.buzyan@edu.stockholm.se::f92a01cd-049f-4602-b292-09b82d2ea4e3" providerId="AD" clId="Web-{69584A88-C5BE-A10C-4073-12B3159C2A05}" dt="2026-03-09T16:37:06.961" v="836"/>
          <ac:spMkLst>
            <pc:docMk/>
            <pc:sldMk cId="1482853478" sldId="300"/>
            <ac:spMk id="33" creationId="{BCED4D40-4B67-4331-AC48-79B82B4A47D8}"/>
          </ac:spMkLst>
        </pc:spChg>
        <pc:spChg chg="add del">
          <ac:chgData name="Arseniy Buzyan (extern)" userId="S::arseniy.buzyan@edu.stockholm.se::f92a01cd-049f-4602-b292-09b82d2ea4e3" providerId="AD" clId="Web-{69584A88-C5BE-A10C-4073-12B3159C2A05}" dt="2026-03-09T16:37:06.961" v="836"/>
          <ac:spMkLst>
            <pc:docMk/>
            <pc:sldMk cId="1482853478" sldId="300"/>
            <ac:spMk id="34" creationId="{670CEDEF-4F34-412E-84EE-329C1E936AF5}"/>
          </ac:spMkLst>
        </pc:spChg>
        <pc:spChg chg="add">
          <ac:chgData name="Arseniy Buzyan (extern)" userId="S::arseniy.buzyan@edu.stockholm.se::f92a01cd-049f-4602-b292-09b82d2ea4e3" providerId="AD" clId="Web-{69584A88-C5BE-A10C-4073-12B3159C2A05}" dt="2026-03-09T16:37:06.961" v="836"/>
          <ac:spMkLst>
            <pc:docMk/>
            <pc:sldMk cId="1482853478" sldId="300"/>
            <ac:spMk id="39" creationId="{BCED4D40-4B67-4331-AC48-79B82B4A47D8}"/>
          </ac:spMkLst>
        </pc:spChg>
        <pc:spChg chg="add">
          <ac:chgData name="Arseniy Buzyan (extern)" userId="S::arseniy.buzyan@edu.stockholm.se::f92a01cd-049f-4602-b292-09b82d2ea4e3" providerId="AD" clId="Web-{69584A88-C5BE-A10C-4073-12B3159C2A05}" dt="2026-03-09T16:37:06.961" v="836"/>
          <ac:spMkLst>
            <pc:docMk/>
            <pc:sldMk cId="1482853478" sldId="300"/>
            <ac:spMk id="41" creationId="{670CEDEF-4F34-412E-84EE-329C1E936AF5}"/>
          </ac:spMkLst>
        </pc:spChg>
        <pc:graphicFrameChg chg="add mod ord modGraphic">
          <ac:chgData name="Arseniy Buzyan (extern)" userId="S::arseniy.buzyan@edu.stockholm.se::f92a01cd-049f-4602-b292-09b82d2ea4e3" providerId="AD" clId="Web-{69584A88-C5BE-A10C-4073-12B3159C2A05}" dt="2026-03-09T16:38:04.274" v="996" actId="1076"/>
          <ac:graphicFrameMkLst>
            <pc:docMk/>
            <pc:sldMk cId="1482853478" sldId="300"/>
            <ac:graphicFrameMk id="5" creationId="{C3D6F741-1996-C998-6AFF-2A1283321EAA}"/>
          </ac:graphicFrameMkLst>
        </pc:graphicFrameChg>
      </pc:sldChg>
      <pc:sldChg chg="addSp delSp modSp new mod setBg">
        <pc:chgData name="Arseniy Buzyan (extern)" userId="S::arseniy.buzyan@edu.stockholm.se::f92a01cd-049f-4602-b292-09b82d2ea4e3" providerId="AD" clId="Web-{69584A88-C5BE-A10C-4073-12B3159C2A05}" dt="2026-03-09T16:39:43.727" v="1081" actId="1076"/>
        <pc:sldMkLst>
          <pc:docMk/>
          <pc:sldMk cId="4281484147" sldId="301"/>
        </pc:sldMkLst>
        <pc:spChg chg="mod">
          <ac:chgData name="Arseniy Buzyan (extern)" userId="S::arseniy.buzyan@edu.stockholm.se::f92a01cd-049f-4602-b292-09b82d2ea4e3" providerId="AD" clId="Web-{69584A88-C5BE-A10C-4073-12B3159C2A05}" dt="2026-03-09T16:38:58.415" v="1003"/>
          <ac:spMkLst>
            <pc:docMk/>
            <pc:sldMk cId="4281484147" sldId="301"/>
            <ac:spMk id="2" creationId="{47FEC7E8-2EA9-4A36-9BD1-2E4FBB9CA596}"/>
          </ac:spMkLst>
        </pc:spChg>
        <pc:spChg chg="del mod">
          <ac:chgData name="Arseniy Buzyan (extern)" userId="S::arseniy.buzyan@edu.stockholm.se::f92a01cd-049f-4602-b292-09b82d2ea4e3" providerId="AD" clId="Web-{69584A88-C5BE-A10C-4073-12B3159C2A05}" dt="2026-03-09T16:38:51.149" v="1002"/>
          <ac:spMkLst>
            <pc:docMk/>
            <pc:sldMk cId="4281484147" sldId="301"/>
            <ac:spMk id="3" creationId="{AABA11EE-CAAE-36B5-A869-E9085212EB5E}"/>
          </ac:spMkLst>
        </pc:spChg>
        <pc:spChg chg="add">
          <ac:chgData name="Arseniy Buzyan (extern)" userId="S::arseniy.buzyan@edu.stockholm.se::f92a01cd-049f-4602-b292-09b82d2ea4e3" providerId="AD" clId="Web-{69584A88-C5BE-A10C-4073-12B3159C2A05}" dt="2026-03-09T16:38:58.415" v="1003"/>
          <ac:spMkLst>
            <pc:docMk/>
            <pc:sldMk cId="4281484147" sldId="301"/>
            <ac:spMk id="10" creationId="{F0DCC097-1DB8-4B6D-85D0-6FBA0E1CA4BA}"/>
          </ac:spMkLst>
        </pc:spChg>
        <pc:spChg chg="add">
          <ac:chgData name="Arseniy Buzyan (extern)" userId="S::arseniy.buzyan@edu.stockholm.se::f92a01cd-049f-4602-b292-09b82d2ea4e3" providerId="AD" clId="Web-{69584A88-C5BE-A10C-4073-12B3159C2A05}" dt="2026-03-09T16:38:58.415" v="1003"/>
          <ac:spMkLst>
            <pc:docMk/>
            <pc:sldMk cId="4281484147" sldId="301"/>
            <ac:spMk id="12" creationId="{E0B58608-23C8-4441-994D-C6823EEE1DB7}"/>
          </ac:spMkLst>
        </pc:spChg>
        <pc:graphicFrameChg chg="add mod ord modGraphic">
          <ac:chgData name="Arseniy Buzyan (extern)" userId="S::arseniy.buzyan@edu.stockholm.se::f92a01cd-049f-4602-b292-09b82d2ea4e3" providerId="AD" clId="Web-{69584A88-C5BE-A10C-4073-12B3159C2A05}" dt="2026-03-09T16:39:43.727" v="1081" actId="1076"/>
          <ac:graphicFrameMkLst>
            <pc:docMk/>
            <pc:sldMk cId="4281484147" sldId="301"/>
            <ac:graphicFrameMk id="5" creationId="{9040BB02-180E-56D3-4B79-19049A65F1A1}"/>
          </ac:graphicFrameMkLst>
        </pc:graphicFrameChg>
      </pc:sldChg>
      <pc:sldChg chg="addSp modSp new mod setBg">
        <pc:chgData name="Arseniy Buzyan (extern)" userId="S::arseniy.buzyan@edu.stockholm.se::f92a01cd-049f-4602-b292-09b82d2ea4e3" providerId="AD" clId="Web-{69584A88-C5BE-A10C-4073-12B3159C2A05}" dt="2026-03-09T17:35:53.634" v="1093"/>
        <pc:sldMkLst>
          <pc:docMk/>
          <pc:sldMk cId="823536768" sldId="302"/>
        </pc:sldMkLst>
        <pc:spChg chg="mod">
          <ac:chgData name="Arseniy Buzyan (extern)" userId="S::arseniy.buzyan@edu.stockholm.se::f92a01cd-049f-4602-b292-09b82d2ea4e3" providerId="AD" clId="Web-{69584A88-C5BE-A10C-4073-12B3159C2A05}" dt="2026-03-09T17:35:53.634" v="1093"/>
          <ac:spMkLst>
            <pc:docMk/>
            <pc:sldMk cId="823536768" sldId="302"/>
            <ac:spMk id="2" creationId="{CA518DFB-9291-171A-A808-F8449B5741CC}"/>
          </ac:spMkLst>
        </pc:spChg>
        <pc:spChg chg="mod">
          <ac:chgData name="Arseniy Buzyan (extern)" userId="S::arseniy.buzyan@edu.stockholm.se::f92a01cd-049f-4602-b292-09b82d2ea4e3" providerId="AD" clId="Web-{69584A88-C5BE-A10C-4073-12B3159C2A05}" dt="2026-03-09T17:35:53.634" v="1093"/>
          <ac:spMkLst>
            <pc:docMk/>
            <pc:sldMk cId="823536768" sldId="302"/>
            <ac:spMk id="3" creationId="{EA48B3A1-ED06-CC92-A7AE-02136BE6FA3D}"/>
          </ac:spMkLst>
        </pc:spChg>
        <pc:spChg chg="add">
          <ac:chgData name="Arseniy Buzyan (extern)" userId="S::arseniy.buzyan@edu.stockholm.se::f92a01cd-049f-4602-b292-09b82d2ea4e3" providerId="AD" clId="Web-{69584A88-C5BE-A10C-4073-12B3159C2A05}" dt="2026-03-09T17:35:53.634" v="1093"/>
          <ac:spMkLst>
            <pc:docMk/>
            <pc:sldMk cId="823536768" sldId="302"/>
            <ac:spMk id="8" creationId="{C9A36457-A5F4-4103-A443-02581C09185B}"/>
          </ac:spMkLst>
        </pc:spChg>
        <pc:spChg chg="add">
          <ac:chgData name="Arseniy Buzyan (extern)" userId="S::arseniy.buzyan@edu.stockholm.se::f92a01cd-049f-4602-b292-09b82d2ea4e3" providerId="AD" clId="Web-{69584A88-C5BE-A10C-4073-12B3159C2A05}" dt="2026-03-09T17:35:53.634" v="1093"/>
          <ac:spMkLst>
            <pc:docMk/>
            <pc:sldMk cId="823536768" sldId="302"/>
            <ac:spMk id="10" creationId="{DC5FB7E8-B636-40FA-BE8D-48145C0F5C57}"/>
          </ac:spMkLst>
        </pc:spChg>
        <pc:spChg chg="add">
          <ac:chgData name="Arseniy Buzyan (extern)" userId="S::arseniy.buzyan@edu.stockholm.se::f92a01cd-049f-4602-b292-09b82d2ea4e3" providerId="AD" clId="Web-{69584A88-C5BE-A10C-4073-12B3159C2A05}" dt="2026-03-09T17:35:53.634" v="1093"/>
          <ac:spMkLst>
            <pc:docMk/>
            <pc:sldMk cId="823536768" sldId="302"/>
            <ac:spMk id="12" creationId="{142DCE2C-2863-46FA-9BE7-24365A24D9BA}"/>
          </ac:spMkLst>
        </pc:spChg>
      </pc:sldChg>
      <pc:sldChg chg="addSp delSp modSp new mod setBg">
        <pc:chgData name="Arseniy Buzyan (extern)" userId="S::arseniy.buzyan@edu.stockholm.se::f92a01cd-049f-4602-b292-09b82d2ea4e3" providerId="AD" clId="Web-{69584A88-C5BE-A10C-4073-12B3159C2A05}" dt="2026-03-09T17:38:56.525" v="1204" actId="20577"/>
        <pc:sldMkLst>
          <pc:docMk/>
          <pc:sldMk cId="249983812" sldId="303"/>
        </pc:sldMkLst>
        <pc:spChg chg="mod">
          <ac:chgData name="Arseniy Buzyan (extern)" userId="S::arseniy.buzyan@edu.stockholm.se::f92a01cd-049f-4602-b292-09b82d2ea4e3" providerId="AD" clId="Web-{69584A88-C5BE-A10C-4073-12B3159C2A05}" dt="2026-03-09T17:38:56.525" v="1204" actId="20577"/>
          <ac:spMkLst>
            <pc:docMk/>
            <pc:sldMk cId="249983812" sldId="303"/>
            <ac:spMk id="2" creationId="{4B8FB0E1-A4F3-E296-09E3-9CB98F12250F}"/>
          </ac:spMkLst>
        </pc:spChg>
        <pc:spChg chg="del">
          <ac:chgData name="Arseniy Buzyan (extern)" userId="S::arseniy.buzyan@edu.stockholm.se::f92a01cd-049f-4602-b292-09b82d2ea4e3" providerId="AD" clId="Web-{69584A88-C5BE-A10C-4073-12B3159C2A05}" dt="2026-03-09T17:36:32.149" v="1096"/>
          <ac:spMkLst>
            <pc:docMk/>
            <pc:sldMk cId="249983812" sldId="303"/>
            <ac:spMk id="3" creationId="{B3EF3173-4F8A-439B-5B71-8BB84ACC1882}"/>
          </ac:spMkLst>
        </pc:spChg>
        <pc:spChg chg="add">
          <ac:chgData name="Arseniy Buzyan (extern)" userId="S::arseniy.buzyan@edu.stockholm.se::f92a01cd-049f-4602-b292-09b82d2ea4e3" providerId="AD" clId="Web-{69584A88-C5BE-A10C-4073-12B3159C2A05}" dt="2026-03-09T17:37:41.415" v="1112"/>
          <ac:spMkLst>
            <pc:docMk/>
            <pc:sldMk cId="249983812" sldId="303"/>
            <ac:spMk id="10" creationId="{02472DE8-E58B-4D56-BA61-C69C601DC760}"/>
          </ac:spMkLst>
        </pc:spChg>
        <pc:spChg chg="add">
          <ac:chgData name="Arseniy Buzyan (extern)" userId="S::arseniy.buzyan@edu.stockholm.se::f92a01cd-049f-4602-b292-09b82d2ea4e3" providerId="AD" clId="Web-{69584A88-C5BE-A10C-4073-12B3159C2A05}" dt="2026-03-09T17:37:41.415" v="1112"/>
          <ac:spMkLst>
            <pc:docMk/>
            <pc:sldMk cId="249983812" sldId="303"/>
            <ac:spMk id="12" creationId="{0183ACFC-B25E-402F-BBD8-E42034CDD49A}"/>
          </ac:spMkLst>
        </pc:spChg>
        <pc:spChg chg="add">
          <ac:chgData name="Arseniy Buzyan (extern)" userId="S::arseniy.buzyan@edu.stockholm.se::f92a01cd-049f-4602-b292-09b82d2ea4e3" providerId="AD" clId="Web-{69584A88-C5BE-A10C-4073-12B3159C2A05}" dt="2026-03-09T17:37:41.415" v="1112"/>
          <ac:spMkLst>
            <pc:docMk/>
            <pc:sldMk cId="249983812" sldId="303"/>
            <ac:spMk id="14" creationId="{3501A971-CEBD-4E4B-8529-3BB4F4100CD6}"/>
          </ac:spMkLst>
        </pc:spChg>
        <pc:graphicFrameChg chg="add mod ord modGraphic">
          <ac:chgData name="Arseniy Buzyan (extern)" userId="S::arseniy.buzyan@edu.stockholm.se::f92a01cd-049f-4602-b292-09b82d2ea4e3" providerId="AD" clId="Web-{69584A88-C5BE-A10C-4073-12B3159C2A05}" dt="2026-03-09T17:38:10.603" v="1185"/>
          <ac:graphicFrameMkLst>
            <pc:docMk/>
            <pc:sldMk cId="249983812" sldId="303"/>
            <ac:graphicFrameMk id="5" creationId="{E44C7E8C-6B15-9EF5-9019-965206CBEF77}"/>
          </ac:graphicFrameMkLst>
        </pc:graphicFrameChg>
      </pc:sldChg>
      <pc:sldChg chg="addSp delSp modSp new mod setBg">
        <pc:chgData name="Arseniy Buzyan (extern)" userId="S::arseniy.buzyan@edu.stockholm.se::f92a01cd-049f-4602-b292-09b82d2ea4e3" providerId="AD" clId="Web-{69584A88-C5BE-A10C-4073-12B3159C2A05}" dt="2026-03-09T17:42:51.197" v="1731"/>
        <pc:sldMkLst>
          <pc:docMk/>
          <pc:sldMk cId="1873012430" sldId="304"/>
        </pc:sldMkLst>
        <pc:spChg chg="del">
          <ac:chgData name="Arseniy Buzyan (extern)" userId="S::arseniy.buzyan@edu.stockholm.se::f92a01cd-049f-4602-b292-09b82d2ea4e3" providerId="AD" clId="Web-{69584A88-C5BE-A10C-4073-12B3159C2A05}" dt="2026-03-09T17:39:17.728" v="1206"/>
          <ac:spMkLst>
            <pc:docMk/>
            <pc:sldMk cId="1873012430" sldId="304"/>
            <ac:spMk id="2" creationId="{B7D791EC-18B8-0988-6839-801588C03742}"/>
          </ac:spMkLst>
        </pc:spChg>
        <pc:spChg chg="del mod">
          <ac:chgData name="Arseniy Buzyan (extern)" userId="S::arseniy.buzyan@edu.stockholm.se::f92a01cd-049f-4602-b292-09b82d2ea4e3" providerId="AD" clId="Web-{69584A88-C5BE-A10C-4073-12B3159C2A05}" dt="2026-03-09T17:39:39.244" v="1210"/>
          <ac:spMkLst>
            <pc:docMk/>
            <pc:sldMk cId="1873012430" sldId="304"/>
            <ac:spMk id="3" creationId="{C6BA4CF6-8403-420F-7B91-4B15E4810D26}"/>
          </ac:spMkLst>
        </pc:spChg>
        <pc:spChg chg="add">
          <ac:chgData name="Arseniy Buzyan (extern)" userId="S::arseniy.buzyan@edu.stockholm.se::f92a01cd-049f-4602-b292-09b82d2ea4e3" providerId="AD" clId="Web-{69584A88-C5BE-A10C-4073-12B3159C2A05}" dt="2026-03-09T17:40:58.135" v="1238"/>
          <ac:spMkLst>
            <pc:docMk/>
            <pc:sldMk cId="1873012430" sldId="304"/>
            <ac:spMk id="10" creationId="{AB8C311F-7253-4AED-9701-7FC0708C41C7}"/>
          </ac:spMkLst>
        </pc:spChg>
        <pc:spChg chg="add">
          <ac:chgData name="Arseniy Buzyan (extern)" userId="S::arseniy.buzyan@edu.stockholm.se::f92a01cd-049f-4602-b292-09b82d2ea4e3" providerId="AD" clId="Web-{69584A88-C5BE-A10C-4073-12B3159C2A05}" dt="2026-03-09T17:40:58.135" v="1238"/>
          <ac:spMkLst>
            <pc:docMk/>
            <pc:sldMk cId="1873012430" sldId="304"/>
            <ac:spMk id="12" creationId="{E2384209-CB15-4CDF-9D31-C44FD9A3F20D}"/>
          </ac:spMkLst>
        </pc:spChg>
        <pc:spChg chg="add">
          <ac:chgData name="Arseniy Buzyan (extern)" userId="S::arseniy.buzyan@edu.stockholm.se::f92a01cd-049f-4602-b292-09b82d2ea4e3" providerId="AD" clId="Web-{69584A88-C5BE-A10C-4073-12B3159C2A05}" dt="2026-03-09T17:40:58.135" v="1238"/>
          <ac:spMkLst>
            <pc:docMk/>
            <pc:sldMk cId="1873012430" sldId="304"/>
            <ac:spMk id="14" creationId="{2633B3B5-CC90-43F0-8714-D31D1F3F0209}"/>
          </ac:spMkLst>
        </pc:spChg>
        <pc:spChg chg="add">
          <ac:chgData name="Arseniy Buzyan (extern)" userId="S::arseniy.buzyan@edu.stockholm.se::f92a01cd-049f-4602-b292-09b82d2ea4e3" providerId="AD" clId="Web-{69584A88-C5BE-A10C-4073-12B3159C2A05}" dt="2026-03-09T17:40:58.135" v="1238"/>
          <ac:spMkLst>
            <pc:docMk/>
            <pc:sldMk cId="1873012430" sldId="304"/>
            <ac:spMk id="16" creationId="{A8D57A06-A426-446D-B02C-A2DC6B62E45E}"/>
          </ac:spMkLst>
        </pc:spChg>
        <pc:graphicFrameChg chg="add mod ord modGraphic">
          <ac:chgData name="Arseniy Buzyan (extern)" userId="S::arseniy.buzyan@edu.stockholm.se::f92a01cd-049f-4602-b292-09b82d2ea4e3" providerId="AD" clId="Web-{69584A88-C5BE-A10C-4073-12B3159C2A05}" dt="2026-03-09T17:42:51.197" v="1731"/>
          <ac:graphicFrameMkLst>
            <pc:docMk/>
            <pc:sldMk cId="1873012430" sldId="304"/>
            <ac:graphicFrameMk id="5" creationId="{6BBECE70-835D-206A-A61B-25BA6E6F9561}"/>
          </ac:graphicFrameMkLst>
        </pc:graphicFrameChg>
      </pc:sldChg>
      <pc:sldChg chg="addSp delSp modSp new mod setBg">
        <pc:chgData name="Arseniy Buzyan (extern)" userId="S::arseniy.buzyan@edu.stockholm.se::f92a01cd-049f-4602-b292-09b82d2ea4e3" providerId="AD" clId="Web-{69584A88-C5BE-A10C-4073-12B3159C2A05}" dt="2026-03-09T17:44:11.745" v="1746"/>
        <pc:sldMkLst>
          <pc:docMk/>
          <pc:sldMk cId="121391247" sldId="305"/>
        </pc:sldMkLst>
        <pc:spChg chg="mod">
          <ac:chgData name="Arseniy Buzyan (extern)" userId="S::arseniy.buzyan@edu.stockholm.se::f92a01cd-049f-4602-b292-09b82d2ea4e3" providerId="AD" clId="Web-{69584A88-C5BE-A10C-4073-12B3159C2A05}" dt="2026-03-09T17:43:57.870" v="1738"/>
          <ac:spMkLst>
            <pc:docMk/>
            <pc:sldMk cId="121391247" sldId="305"/>
            <ac:spMk id="2" creationId="{5D60536F-5768-6997-A4D0-FE54B25CA019}"/>
          </ac:spMkLst>
        </pc:spChg>
        <pc:spChg chg="del">
          <ac:chgData name="Arseniy Buzyan (extern)" userId="S::arseniy.buzyan@edu.stockholm.se::f92a01cd-049f-4602-b292-09b82d2ea4e3" providerId="AD" clId="Web-{69584A88-C5BE-A10C-4073-12B3159C2A05}" dt="2026-03-09T17:43:54.042" v="1737"/>
          <ac:spMkLst>
            <pc:docMk/>
            <pc:sldMk cId="121391247" sldId="305"/>
            <ac:spMk id="3" creationId="{D17769F8-6B0D-03B4-9719-7908874D35FB}"/>
          </ac:spMkLst>
        </pc:spChg>
        <pc:spChg chg="add">
          <ac:chgData name="Arseniy Buzyan (extern)" userId="S::arseniy.buzyan@edu.stockholm.se::f92a01cd-049f-4602-b292-09b82d2ea4e3" providerId="AD" clId="Web-{69584A88-C5BE-A10C-4073-12B3159C2A05}" dt="2026-03-09T17:43:57.870" v="1738"/>
          <ac:spMkLst>
            <pc:docMk/>
            <pc:sldMk cId="121391247" sldId="305"/>
            <ac:spMk id="10" creationId="{A8384FB5-9ADC-4DDC-881B-597D56F5B15D}"/>
          </ac:spMkLst>
        </pc:spChg>
        <pc:spChg chg="add">
          <ac:chgData name="Arseniy Buzyan (extern)" userId="S::arseniy.buzyan@edu.stockholm.se::f92a01cd-049f-4602-b292-09b82d2ea4e3" providerId="AD" clId="Web-{69584A88-C5BE-A10C-4073-12B3159C2A05}" dt="2026-03-09T17:43:57.870" v="1738"/>
          <ac:spMkLst>
            <pc:docMk/>
            <pc:sldMk cId="121391247" sldId="305"/>
            <ac:spMk id="12" creationId="{1199E1B1-A8C0-4FE8-A5A8-1CB41D69F857}"/>
          </ac:spMkLst>
        </pc:spChg>
        <pc:spChg chg="add">
          <ac:chgData name="Arseniy Buzyan (extern)" userId="S::arseniy.buzyan@edu.stockholm.se::f92a01cd-049f-4602-b292-09b82d2ea4e3" providerId="AD" clId="Web-{69584A88-C5BE-A10C-4073-12B3159C2A05}" dt="2026-03-09T17:43:57.870" v="1738"/>
          <ac:spMkLst>
            <pc:docMk/>
            <pc:sldMk cId="121391247" sldId="305"/>
            <ac:spMk id="14" creationId="{84A8DE83-DE75-4B41-9DB4-A7EC0B0DEC0B}"/>
          </ac:spMkLst>
        </pc:spChg>
        <pc:spChg chg="add">
          <ac:chgData name="Arseniy Buzyan (extern)" userId="S::arseniy.buzyan@edu.stockholm.se::f92a01cd-049f-4602-b292-09b82d2ea4e3" providerId="AD" clId="Web-{69584A88-C5BE-A10C-4073-12B3159C2A05}" dt="2026-03-09T17:43:57.870" v="1738"/>
          <ac:spMkLst>
            <pc:docMk/>
            <pc:sldMk cId="121391247" sldId="305"/>
            <ac:spMk id="16" creationId="{A7009A0A-BEF5-4EAC-AF15-E4F9F002E239}"/>
          </ac:spMkLst>
        </pc:spChg>
        <pc:graphicFrameChg chg="add mod ord modGraphic">
          <ac:chgData name="Arseniy Buzyan (extern)" userId="S::arseniy.buzyan@edu.stockholm.se::f92a01cd-049f-4602-b292-09b82d2ea4e3" providerId="AD" clId="Web-{69584A88-C5BE-A10C-4073-12B3159C2A05}" dt="2026-03-09T17:44:11.745" v="1746"/>
          <ac:graphicFrameMkLst>
            <pc:docMk/>
            <pc:sldMk cId="121391247" sldId="305"/>
            <ac:graphicFrameMk id="5" creationId="{BDCBB8BD-26EB-680B-8757-009D9D0C4F5F}"/>
          </ac:graphicFrameMkLst>
        </pc:graphicFrameChg>
      </pc:sldChg>
      <pc:sldChg chg="addSp delSp modSp new mod setBg">
        <pc:chgData name="Arseniy Buzyan (extern)" userId="S::arseniy.buzyan@edu.stockholm.se::f92a01cd-049f-4602-b292-09b82d2ea4e3" providerId="AD" clId="Web-{69584A88-C5BE-A10C-4073-12B3159C2A05}" dt="2026-03-09T17:47:44.558" v="1975" actId="1076"/>
        <pc:sldMkLst>
          <pc:docMk/>
          <pc:sldMk cId="2368297165" sldId="306"/>
        </pc:sldMkLst>
        <pc:spChg chg="del mod">
          <ac:chgData name="Arseniy Buzyan (extern)" userId="S::arseniy.buzyan@edu.stockholm.se::f92a01cd-049f-4602-b292-09b82d2ea4e3" providerId="AD" clId="Web-{69584A88-C5BE-A10C-4073-12B3159C2A05}" dt="2026-03-09T17:44:46.011" v="1750"/>
          <ac:spMkLst>
            <pc:docMk/>
            <pc:sldMk cId="2368297165" sldId="306"/>
            <ac:spMk id="2" creationId="{5966E996-9745-F61E-0053-7F36A51ED57A}"/>
          </ac:spMkLst>
        </pc:spChg>
        <pc:spChg chg="del mod">
          <ac:chgData name="Arseniy Buzyan (extern)" userId="S::arseniy.buzyan@edu.stockholm.se::f92a01cd-049f-4602-b292-09b82d2ea4e3" providerId="AD" clId="Web-{69584A88-C5BE-A10C-4073-12B3159C2A05}" dt="2026-03-09T17:45:11.667" v="1754"/>
          <ac:spMkLst>
            <pc:docMk/>
            <pc:sldMk cId="2368297165" sldId="306"/>
            <ac:spMk id="3" creationId="{4186B069-402F-90E5-92FC-BA95C6BC24C6}"/>
          </ac:spMkLst>
        </pc:spChg>
        <pc:spChg chg="add del mod">
          <ac:chgData name="Arseniy Buzyan (extern)" userId="S::arseniy.buzyan@edu.stockholm.se::f92a01cd-049f-4602-b292-09b82d2ea4e3" providerId="AD" clId="Web-{69584A88-C5BE-A10C-4073-12B3159C2A05}" dt="2026-03-09T17:44:49.089" v="1751"/>
          <ac:spMkLst>
            <pc:docMk/>
            <pc:sldMk cId="2368297165" sldId="306"/>
            <ac:spMk id="5" creationId="{289566F7-11C5-6007-02C2-E3ED6BFA3E79}"/>
          </ac:spMkLst>
        </pc:spChg>
        <pc:spChg chg="add">
          <ac:chgData name="Arseniy Buzyan (extern)" userId="S::arseniy.buzyan@edu.stockholm.se::f92a01cd-049f-4602-b292-09b82d2ea4e3" providerId="AD" clId="Web-{69584A88-C5BE-A10C-4073-12B3159C2A05}" dt="2026-03-09T17:45:16.667" v="1755"/>
          <ac:spMkLst>
            <pc:docMk/>
            <pc:sldMk cId="2368297165" sldId="306"/>
            <ac:spMk id="12" creationId="{F3060C83-F051-4F0E-ABAD-AA0DFC48B218}"/>
          </ac:spMkLst>
        </pc:spChg>
        <pc:spChg chg="add">
          <ac:chgData name="Arseniy Buzyan (extern)" userId="S::arseniy.buzyan@edu.stockholm.se::f92a01cd-049f-4602-b292-09b82d2ea4e3" providerId="AD" clId="Web-{69584A88-C5BE-A10C-4073-12B3159C2A05}" dt="2026-03-09T17:45:16.667" v="1755"/>
          <ac:spMkLst>
            <pc:docMk/>
            <pc:sldMk cId="2368297165" sldId="306"/>
            <ac:spMk id="14" creationId="{83C98ABE-055B-441F-B07E-44F97F083C39}"/>
          </ac:spMkLst>
        </pc:spChg>
        <pc:spChg chg="add">
          <ac:chgData name="Arseniy Buzyan (extern)" userId="S::arseniy.buzyan@edu.stockholm.se::f92a01cd-049f-4602-b292-09b82d2ea4e3" providerId="AD" clId="Web-{69584A88-C5BE-A10C-4073-12B3159C2A05}" dt="2026-03-09T17:45:16.667" v="1755"/>
          <ac:spMkLst>
            <pc:docMk/>
            <pc:sldMk cId="2368297165" sldId="306"/>
            <ac:spMk id="16" creationId="{29FDB030-9B49-4CED-8CCD-4D99382388AC}"/>
          </ac:spMkLst>
        </pc:spChg>
        <pc:spChg chg="add">
          <ac:chgData name="Arseniy Buzyan (extern)" userId="S::arseniy.buzyan@edu.stockholm.se::f92a01cd-049f-4602-b292-09b82d2ea4e3" providerId="AD" clId="Web-{69584A88-C5BE-A10C-4073-12B3159C2A05}" dt="2026-03-09T17:45:16.667" v="1755"/>
          <ac:spMkLst>
            <pc:docMk/>
            <pc:sldMk cId="2368297165" sldId="306"/>
            <ac:spMk id="18" creationId="{3783CA14-24A1-485C-8B30-D6A5D87987AD}"/>
          </ac:spMkLst>
        </pc:spChg>
        <pc:spChg chg="add">
          <ac:chgData name="Arseniy Buzyan (extern)" userId="S::arseniy.buzyan@edu.stockholm.se::f92a01cd-049f-4602-b292-09b82d2ea4e3" providerId="AD" clId="Web-{69584A88-C5BE-A10C-4073-12B3159C2A05}" dt="2026-03-09T17:45:16.667" v="1755"/>
          <ac:spMkLst>
            <pc:docMk/>
            <pc:sldMk cId="2368297165" sldId="306"/>
            <ac:spMk id="20" creationId="{9A97C86A-04D6-40F7-AE84-31AB43E6A846}"/>
          </ac:spMkLst>
        </pc:spChg>
        <pc:spChg chg="add">
          <ac:chgData name="Arseniy Buzyan (extern)" userId="S::arseniy.buzyan@edu.stockholm.se::f92a01cd-049f-4602-b292-09b82d2ea4e3" providerId="AD" clId="Web-{69584A88-C5BE-A10C-4073-12B3159C2A05}" dt="2026-03-09T17:45:16.667" v="1755"/>
          <ac:spMkLst>
            <pc:docMk/>
            <pc:sldMk cId="2368297165" sldId="306"/>
            <ac:spMk id="22" creationId="{FF9F2414-84E8-453E-B1F3-389FDE8192D9}"/>
          </ac:spMkLst>
        </pc:spChg>
        <pc:spChg chg="add">
          <ac:chgData name="Arseniy Buzyan (extern)" userId="S::arseniy.buzyan@edu.stockholm.se::f92a01cd-049f-4602-b292-09b82d2ea4e3" providerId="AD" clId="Web-{69584A88-C5BE-A10C-4073-12B3159C2A05}" dt="2026-03-09T17:45:16.667" v="1755"/>
          <ac:spMkLst>
            <pc:docMk/>
            <pc:sldMk cId="2368297165" sldId="306"/>
            <ac:spMk id="24" creationId="{3ECA69A1-7536-43AC-85EF-C7106179F5ED}"/>
          </ac:spMkLst>
        </pc:spChg>
        <pc:graphicFrameChg chg="add mod ord modGraphic">
          <ac:chgData name="Arseniy Buzyan (extern)" userId="S::arseniy.buzyan@edu.stockholm.se::f92a01cd-049f-4602-b292-09b82d2ea4e3" providerId="AD" clId="Web-{69584A88-C5BE-A10C-4073-12B3159C2A05}" dt="2026-03-09T17:47:44.558" v="1975" actId="1076"/>
          <ac:graphicFrameMkLst>
            <pc:docMk/>
            <pc:sldMk cId="2368297165" sldId="306"/>
            <ac:graphicFrameMk id="7" creationId="{95D0BCCD-C986-BB19-6AEB-FFDBCA4A1740}"/>
          </ac:graphicFrameMkLst>
        </pc:graphicFrameChg>
      </pc:sldChg>
      <pc:sldChg chg="addSp modSp new mod setBg">
        <pc:chgData name="Arseniy Buzyan (extern)" userId="S::arseniy.buzyan@edu.stockholm.se::f92a01cd-049f-4602-b292-09b82d2ea4e3" providerId="AD" clId="Web-{69584A88-C5BE-A10C-4073-12B3159C2A05}" dt="2026-03-09T18:01:36.769" v="1984" actId="20577"/>
        <pc:sldMkLst>
          <pc:docMk/>
          <pc:sldMk cId="3429175169" sldId="307"/>
        </pc:sldMkLst>
        <pc:spChg chg="mod">
          <ac:chgData name="Arseniy Buzyan (extern)" userId="S::arseniy.buzyan@edu.stockholm.se::f92a01cd-049f-4602-b292-09b82d2ea4e3" providerId="AD" clId="Web-{69584A88-C5BE-A10C-4073-12B3159C2A05}" dt="2026-03-09T18:01:26.160" v="1981"/>
          <ac:spMkLst>
            <pc:docMk/>
            <pc:sldMk cId="3429175169" sldId="307"/>
            <ac:spMk id="2" creationId="{C46C8910-CF7E-7B24-F320-37F5932A8D27}"/>
          </ac:spMkLst>
        </pc:spChg>
        <pc:spChg chg="mod">
          <ac:chgData name="Arseniy Buzyan (extern)" userId="S::arseniy.buzyan@edu.stockholm.se::f92a01cd-049f-4602-b292-09b82d2ea4e3" providerId="AD" clId="Web-{69584A88-C5BE-A10C-4073-12B3159C2A05}" dt="2026-03-09T18:01:36.769" v="1984" actId="20577"/>
          <ac:spMkLst>
            <pc:docMk/>
            <pc:sldMk cId="3429175169" sldId="307"/>
            <ac:spMk id="3" creationId="{3AAE78FD-15C0-3F56-4F0A-DC9E9E5541F0}"/>
          </ac:spMkLst>
        </pc:spChg>
        <pc:spChg chg="add">
          <ac:chgData name="Arseniy Buzyan (extern)" userId="S::arseniy.buzyan@edu.stockholm.se::f92a01cd-049f-4602-b292-09b82d2ea4e3" providerId="AD" clId="Web-{69584A88-C5BE-A10C-4073-12B3159C2A05}" dt="2026-03-09T18:01:26.160" v="1981"/>
          <ac:spMkLst>
            <pc:docMk/>
            <pc:sldMk cId="3429175169" sldId="307"/>
            <ac:spMk id="8" creationId="{C9A36457-A5F4-4103-A443-02581C09185B}"/>
          </ac:spMkLst>
        </pc:spChg>
        <pc:spChg chg="add">
          <ac:chgData name="Arseniy Buzyan (extern)" userId="S::arseniy.buzyan@edu.stockholm.se::f92a01cd-049f-4602-b292-09b82d2ea4e3" providerId="AD" clId="Web-{69584A88-C5BE-A10C-4073-12B3159C2A05}" dt="2026-03-09T18:01:26.160" v="1981"/>
          <ac:spMkLst>
            <pc:docMk/>
            <pc:sldMk cId="3429175169" sldId="307"/>
            <ac:spMk id="10" creationId="{AA5CF486-D9E5-4A66-898A-F3D62B81B15E}"/>
          </ac:spMkLst>
        </pc:spChg>
      </pc:sldChg>
      <pc:sldChg chg="addSp delSp modSp new mod setBg">
        <pc:chgData name="Arseniy Buzyan (extern)" userId="S::arseniy.buzyan@edu.stockholm.se::f92a01cd-049f-4602-b292-09b82d2ea4e3" providerId="AD" clId="Web-{69584A88-C5BE-A10C-4073-12B3159C2A05}" dt="2026-03-09T18:02:53.755" v="1993"/>
        <pc:sldMkLst>
          <pc:docMk/>
          <pc:sldMk cId="3619881483" sldId="308"/>
        </pc:sldMkLst>
        <pc:spChg chg="mod">
          <ac:chgData name="Arseniy Buzyan (extern)" userId="S::arseniy.buzyan@edu.stockholm.se::f92a01cd-049f-4602-b292-09b82d2ea4e3" providerId="AD" clId="Web-{69584A88-C5BE-A10C-4073-12B3159C2A05}" dt="2026-03-09T18:02:53.755" v="1993"/>
          <ac:spMkLst>
            <pc:docMk/>
            <pc:sldMk cId="3619881483" sldId="308"/>
            <ac:spMk id="2" creationId="{8F3E63F7-39D8-142D-FDA8-FC3D4DC82BDB}"/>
          </ac:spMkLst>
        </pc:spChg>
        <pc:spChg chg="mod">
          <ac:chgData name="Arseniy Buzyan (extern)" userId="S::arseniy.buzyan@edu.stockholm.se::f92a01cd-049f-4602-b292-09b82d2ea4e3" providerId="AD" clId="Web-{69584A88-C5BE-A10C-4073-12B3159C2A05}" dt="2026-03-09T18:02:53.755" v="1993"/>
          <ac:spMkLst>
            <pc:docMk/>
            <pc:sldMk cId="3619881483" sldId="308"/>
            <ac:spMk id="3" creationId="{BED50246-3380-3651-CEB6-F5EA17D2F8AF}"/>
          </ac:spMkLst>
        </pc:spChg>
        <pc:spChg chg="add del">
          <ac:chgData name="Arseniy Buzyan (extern)" userId="S::arseniy.buzyan@edu.stockholm.se::f92a01cd-049f-4602-b292-09b82d2ea4e3" providerId="AD" clId="Web-{69584A88-C5BE-A10C-4073-12B3159C2A05}" dt="2026-03-09T18:02:48.567" v="1990"/>
          <ac:spMkLst>
            <pc:docMk/>
            <pc:sldMk cId="3619881483" sldId="308"/>
            <ac:spMk id="8" creationId="{C9A36457-A5F4-4103-A443-02581C09185B}"/>
          </ac:spMkLst>
        </pc:spChg>
        <pc:spChg chg="add del">
          <ac:chgData name="Arseniy Buzyan (extern)" userId="S::arseniy.buzyan@edu.stockholm.se::f92a01cd-049f-4602-b292-09b82d2ea4e3" providerId="AD" clId="Web-{69584A88-C5BE-A10C-4073-12B3159C2A05}" dt="2026-03-09T18:02:48.567" v="1990"/>
          <ac:spMkLst>
            <pc:docMk/>
            <pc:sldMk cId="3619881483" sldId="308"/>
            <ac:spMk id="10" creationId="{AA5CF486-D9E5-4A66-898A-F3D62B81B15E}"/>
          </ac:spMkLst>
        </pc:spChg>
        <pc:spChg chg="add del">
          <ac:chgData name="Arseniy Buzyan (extern)" userId="S::arseniy.buzyan@edu.stockholm.se::f92a01cd-049f-4602-b292-09b82d2ea4e3" providerId="AD" clId="Web-{69584A88-C5BE-A10C-4073-12B3159C2A05}" dt="2026-03-09T18:02:53.755" v="1992"/>
          <ac:spMkLst>
            <pc:docMk/>
            <pc:sldMk cId="3619881483" sldId="308"/>
            <ac:spMk id="12" creationId="{6128F3BD-7564-4310-B528-888E64F87576}"/>
          </ac:spMkLst>
        </pc:spChg>
        <pc:spChg chg="add del">
          <ac:chgData name="Arseniy Buzyan (extern)" userId="S::arseniy.buzyan@edu.stockholm.se::f92a01cd-049f-4602-b292-09b82d2ea4e3" providerId="AD" clId="Web-{69584A88-C5BE-A10C-4073-12B3159C2A05}" dt="2026-03-09T18:02:53.755" v="1992"/>
          <ac:spMkLst>
            <pc:docMk/>
            <pc:sldMk cId="3619881483" sldId="308"/>
            <ac:spMk id="13" creationId="{82AA3C4E-019E-440F-87AB-67EFA9BE6C81}"/>
          </ac:spMkLst>
        </pc:spChg>
        <pc:spChg chg="add">
          <ac:chgData name="Arseniy Buzyan (extern)" userId="S::arseniy.buzyan@edu.stockholm.se::f92a01cd-049f-4602-b292-09b82d2ea4e3" providerId="AD" clId="Web-{69584A88-C5BE-A10C-4073-12B3159C2A05}" dt="2026-03-09T18:02:53.755" v="1993"/>
          <ac:spMkLst>
            <pc:docMk/>
            <pc:sldMk cId="3619881483" sldId="308"/>
            <ac:spMk id="15" creationId="{84697CDA-BDB7-4883-B48B-1D4EDB2F0E93}"/>
          </ac:spMkLst>
        </pc:spChg>
        <pc:spChg chg="add">
          <ac:chgData name="Arseniy Buzyan (extern)" userId="S::arseniy.buzyan@edu.stockholm.se::f92a01cd-049f-4602-b292-09b82d2ea4e3" providerId="AD" clId="Web-{69584A88-C5BE-A10C-4073-12B3159C2A05}" dt="2026-03-09T18:02:53.755" v="1993"/>
          <ac:spMkLst>
            <pc:docMk/>
            <pc:sldMk cId="3619881483" sldId="308"/>
            <ac:spMk id="16" creationId="{6295B176-FA0E-4B6A-A190-5E2E82BEA57A}"/>
          </ac:spMkLst>
        </pc:spChg>
        <pc:spChg chg="add">
          <ac:chgData name="Arseniy Buzyan (extern)" userId="S::arseniy.buzyan@edu.stockholm.se::f92a01cd-049f-4602-b292-09b82d2ea4e3" providerId="AD" clId="Web-{69584A88-C5BE-A10C-4073-12B3159C2A05}" dt="2026-03-09T18:02:53.755" v="1993"/>
          <ac:spMkLst>
            <pc:docMk/>
            <pc:sldMk cId="3619881483" sldId="308"/>
            <ac:spMk id="17" creationId="{48F779DE-4744-42D6-9C74-33EC94460CCC}"/>
          </ac:spMkLst>
        </pc:spChg>
      </pc:sldChg>
      <pc:sldChg chg="addSp delSp modSp new del mod setBg">
        <pc:chgData name="Arseniy Buzyan (extern)" userId="S::arseniy.buzyan@edu.stockholm.se::f92a01cd-049f-4602-b292-09b82d2ea4e3" providerId="AD" clId="Web-{69584A88-C5BE-A10C-4073-12B3159C2A05}" dt="2026-03-09T18:04:52.928" v="2015"/>
        <pc:sldMkLst>
          <pc:docMk/>
          <pc:sldMk cId="354878330" sldId="309"/>
        </pc:sldMkLst>
        <pc:spChg chg="mod">
          <ac:chgData name="Arseniy Buzyan (extern)" userId="S::arseniy.buzyan@edu.stockholm.se::f92a01cd-049f-4602-b292-09b82d2ea4e3" providerId="AD" clId="Web-{69584A88-C5BE-A10C-4073-12B3159C2A05}" dt="2026-03-09T18:04:17.709" v="2014"/>
          <ac:spMkLst>
            <pc:docMk/>
            <pc:sldMk cId="354878330" sldId="309"/>
            <ac:spMk id="2" creationId="{6927F495-F0AB-05E8-A483-44885AC06973}"/>
          </ac:spMkLst>
        </pc:spChg>
        <pc:spChg chg="mod">
          <ac:chgData name="Arseniy Buzyan (extern)" userId="S::arseniy.buzyan@edu.stockholm.se::f92a01cd-049f-4602-b292-09b82d2ea4e3" providerId="AD" clId="Web-{69584A88-C5BE-A10C-4073-12B3159C2A05}" dt="2026-03-09T18:04:17.709" v="2014"/>
          <ac:spMkLst>
            <pc:docMk/>
            <pc:sldMk cId="354878330" sldId="309"/>
            <ac:spMk id="3" creationId="{508ECD4F-3132-155A-33AB-DC9203AB500F}"/>
          </ac:spMkLst>
        </pc:spChg>
        <pc:spChg chg="add del">
          <ac:chgData name="Arseniy Buzyan (extern)" userId="S::arseniy.buzyan@edu.stockholm.se::f92a01cd-049f-4602-b292-09b82d2ea4e3" providerId="AD" clId="Web-{69584A88-C5BE-A10C-4073-12B3159C2A05}" dt="2026-03-09T18:04:08.443" v="2009"/>
          <ac:spMkLst>
            <pc:docMk/>
            <pc:sldMk cId="354878330" sldId="309"/>
            <ac:spMk id="8" creationId="{C9A36457-A5F4-4103-A443-02581C09185B}"/>
          </ac:spMkLst>
        </pc:spChg>
        <pc:spChg chg="add del">
          <ac:chgData name="Arseniy Buzyan (extern)" userId="S::arseniy.buzyan@edu.stockholm.se::f92a01cd-049f-4602-b292-09b82d2ea4e3" providerId="AD" clId="Web-{69584A88-C5BE-A10C-4073-12B3159C2A05}" dt="2026-03-09T18:04:08.443" v="2009"/>
          <ac:spMkLst>
            <pc:docMk/>
            <pc:sldMk cId="354878330" sldId="309"/>
            <ac:spMk id="10" creationId="{AA5CF486-D9E5-4A66-898A-F3D62B81B15E}"/>
          </ac:spMkLst>
        </pc:spChg>
        <pc:spChg chg="add del">
          <ac:chgData name="Arseniy Buzyan (extern)" userId="S::arseniy.buzyan@edu.stockholm.se::f92a01cd-049f-4602-b292-09b82d2ea4e3" providerId="AD" clId="Web-{69584A88-C5BE-A10C-4073-12B3159C2A05}" dt="2026-03-09T18:04:13.178" v="2011"/>
          <ac:spMkLst>
            <pc:docMk/>
            <pc:sldMk cId="354878330" sldId="309"/>
            <ac:spMk id="12" creationId="{66DA0389-D66E-4727-8EFB-E60E6C412FC8}"/>
          </ac:spMkLst>
        </pc:spChg>
        <pc:spChg chg="add del">
          <ac:chgData name="Arseniy Buzyan (extern)" userId="S::arseniy.buzyan@edu.stockholm.se::f92a01cd-049f-4602-b292-09b82d2ea4e3" providerId="AD" clId="Web-{69584A88-C5BE-A10C-4073-12B3159C2A05}" dt="2026-03-09T18:04:13.178" v="2011"/>
          <ac:spMkLst>
            <pc:docMk/>
            <pc:sldMk cId="354878330" sldId="309"/>
            <ac:spMk id="13" creationId="{84697CDA-BDB7-4883-B48B-1D4EDB2F0E93}"/>
          </ac:spMkLst>
        </pc:spChg>
        <pc:spChg chg="add del">
          <ac:chgData name="Arseniy Buzyan (extern)" userId="S::arseniy.buzyan@edu.stockholm.se::f92a01cd-049f-4602-b292-09b82d2ea4e3" providerId="AD" clId="Web-{69584A88-C5BE-A10C-4073-12B3159C2A05}" dt="2026-03-09T18:04:13.178" v="2011"/>
          <ac:spMkLst>
            <pc:docMk/>
            <pc:sldMk cId="354878330" sldId="309"/>
            <ac:spMk id="14" creationId="{B24A3A03-2C4E-45B5-B388-FAD638CDF0A1}"/>
          </ac:spMkLst>
        </pc:spChg>
        <pc:spChg chg="add del">
          <ac:chgData name="Arseniy Buzyan (extern)" userId="S::arseniy.buzyan@edu.stockholm.se::f92a01cd-049f-4602-b292-09b82d2ea4e3" providerId="AD" clId="Web-{69584A88-C5BE-A10C-4073-12B3159C2A05}" dt="2026-03-09T18:04:13.178" v="2011"/>
          <ac:spMkLst>
            <pc:docMk/>
            <pc:sldMk cId="354878330" sldId="309"/>
            <ac:spMk id="15" creationId="{11026190-6B62-46DB-B5FF-9E0FF9BDCDC6}"/>
          </ac:spMkLst>
        </pc:spChg>
        <pc:spChg chg="add del">
          <ac:chgData name="Arseniy Buzyan (extern)" userId="S::arseniy.buzyan@edu.stockholm.se::f92a01cd-049f-4602-b292-09b82d2ea4e3" providerId="AD" clId="Web-{69584A88-C5BE-A10C-4073-12B3159C2A05}" dt="2026-03-09T18:04:17.615" v="2013"/>
          <ac:spMkLst>
            <pc:docMk/>
            <pc:sldMk cId="354878330" sldId="309"/>
            <ac:spMk id="17" creationId="{CB299CAB-C506-454B-90FC-4065728297D3}"/>
          </ac:spMkLst>
        </pc:spChg>
        <pc:spChg chg="add del">
          <ac:chgData name="Arseniy Buzyan (extern)" userId="S::arseniy.buzyan@edu.stockholm.se::f92a01cd-049f-4602-b292-09b82d2ea4e3" providerId="AD" clId="Web-{69584A88-C5BE-A10C-4073-12B3159C2A05}" dt="2026-03-09T18:04:17.615" v="2013"/>
          <ac:spMkLst>
            <pc:docMk/>
            <pc:sldMk cId="354878330" sldId="309"/>
            <ac:spMk id="18" creationId="{C8D99311-F254-40F1-8AB5-EE3E7B9B6872}"/>
          </ac:spMkLst>
        </pc:spChg>
        <pc:spChg chg="add del">
          <ac:chgData name="Arseniy Buzyan (extern)" userId="S::arseniy.buzyan@edu.stockholm.se::f92a01cd-049f-4602-b292-09b82d2ea4e3" providerId="AD" clId="Web-{69584A88-C5BE-A10C-4073-12B3159C2A05}" dt="2026-03-09T18:04:17.615" v="2013"/>
          <ac:spMkLst>
            <pc:docMk/>
            <pc:sldMk cId="354878330" sldId="309"/>
            <ac:spMk id="19" creationId="{7D89E3CB-00ED-4691-9F0F-F23EA3564705}"/>
          </ac:spMkLst>
        </pc:spChg>
        <pc:spChg chg="add">
          <ac:chgData name="Arseniy Buzyan (extern)" userId="S::arseniy.buzyan@edu.stockholm.se::f92a01cd-049f-4602-b292-09b82d2ea4e3" providerId="AD" clId="Web-{69584A88-C5BE-A10C-4073-12B3159C2A05}" dt="2026-03-09T18:04:17.709" v="2014"/>
          <ac:spMkLst>
            <pc:docMk/>
            <pc:sldMk cId="354878330" sldId="309"/>
            <ac:spMk id="21" creationId="{84697CDA-BDB7-4883-B48B-1D4EDB2F0E93}"/>
          </ac:spMkLst>
        </pc:spChg>
        <pc:spChg chg="add">
          <ac:chgData name="Arseniy Buzyan (extern)" userId="S::arseniy.buzyan@edu.stockholm.se::f92a01cd-049f-4602-b292-09b82d2ea4e3" providerId="AD" clId="Web-{69584A88-C5BE-A10C-4073-12B3159C2A05}" dt="2026-03-09T18:04:17.709" v="2014"/>
          <ac:spMkLst>
            <pc:docMk/>
            <pc:sldMk cId="354878330" sldId="309"/>
            <ac:spMk id="22" creationId="{11026190-6B62-46DB-B5FF-9E0FF9BDCDC6}"/>
          </ac:spMkLst>
        </pc:spChg>
        <pc:spChg chg="add">
          <ac:chgData name="Arseniy Buzyan (extern)" userId="S::arseniy.buzyan@edu.stockholm.se::f92a01cd-049f-4602-b292-09b82d2ea4e3" providerId="AD" clId="Web-{69584A88-C5BE-A10C-4073-12B3159C2A05}" dt="2026-03-09T18:04:17.709" v="2014"/>
          <ac:spMkLst>
            <pc:docMk/>
            <pc:sldMk cId="354878330" sldId="309"/>
            <ac:spMk id="23" creationId="{66DA0389-D66E-4727-8EFB-E60E6C412FC8}"/>
          </ac:spMkLst>
        </pc:spChg>
        <pc:spChg chg="add">
          <ac:chgData name="Arseniy Buzyan (extern)" userId="S::arseniy.buzyan@edu.stockholm.se::f92a01cd-049f-4602-b292-09b82d2ea4e3" providerId="AD" clId="Web-{69584A88-C5BE-A10C-4073-12B3159C2A05}" dt="2026-03-09T18:04:17.709" v="2014"/>
          <ac:spMkLst>
            <pc:docMk/>
            <pc:sldMk cId="354878330" sldId="309"/>
            <ac:spMk id="24" creationId="{B24A3A03-2C4E-45B5-B388-FAD638CDF0A1}"/>
          </ac:spMkLst>
        </pc:spChg>
      </pc:sldChg>
      <pc:sldChg chg="addSp delSp modSp new mod setBg">
        <pc:chgData name="Arseniy Buzyan (extern)" userId="S::arseniy.buzyan@edu.stockholm.se::f92a01cd-049f-4602-b292-09b82d2ea4e3" providerId="AD" clId="Web-{69584A88-C5BE-A10C-4073-12B3159C2A05}" dt="2026-03-09T18:05:36.928" v="2019"/>
        <pc:sldMkLst>
          <pc:docMk/>
          <pc:sldMk cId="3607591014" sldId="309"/>
        </pc:sldMkLst>
        <pc:spChg chg="mod">
          <ac:chgData name="Arseniy Buzyan (extern)" userId="S::arseniy.buzyan@edu.stockholm.se::f92a01cd-049f-4602-b292-09b82d2ea4e3" providerId="AD" clId="Web-{69584A88-C5BE-A10C-4073-12B3159C2A05}" dt="2026-03-09T18:05:36.928" v="2019"/>
          <ac:spMkLst>
            <pc:docMk/>
            <pc:sldMk cId="3607591014" sldId="309"/>
            <ac:spMk id="2" creationId="{010A60E6-66C9-3F63-BB65-A34EA4627C4C}"/>
          </ac:spMkLst>
        </pc:spChg>
        <pc:spChg chg="del">
          <ac:chgData name="Arseniy Buzyan (extern)" userId="S::arseniy.buzyan@edu.stockholm.se::f92a01cd-049f-4602-b292-09b82d2ea4e3" providerId="AD" clId="Web-{69584A88-C5BE-A10C-4073-12B3159C2A05}" dt="2026-03-09T18:05:26.459" v="2018"/>
          <ac:spMkLst>
            <pc:docMk/>
            <pc:sldMk cId="3607591014" sldId="309"/>
            <ac:spMk id="3" creationId="{217C2790-AB52-1B01-D8F5-F6D74341B508}"/>
          </ac:spMkLst>
        </pc:spChg>
        <pc:spChg chg="add">
          <ac:chgData name="Arseniy Buzyan (extern)" userId="S::arseniy.buzyan@edu.stockholm.se::f92a01cd-049f-4602-b292-09b82d2ea4e3" providerId="AD" clId="Web-{69584A88-C5BE-A10C-4073-12B3159C2A05}" dt="2026-03-09T18:05:36.928" v="2019"/>
          <ac:spMkLst>
            <pc:docMk/>
            <pc:sldMk cId="3607591014" sldId="309"/>
            <ac:spMk id="11" creationId="{74751229-0244-4FBB-BED1-407467F4C951}"/>
          </ac:spMkLst>
        </pc:spChg>
        <pc:picChg chg="add">
          <ac:chgData name="Arseniy Buzyan (extern)" userId="S::arseniy.buzyan@edu.stockholm.se::f92a01cd-049f-4602-b292-09b82d2ea4e3" providerId="AD" clId="Web-{69584A88-C5BE-A10C-4073-12B3159C2A05}" dt="2026-03-09T18:05:36.928" v="2019"/>
          <ac:picMkLst>
            <pc:docMk/>
            <pc:sldMk cId="3607591014" sldId="309"/>
            <ac:picMk id="6" creationId="{58007688-6033-387A-7199-4948A3389673}"/>
          </ac:picMkLst>
        </pc:picChg>
        <pc:picChg chg="add">
          <ac:chgData name="Arseniy Buzyan (extern)" userId="S::arseniy.buzyan@edu.stockholm.se::f92a01cd-049f-4602-b292-09b82d2ea4e3" providerId="AD" clId="Web-{69584A88-C5BE-A10C-4073-12B3159C2A05}" dt="2026-03-09T18:05:36.928" v="2019"/>
          <ac:picMkLst>
            <pc:docMk/>
            <pc:sldMk cId="3607591014" sldId="309"/>
            <ac:picMk id="8" creationId="{D1220BAC-ABE8-4AA3-B39F-F19EB12C94AB}"/>
          </ac:picMkLst>
        </pc:picChg>
      </pc:sldChg>
      <pc:sldChg chg="addSp delSp modSp new mod setBg">
        <pc:chgData name="Arseniy Buzyan (extern)" userId="S::arseniy.buzyan@edu.stockholm.se::f92a01cd-049f-4602-b292-09b82d2ea4e3" providerId="AD" clId="Web-{69584A88-C5BE-A10C-4073-12B3159C2A05}" dt="2026-03-09T18:10:36.056" v="2638"/>
        <pc:sldMkLst>
          <pc:docMk/>
          <pc:sldMk cId="1557191378" sldId="310"/>
        </pc:sldMkLst>
        <pc:spChg chg="del">
          <ac:chgData name="Arseniy Buzyan (extern)" userId="S::arseniy.buzyan@edu.stockholm.se::f92a01cd-049f-4602-b292-09b82d2ea4e3" providerId="AD" clId="Web-{69584A88-C5BE-A10C-4073-12B3159C2A05}" dt="2026-03-09T18:05:49.241" v="2021"/>
          <ac:spMkLst>
            <pc:docMk/>
            <pc:sldMk cId="1557191378" sldId="310"/>
            <ac:spMk id="2" creationId="{88D1009A-9A37-3A41-01FB-6E67EDB85976}"/>
          </ac:spMkLst>
        </pc:spChg>
        <pc:spChg chg="del mod">
          <ac:chgData name="Arseniy Buzyan (extern)" userId="S::arseniy.buzyan@edu.stockholm.se::f92a01cd-049f-4602-b292-09b82d2ea4e3" providerId="AD" clId="Web-{69584A88-C5BE-A10C-4073-12B3159C2A05}" dt="2026-03-09T18:06:06.881" v="2025"/>
          <ac:spMkLst>
            <pc:docMk/>
            <pc:sldMk cId="1557191378" sldId="310"/>
            <ac:spMk id="3" creationId="{098C6708-4249-5C02-4488-4267D3C3C8EE}"/>
          </ac:spMkLst>
        </pc:spChg>
        <pc:spChg chg="add">
          <ac:chgData name="Arseniy Buzyan (extern)" userId="S::arseniy.buzyan@edu.stockholm.se::f92a01cd-049f-4602-b292-09b82d2ea4e3" providerId="AD" clId="Web-{69584A88-C5BE-A10C-4073-12B3159C2A05}" dt="2026-03-09T18:07:11.897" v="2039"/>
          <ac:spMkLst>
            <pc:docMk/>
            <pc:sldMk cId="1557191378" sldId="310"/>
            <ac:spMk id="10" creationId="{F3060C83-F051-4F0E-ABAD-AA0DFC48B218}"/>
          </ac:spMkLst>
        </pc:spChg>
        <pc:spChg chg="add">
          <ac:chgData name="Arseniy Buzyan (extern)" userId="S::arseniy.buzyan@edu.stockholm.se::f92a01cd-049f-4602-b292-09b82d2ea4e3" providerId="AD" clId="Web-{69584A88-C5BE-A10C-4073-12B3159C2A05}" dt="2026-03-09T18:07:11.897" v="2039"/>
          <ac:spMkLst>
            <pc:docMk/>
            <pc:sldMk cId="1557191378" sldId="310"/>
            <ac:spMk id="12" creationId="{83C98ABE-055B-441F-B07E-44F97F083C39}"/>
          </ac:spMkLst>
        </pc:spChg>
        <pc:spChg chg="add">
          <ac:chgData name="Arseniy Buzyan (extern)" userId="S::arseniy.buzyan@edu.stockholm.se::f92a01cd-049f-4602-b292-09b82d2ea4e3" providerId="AD" clId="Web-{69584A88-C5BE-A10C-4073-12B3159C2A05}" dt="2026-03-09T18:07:11.897" v="2039"/>
          <ac:spMkLst>
            <pc:docMk/>
            <pc:sldMk cId="1557191378" sldId="310"/>
            <ac:spMk id="14" creationId="{29FDB030-9B49-4CED-8CCD-4D99382388AC}"/>
          </ac:spMkLst>
        </pc:spChg>
        <pc:spChg chg="add">
          <ac:chgData name="Arseniy Buzyan (extern)" userId="S::arseniy.buzyan@edu.stockholm.se::f92a01cd-049f-4602-b292-09b82d2ea4e3" providerId="AD" clId="Web-{69584A88-C5BE-A10C-4073-12B3159C2A05}" dt="2026-03-09T18:07:11.897" v="2039"/>
          <ac:spMkLst>
            <pc:docMk/>
            <pc:sldMk cId="1557191378" sldId="310"/>
            <ac:spMk id="16" creationId="{3783CA14-24A1-485C-8B30-D6A5D87987AD}"/>
          </ac:spMkLst>
        </pc:spChg>
        <pc:spChg chg="add">
          <ac:chgData name="Arseniy Buzyan (extern)" userId="S::arseniy.buzyan@edu.stockholm.se::f92a01cd-049f-4602-b292-09b82d2ea4e3" providerId="AD" clId="Web-{69584A88-C5BE-A10C-4073-12B3159C2A05}" dt="2026-03-09T18:07:11.897" v="2039"/>
          <ac:spMkLst>
            <pc:docMk/>
            <pc:sldMk cId="1557191378" sldId="310"/>
            <ac:spMk id="18" creationId="{9A97C86A-04D6-40F7-AE84-31AB43E6A846}"/>
          </ac:spMkLst>
        </pc:spChg>
        <pc:spChg chg="add">
          <ac:chgData name="Arseniy Buzyan (extern)" userId="S::arseniy.buzyan@edu.stockholm.se::f92a01cd-049f-4602-b292-09b82d2ea4e3" providerId="AD" clId="Web-{69584A88-C5BE-A10C-4073-12B3159C2A05}" dt="2026-03-09T18:07:11.897" v="2039"/>
          <ac:spMkLst>
            <pc:docMk/>
            <pc:sldMk cId="1557191378" sldId="310"/>
            <ac:spMk id="20" creationId="{FF9F2414-84E8-453E-B1F3-389FDE8192D9}"/>
          </ac:spMkLst>
        </pc:spChg>
        <pc:spChg chg="add">
          <ac:chgData name="Arseniy Buzyan (extern)" userId="S::arseniy.buzyan@edu.stockholm.se::f92a01cd-049f-4602-b292-09b82d2ea4e3" providerId="AD" clId="Web-{69584A88-C5BE-A10C-4073-12B3159C2A05}" dt="2026-03-09T18:07:11.897" v="2039"/>
          <ac:spMkLst>
            <pc:docMk/>
            <pc:sldMk cId="1557191378" sldId="310"/>
            <ac:spMk id="22" creationId="{3ECA69A1-7536-43AC-85EF-C7106179F5ED}"/>
          </ac:spMkLst>
        </pc:spChg>
        <pc:graphicFrameChg chg="add mod ord modGraphic">
          <ac:chgData name="Arseniy Buzyan (extern)" userId="S::arseniy.buzyan@edu.stockholm.se::f92a01cd-049f-4602-b292-09b82d2ea4e3" providerId="AD" clId="Web-{69584A88-C5BE-A10C-4073-12B3159C2A05}" dt="2026-03-09T18:10:36.056" v="2638"/>
          <ac:graphicFrameMkLst>
            <pc:docMk/>
            <pc:sldMk cId="1557191378" sldId="310"/>
            <ac:graphicFrameMk id="5" creationId="{C5C4BF41-0AEA-9050-6989-477F1FFE847E}"/>
          </ac:graphicFrameMkLst>
        </pc:graphicFrameChg>
      </pc:sldChg>
      <pc:sldChg chg="addSp delSp modSp new mod setBg">
        <pc:chgData name="Arseniy Buzyan (extern)" userId="S::arseniy.buzyan@edu.stockholm.se::f92a01cd-049f-4602-b292-09b82d2ea4e3" providerId="AD" clId="Web-{69584A88-C5BE-A10C-4073-12B3159C2A05}" dt="2026-03-09T18:12:14.978" v="2644"/>
        <pc:sldMkLst>
          <pc:docMk/>
          <pc:sldMk cId="1716980896" sldId="311"/>
        </pc:sldMkLst>
        <pc:spChg chg="mod">
          <ac:chgData name="Arseniy Buzyan (extern)" userId="S::arseniy.buzyan@edu.stockholm.se::f92a01cd-049f-4602-b292-09b82d2ea4e3" providerId="AD" clId="Web-{69584A88-C5BE-A10C-4073-12B3159C2A05}" dt="2026-03-09T18:12:14.978" v="2644"/>
          <ac:spMkLst>
            <pc:docMk/>
            <pc:sldMk cId="1716980896" sldId="311"/>
            <ac:spMk id="2" creationId="{569A5E80-6039-EE1D-C60B-9C450AA49B89}"/>
          </ac:spMkLst>
        </pc:spChg>
        <pc:spChg chg="del">
          <ac:chgData name="Arseniy Buzyan (extern)" userId="S::arseniy.buzyan@edu.stockholm.se::f92a01cd-049f-4602-b292-09b82d2ea4e3" providerId="AD" clId="Web-{69584A88-C5BE-A10C-4073-12B3159C2A05}" dt="2026-03-09T18:12:07.291" v="2641"/>
          <ac:spMkLst>
            <pc:docMk/>
            <pc:sldMk cId="1716980896" sldId="311"/>
            <ac:spMk id="3" creationId="{17CEC5D9-987A-D6A4-44FB-D5D0A22C487B}"/>
          </ac:spMkLst>
        </pc:spChg>
        <pc:spChg chg="add del">
          <ac:chgData name="Arseniy Buzyan (extern)" userId="S::arseniy.buzyan@edu.stockholm.se::f92a01cd-049f-4602-b292-09b82d2ea4e3" providerId="AD" clId="Web-{69584A88-C5BE-A10C-4073-12B3159C2A05}" dt="2026-03-09T18:12:14.963" v="2643"/>
          <ac:spMkLst>
            <pc:docMk/>
            <pc:sldMk cId="1716980896" sldId="311"/>
            <ac:spMk id="10" creationId="{89A320C9-9735-4D13-8279-C1C674841392}"/>
          </ac:spMkLst>
        </pc:spChg>
        <pc:spChg chg="add del">
          <ac:chgData name="Arseniy Buzyan (extern)" userId="S::arseniy.buzyan@edu.stockholm.se::f92a01cd-049f-4602-b292-09b82d2ea4e3" providerId="AD" clId="Web-{69584A88-C5BE-A10C-4073-12B3159C2A05}" dt="2026-03-09T18:12:14.963" v="2643"/>
          <ac:spMkLst>
            <pc:docMk/>
            <pc:sldMk cId="1716980896" sldId="311"/>
            <ac:spMk id="12" creationId="{92544CF4-9B52-4A7B-A4B3-88C72729B77D}"/>
          </ac:spMkLst>
        </pc:spChg>
        <pc:spChg chg="add del">
          <ac:chgData name="Arseniy Buzyan (extern)" userId="S::arseniy.buzyan@edu.stockholm.se::f92a01cd-049f-4602-b292-09b82d2ea4e3" providerId="AD" clId="Web-{69584A88-C5BE-A10C-4073-12B3159C2A05}" dt="2026-03-09T18:12:14.963" v="2643"/>
          <ac:spMkLst>
            <pc:docMk/>
            <pc:sldMk cId="1716980896" sldId="311"/>
            <ac:spMk id="14" creationId="{E75862C5-5C00-4421-BC7B-9B7B86DBC80D}"/>
          </ac:spMkLst>
        </pc:spChg>
        <pc:spChg chg="add del">
          <ac:chgData name="Arseniy Buzyan (extern)" userId="S::arseniy.buzyan@edu.stockholm.se::f92a01cd-049f-4602-b292-09b82d2ea4e3" providerId="AD" clId="Web-{69584A88-C5BE-A10C-4073-12B3159C2A05}" dt="2026-03-09T18:12:14.963" v="2643"/>
          <ac:spMkLst>
            <pc:docMk/>
            <pc:sldMk cId="1716980896" sldId="311"/>
            <ac:spMk id="16" creationId="{089440EF-9BE9-4AE9-8C28-00B02296CDB6}"/>
          </ac:spMkLst>
        </pc:spChg>
        <pc:spChg chg="add">
          <ac:chgData name="Arseniy Buzyan (extern)" userId="S::arseniy.buzyan@edu.stockholm.se::f92a01cd-049f-4602-b292-09b82d2ea4e3" providerId="AD" clId="Web-{69584A88-C5BE-A10C-4073-12B3159C2A05}" dt="2026-03-09T18:12:14.978" v="2644"/>
          <ac:spMkLst>
            <pc:docMk/>
            <pc:sldMk cId="1716980896" sldId="311"/>
            <ac:spMk id="18" creationId="{BACC6370-2D7E-4714-9D71-7542949D7D5D}"/>
          </ac:spMkLst>
        </pc:spChg>
        <pc:spChg chg="add">
          <ac:chgData name="Arseniy Buzyan (extern)" userId="S::arseniy.buzyan@edu.stockholm.se::f92a01cd-049f-4602-b292-09b82d2ea4e3" providerId="AD" clId="Web-{69584A88-C5BE-A10C-4073-12B3159C2A05}" dt="2026-03-09T18:12:14.978" v="2644"/>
          <ac:spMkLst>
            <pc:docMk/>
            <pc:sldMk cId="1716980896" sldId="311"/>
            <ac:spMk id="19" creationId="{F68B3F68-107C-434F-AA38-110D5EA91B85}"/>
          </ac:spMkLst>
        </pc:spChg>
        <pc:spChg chg="add">
          <ac:chgData name="Arseniy Buzyan (extern)" userId="S::arseniy.buzyan@edu.stockholm.se::f92a01cd-049f-4602-b292-09b82d2ea4e3" providerId="AD" clId="Web-{69584A88-C5BE-A10C-4073-12B3159C2A05}" dt="2026-03-09T18:12:14.978" v="2644"/>
          <ac:spMkLst>
            <pc:docMk/>
            <pc:sldMk cId="1716980896" sldId="311"/>
            <ac:spMk id="20" creationId="{AAD0DBB9-1A4B-4391-81D4-CB19F9AB918A}"/>
          </ac:spMkLst>
        </pc:spChg>
        <pc:spChg chg="add">
          <ac:chgData name="Arseniy Buzyan (extern)" userId="S::arseniy.buzyan@edu.stockholm.se::f92a01cd-049f-4602-b292-09b82d2ea4e3" providerId="AD" clId="Web-{69584A88-C5BE-A10C-4073-12B3159C2A05}" dt="2026-03-09T18:12:14.978" v="2644"/>
          <ac:spMkLst>
            <pc:docMk/>
            <pc:sldMk cId="1716980896" sldId="311"/>
            <ac:spMk id="21" creationId="{063BBA22-50EA-4C4D-BE05-F1CE4E63AA56}"/>
          </ac:spMkLst>
        </pc:spChg>
        <pc:graphicFrameChg chg="add mod ord modGraphic">
          <ac:chgData name="Arseniy Buzyan (extern)" userId="S::arseniy.buzyan@edu.stockholm.se::f92a01cd-049f-4602-b292-09b82d2ea4e3" providerId="AD" clId="Web-{69584A88-C5BE-A10C-4073-12B3159C2A05}" dt="2026-03-09T18:12:14.978" v="2644"/>
          <ac:graphicFrameMkLst>
            <pc:docMk/>
            <pc:sldMk cId="1716980896" sldId="311"/>
            <ac:graphicFrameMk id="5" creationId="{AC0420D2-4E3C-70E6-5722-A4014E33400A}"/>
          </ac:graphicFrameMkLst>
        </pc:graphicFrameChg>
      </pc:sldChg>
      <pc:sldChg chg="addSp delSp modSp new mod setBg">
        <pc:chgData name="Arseniy Buzyan (extern)" userId="S::arseniy.buzyan@edu.stockholm.se::f92a01cd-049f-4602-b292-09b82d2ea4e3" providerId="AD" clId="Web-{69584A88-C5BE-A10C-4073-12B3159C2A05}" dt="2026-03-09T18:13:38.323" v="2731"/>
        <pc:sldMkLst>
          <pc:docMk/>
          <pc:sldMk cId="1684154301" sldId="312"/>
        </pc:sldMkLst>
        <pc:spChg chg="mod">
          <ac:chgData name="Arseniy Buzyan (extern)" userId="S::arseniy.buzyan@edu.stockholm.se::f92a01cd-049f-4602-b292-09b82d2ea4e3" providerId="AD" clId="Web-{69584A88-C5BE-A10C-4073-12B3159C2A05}" dt="2026-03-09T18:12:51.525" v="2654"/>
          <ac:spMkLst>
            <pc:docMk/>
            <pc:sldMk cId="1684154301" sldId="312"/>
            <ac:spMk id="2" creationId="{1FF08AB1-BA38-440D-D046-201F7C743C4C}"/>
          </ac:spMkLst>
        </pc:spChg>
        <pc:spChg chg="del">
          <ac:chgData name="Arseniy Buzyan (extern)" userId="S::arseniy.buzyan@edu.stockholm.se::f92a01cd-049f-4602-b292-09b82d2ea4e3" providerId="AD" clId="Web-{69584A88-C5BE-A10C-4073-12B3159C2A05}" dt="2026-03-09T18:12:37.916" v="2647"/>
          <ac:spMkLst>
            <pc:docMk/>
            <pc:sldMk cId="1684154301" sldId="312"/>
            <ac:spMk id="3" creationId="{E63782BF-1FCD-20A7-447C-9B7EF955F162}"/>
          </ac:spMkLst>
        </pc:spChg>
        <pc:spChg chg="add del">
          <ac:chgData name="Arseniy Buzyan (extern)" userId="S::arseniy.buzyan@edu.stockholm.se::f92a01cd-049f-4602-b292-09b82d2ea4e3" providerId="AD" clId="Web-{69584A88-C5BE-A10C-4073-12B3159C2A05}" dt="2026-03-09T18:12:43.979" v="2649"/>
          <ac:spMkLst>
            <pc:docMk/>
            <pc:sldMk cId="1684154301" sldId="312"/>
            <ac:spMk id="10" creationId="{BACC6370-2D7E-4714-9D71-7542949D7D5D}"/>
          </ac:spMkLst>
        </pc:spChg>
        <pc:spChg chg="add del">
          <ac:chgData name="Arseniy Buzyan (extern)" userId="S::arseniy.buzyan@edu.stockholm.se::f92a01cd-049f-4602-b292-09b82d2ea4e3" providerId="AD" clId="Web-{69584A88-C5BE-A10C-4073-12B3159C2A05}" dt="2026-03-09T18:12:43.979" v="2649"/>
          <ac:spMkLst>
            <pc:docMk/>
            <pc:sldMk cId="1684154301" sldId="312"/>
            <ac:spMk id="12" creationId="{F68B3F68-107C-434F-AA38-110D5EA91B85}"/>
          </ac:spMkLst>
        </pc:spChg>
        <pc:spChg chg="add del">
          <ac:chgData name="Arseniy Buzyan (extern)" userId="S::arseniy.buzyan@edu.stockholm.se::f92a01cd-049f-4602-b292-09b82d2ea4e3" providerId="AD" clId="Web-{69584A88-C5BE-A10C-4073-12B3159C2A05}" dt="2026-03-09T18:12:43.979" v="2649"/>
          <ac:spMkLst>
            <pc:docMk/>
            <pc:sldMk cId="1684154301" sldId="312"/>
            <ac:spMk id="14" creationId="{AAD0DBB9-1A4B-4391-81D4-CB19F9AB918A}"/>
          </ac:spMkLst>
        </pc:spChg>
        <pc:spChg chg="add del">
          <ac:chgData name="Arseniy Buzyan (extern)" userId="S::arseniy.buzyan@edu.stockholm.se::f92a01cd-049f-4602-b292-09b82d2ea4e3" providerId="AD" clId="Web-{69584A88-C5BE-A10C-4073-12B3159C2A05}" dt="2026-03-09T18:12:43.979" v="2649"/>
          <ac:spMkLst>
            <pc:docMk/>
            <pc:sldMk cId="1684154301" sldId="312"/>
            <ac:spMk id="16" creationId="{063BBA22-50EA-4C4D-BE05-F1CE4E63AA56}"/>
          </ac:spMkLst>
        </pc:spChg>
        <pc:spChg chg="add del">
          <ac:chgData name="Arseniy Buzyan (extern)" userId="S::arseniy.buzyan@edu.stockholm.se::f92a01cd-049f-4602-b292-09b82d2ea4e3" providerId="AD" clId="Web-{69584A88-C5BE-A10C-4073-12B3159C2A05}" dt="2026-03-09T18:12:49.104" v="2651"/>
          <ac:spMkLst>
            <pc:docMk/>
            <pc:sldMk cId="1684154301" sldId="312"/>
            <ac:spMk id="18" creationId="{A8384FB5-9ADC-4DDC-881B-597D56F5B15D}"/>
          </ac:spMkLst>
        </pc:spChg>
        <pc:spChg chg="add del">
          <ac:chgData name="Arseniy Buzyan (extern)" userId="S::arseniy.buzyan@edu.stockholm.se::f92a01cd-049f-4602-b292-09b82d2ea4e3" providerId="AD" clId="Web-{69584A88-C5BE-A10C-4073-12B3159C2A05}" dt="2026-03-09T18:12:49.104" v="2651"/>
          <ac:spMkLst>
            <pc:docMk/>
            <pc:sldMk cId="1684154301" sldId="312"/>
            <ac:spMk id="19" creationId="{1199E1B1-A8C0-4FE8-A5A8-1CB41D69F857}"/>
          </ac:spMkLst>
        </pc:spChg>
        <pc:spChg chg="add del">
          <ac:chgData name="Arseniy Buzyan (extern)" userId="S::arseniy.buzyan@edu.stockholm.se::f92a01cd-049f-4602-b292-09b82d2ea4e3" providerId="AD" clId="Web-{69584A88-C5BE-A10C-4073-12B3159C2A05}" dt="2026-03-09T18:12:49.104" v="2651"/>
          <ac:spMkLst>
            <pc:docMk/>
            <pc:sldMk cId="1684154301" sldId="312"/>
            <ac:spMk id="20" creationId="{84A8DE83-DE75-4B41-9DB4-A7EC0B0DEC0B}"/>
          </ac:spMkLst>
        </pc:spChg>
        <pc:spChg chg="add del">
          <ac:chgData name="Arseniy Buzyan (extern)" userId="S::arseniy.buzyan@edu.stockholm.se::f92a01cd-049f-4602-b292-09b82d2ea4e3" providerId="AD" clId="Web-{69584A88-C5BE-A10C-4073-12B3159C2A05}" dt="2026-03-09T18:12:49.104" v="2651"/>
          <ac:spMkLst>
            <pc:docMk/>
            <pc:sldMk cId="1684154301" sldId="312"/>
            <ac:spMk id="21" creationId="{A7009A0A-BEF5-4EAC-AF15-E4F9F002E239}"/>
          </ac:spMkLst>
        </pc:spChg>
        <pc:spChg chg="add del">
          <ac:chgData name="Arseniy Buzyan (extern)" userId="S::arseniy.buzyan@edu.stockholm.se::f92a01cd-049f-4602-b292-09b82d2ea4e3" providerId="AD" clId="Web-{69584A88-C5BE-A10C-4073-12B3159C2A05}" dt="2026-03-09T18:12:51.510" v="2653"/>
          <ac:spMkLst>
            <pc:docMk/>
            <pc:sldMk cId="1684154301" sldId="312"/>
            <ac:spMk id="23" creationId="{BACC6370-2D7E-4714-9D71-7542949D7D5D}"/>
          </ac:spMkLst>
        </pc:spChg>
        <pc:spChg chg="add del">
          <ac:chgData name="Arseniy Buzyan (extern)" userId="S::arseniy.buzyan@edu.stockholm.se::f92a01cd-049f-4602-b292-09b82d2ea4e3" providerId="AD" clId="Web-{69584A88-C5BE-A10C-4073-12B3159C2A05}" dt="2026-03-09T18:12:51.510" v="2653"/>
          <ac:spMkLst>
            <pc:docMk/>
            <pc:sldMk cId="1684154301" sldId="312"/>
            <ac:spMk id="24" creationId="{F68B3F68-107C-434F-AA38-110D5EA91B85}"/>
          </ac:spMkLst>
        </pc:spChg>
        <pc:spChg chg="add del">
          <ac:chgData name="Arseniy Buzyan (extern)" userId="S::arseniy.buzyan@edu.stockholm.se::f92a01cd-049f-4602-b292-09b82d2ea4e3" providerId="AD" clId="Web-{69584A88-C5BE-A10C-4073-12B3159C2A05}" dt="2026-03-09T18:12:51.510" v="2653"/>
          <ac:spMkLst>
            <pc:docMk/>
            <pc:sldMk cId="1684154301" sldId="312"/>
            <ac:spMk id="25" creationId="{AAD0DBB9-1A4B-4391-81D4-CB19F9AB918A}"/>
          </ac:spMkLst>
        </pc:spChg>
        <pc:spChg chg="add del">
          <ac:chgData name="Arseniy Buzyan (extern)" userId="S::arseniy.buzyan@edu.stockholm.se::f92a01cd-049f-4602-b292-09b82d2ea4e3" providerId="AD" clId="Web-{69584A88-C5BE-A10C-4073-12B3159C2A05}" dt="2026-03-09T18:12:51.510" v="2653"/>
          <ac:spMkLst>
            <pc:docMk/>
            <pc:sldMk cId="1684154301" sldId="312"/>
            <ac:spMk id="26" creationId="{063BBA22-50EA-4C4D-BE05-F1CE4E63AA56}"/>
          </ac:spMkLst>
        </pc:spChg>
        <pc:spChg chg="add">
          <ac:chgData name="Arseniy Buzyan (extern)" userId="S::arseniy.buzyan@edu.stockholm.se::f92a01cd-049f-4602-b292-09b82d2ea4e3" providerId="AD" clId="Web-{69584A88-C5BE-A10C-4073-12B3159C2A05}" dt="2026-03-09T18:12:51.525" v="2654"/>
          <ac:spMkLst>
            <pc:docMk/>
            <pc:sldMk cId="1684154301" sldId="312"/>
            <ac:spMk id="28" creationId="{BACC6370-2D7E-4714-9D71-7542949D7D5D}"/>
          </ac:spMkLst>
        </pc:spChg>
        <pc:spChg chg="add">
          <ac:chgData name="Arseniy Buzyan (extern)" userId="S::arseniy.buzyan@edu.stockholm.se::f92a01cd-049f-4602-b292-09b82d2ea4e3" providerId="AD" clId="Web-{69584A88-C5BE-A10C-4073-12B3159C2A05}" dt="2026-03-09T18:12:51.525" v="2654"/>
          <ac:spMkLst>
            <pc:docMk/>
            <pc:sldMk cId="1684154301" sldId="312"/>
            <ac:spMk id="29" creationId="{F68B3F68-107C-434F-AA38-110D5EA91B85}"/>
          </ac:spMkLst>
        </pc:spChg>
        <pc:spChg chg="add">
          <ac:chgData name="Arseniy Buzyan (extern)" userId="S::arseniy.buzyan@edu.stockholm.se::f92a01cd-049f-4602-b292-09b82d2ea4e3" providerId="AD" clId="Web-{69584A88-C5BE-A10C-4073-12B3159C2A05}" dt="2026-03-09T18:12:51.525" v="2654"/>
          <ac:spMkLst>
            <pc:docMk/>
            <pc:sldMk cId="1684154301" sldId="312"/>
            <ac:spMk id="30" creationId="{AAD0DBB9-1A4B-4391-81D4-CB19F9AB918A}"/>
          </ac:spMkLst>
        </pc:spChg>
        <pc:spChg chg="add">
          <ac:chgData name="Arseniy Buzyan (extern)" userId="S::arseniy.buzyan@edu.stockholm.se::f92a01cd-049f-4602-b292-09b82d2ea4e3" providerId="AD" clId="Web-{69584A88-C5BE-A10C-4073-12B3159C2A05}" dt="2026-03-09T18:12:51.525" v="2654"/>
          <ac:spMkLst>
            <pc:docMk/>
            <pc:sldMk cId="1684154301" sldId="312"/>
            <ac:spMk id="31" creationId="{063BBA22-50EA-4C4D-BE05-F1CE4E63AA56}"/>
          </ac:spMkLst>
        </pc:spChg>
        <pc:graphicFrameChg chg="add mod ord modGraphic">
          <ac:chgData name="Arseniy Buzyan (extern)" userId="S::arseniy.buzyan@edu.stockholm.se::f92a01cd-049f-4602-b292-09b82d2ea4e3" providerId="AD" clId="Web-{69584A88-C5BE-A10C-4073-12B3159C2A05}" dt="2026-03-09T18:13:38.323" v="2731"/>
          <ac:graphicFrameMkLst>
            <pc:docMk/>
            <pc:sldMk cId="1684154301" sldId="312"/>
            <ac:graphicFrameMk id="5" creationId="{317B43E4-7F34-DB87-04D0-7E21FF8D3D81}"/>
          </ac:graphicFrameMkLst>
        </pc:graphicFrameChg>
      </pc:sldChg>
      <pc:sldChg chg="addSp delSp modSp new mod setBg">
        <pc:chgData name="Arseniy Buzyan (extern)" userId="S::arseniy.buzyan@edu.stockholm.se::f92a01cd-049f-4602-b292-09b82d2ea4e3" providerId="AD" clId="Web-{69584A88-C5BE-A10C-4073-12B3159C2A05}" dt="2026-03-09T18:14:44.026" v="2807"/>
        <pc:sldMkLst>
          <pc:docMk/>
          <pc:sldMk cId="1787712629" sldId="313"/>
        </pc:sldMkLst>
        <pc:spChg chg="mod">
          <ac:chgData name="Arseniy Buzyan (extern)" userId="S::arseniy.buzyan@edu.stockholm.se::f92a01cd-049f-4602-b292-09b82d2ea4e3" providerId="AD" clId="Web-{69584A88-C5BE-A10C-4073-12B3159C2A05}" dt="2026-03-09T18:14:27.385" v="2737"/>
          <ac:spMkLst>
            <pc:docMk/>
            <pc:sldMk cId="1787712629" sldId="313"/>
            <ac:spMk id="2" creationId="{B7EE33D0-3D43-18BD-3940-2E19E5C2127C}"/>
          </ac:spMkLst>
        </pc:spChg>
        <pc:spChg chg="del">
          <ac:chgData name="Arseniy Buzyan (extern)" userId="S::arseniy.buzyan@edu.stockholm.se::f92a01cd-049f-4602-b292-09b82d2ea4e3" providerId="AD" clId="Web-{69584A88-C5BE-A10C-4073-12B3159C2A05}" dt="2026-03-09T18:14:21.792" v="2734"/>
          <ac:spMkLst>
            <pc:docMk/>
            <pc:sldMk cId="1787712629" sldId="313"/>
            <ac:spMk id="3" creationId="{EA2A02A4-3578-BB7C-14A4-F4E9149F1B35}"/>
          </ac:spMkLst>
        </pc:spChg>
        <pc:spChg chg="add del">
          <ac:chgData name="Arseniy Buzyan (extern)" userId="S::arseniy.buzyan@edu.stockholm.se::f92a01cd-049f-4602-b292-09b82d2ea4e3" providerId="AD" clId="Web-{69584A88-C5BE-A10C-4073-12B3159C2A05}" dt="2026-03-09T18:14:27.385" v="2736"/>
          <ac:spMkLst>
            <pc:docMk/>
            <pc:sldMk cId="1787712629" sldId="313"/>
            <ac:spMk id="10" creationId="{BACC6370-2D7E-4714-9D71-7542949D7D5D}"/>
          </ac:spMkLst>
        </pc:spChg>
        <pc:spChg chg="add del">
          <ac:chgData name="Arseniy Buzyan (extern)" userId="S::arseniy.buzyan@edu.stockholm.se::f92a01cd-049f-4602-b292-09b82d2ea4e3" providerId="AD" clId="Web-{69584A88-C5BE-A10C-4073-12B3159C2A05}" dt="2026-03-09T18:14:27.385" v="2736"/>
          <ac:spMkLst>
            <pc:docMk/>
            <pc:sldMk cId="1787712629" sldId="313"/>
            <ac:spMk id="12" creationId="{F68B3F68-107C-434F-AA38-110D5EA91B85}"/>
          </ac:spMkLst>
        </pc:spChg>
        <pc:spChg chg="add del">
          <ac:chgData name="Arseniy Buzyan (extern)" userId="S::arseniy.buzyan@edu.stockholm.se::f92a01cd-049f-4602-b292-09b82d2ea4e3" providerId="AD" clId="Web-{69584A88-C5BE-A10C-4073-12B3159C2A05}" dt="2026-03-09T18:14:27.385" v="2736"/>
          <ac:spMkLst>
            <pc:docMk/>
            <pc:sldMk cId="1787712629" sldId="313"/>
            <ac:spMk id="14" creationId="{AAD0DBB9-1A4B-4391-81D4-CB19F9AB918A}"/>
          </ac:spMkLst>
        </pc:spChg>
        <pc:spChg chg="add del">
          <ac:chgData name="Arseniy Buzyan (extern)" userId="S::arseniy.buzyan@edu.stockholm.se::f92a01cd-049f-4602-b292-09b82d2ea4e3" providerId="AD" clId="Web-{69584A88-C5BE-A10C-4073-12B3159C2A05}" dt="2026-03-09T18:14:27.385" v="2736"/>
          <ac:spMkLst>
            <pc:docMk/>
            <pc:sldMk cId="1787712629" sldId="313"/>
            <ac:spMk id="16" creationId="{063BBA22-50EA-4C4D-BE05-F1CE4E63AA56}"/>
          </ac:spMkLst>
        </pc:spChg>
        <pc:spChg chg="add">
          <ac:chgData name="Arseniy Buzyan (extern)" userId="S::arseniy.buzyan@edu.stockholm.se::f92a01cd-049f-4602-b292-09b82d2ea4e3" providerId="AD" clId="Web-{69584A88-C5BE-A10C-4073-12B3159C2A05}" dt="2026-03-09T18:14:27.385" v="2737"/>
          <ac:spMkLst>
            <pc:docMk/>
            <pc:sldMk cId="1787712629" sldId="313"/>
            <ac:spMk id="18" creationId="{BACC6370-2D7E-4714-9D71-7542949D7D5D}"/>
          </ac:spMkLst>
        </pc:spChg>
        <pc:spChg chg="add">
          <ac:chgData name="Arseniy Buzyan (extern)" userId="S::arseniy.buzyan@edu.stockholm.se::f92a01cd-049f-4602-b292-09b82d2ea4e3" providerId="AD" clId="Web-{69584A88-C5BE-A10C-4073-12B3159C2A05}" dt="2026-03-09T18:14:27.385" v="2737"/>
          <ac:spMkLst>
            <pc:docMk/>
            <pc:sldMk cId="1787712629" sldId="313"/>
            <ac:spMk id="19" creationId="{F68B3F68-107C-434F-AA38-110D5EA91B85}"/>
          </ac:spMkLst>
        </pc:spChg>
        <pc:spChg chg="add">
          <ac:chgData name="Arseniy Buzyan (extern)" userId="S::arseniy.buzyan@edu.stockholm.se::f92a01cd-049f-4602-b292-09b82d2ea4e3" providerId="AD" clId="Web-{69584A88-C5BE-A10C-4073-12B3159C2A05}" dt="2026-03-09T18:14:27.385" v="2737"/>
          <ac:spMkLst>
            <pc:docMk/>
            <pc:sldMk cId="1787712629" sldId="313"/>
            <ac:spMk id="20" creationId="{AAD0DBB9-1A4B-4391-81D4-CB19F9AB918A}"/>
          </ac:spMkLst>
        </pc:spChg>
        <pc:spChg chg="add">
          <ac:chgData name="Arseniy Buzyan (extern)" userId="S::arseniy.buzyan@edu.stockholm.se::f92a01cd-049f-4602-b292-09b82d2ea4e3" providerId="AD" clId="Web-{69584A88-C5BE-A10C-4073-12B3159C2A05}" dt="2026-03-09T18:14:27.385" v="2737"/>
          <ac:spMkLst>
            <pc:docMk/>
            <pc:sldMk cId="1787712629" sldId="313"/>
            <ac:spMk id="21" creationId="{063BBA22-50EA-4C4D-BE05-F1CE4E63AA56}"/>
          </ac:spMkLst>
        </pc:spChg>
        <pc:graphicFrameChg chg="add mod ord modGraphic">
          <ac:chgData name="Arseniy Buzyan (extern)" userId="S::arseniy.buzyan@edu.stockholm.se::f92a01cd-049f-4602-b292-09b82d2ea4e3" providerId="AD" clId="Web-{69584A88-C5BE-A10C-4073-12B3159C2A05}" dt="2026-03-09T18:14:44.026" v="2807"/>
          <ac:graphicFrameMkLst>
            <pc:docMk/>
            <pc:sldMk cId="1787712629" sldId="313"/>
            <ac:graphicFrameMk id="5" creationId="{B181FA35-BCEF-702B-EF0C-C0DBDFD62DC4}"/>
          </ac:graphicFrameMkLst>
        </pc:graphicFrameChg>
      </pc:sldChg>
      <pc:sldChg chg="addSp delSp modSp new">
        <pc:chgData name="Arseniy Buzyan (extern)" userId="S::arseniy.buzyan@edu.stockholm.se::f92a01cd-049f-4602-b292-09b82d2ea4e3" providerId="AD" clId="Web-{69584A88-C5BE-A10C-4073-12B3159C2A05}" dt="2026-03-09T18:21:26.124" v="2846" actId="14100"/>
        <pc:sldMkLst>
          <pc:docMk/>
          <pc:sldMk cId="3320830194" sldId="314"/>
        </pc:sldMkLst>
        <pc:spChg chg="del">
          <ac:chgData name="Arseniy Buzyan (extern)" userId="S::arseniy.buzyan@edu.stockholm.se::f92a01cd-049f-4602-b292-09b82d2ea4e3" providerId="AD" clId="Web-{69584A88-C5BE-A10C-4073-12B3159C2A05}" dt="2026-03-09T18:18:51.466" v="2810"/>
          <ac:spMkLst>
            <pc:docMk/>
            <pc:sldMk cId="3320830194" sldId="314"/>
            <ac:spMk id="2" creationId="{6E9E80AC-A295-27AC-90BB-C65B942F4853}"/>
          </ac:spMkLst>
        </pc:spChg>
        <pc:spChg chg="mod">
          <ac:chgData name="Arseniy Buzyan (extern)" userId="S::arseniy.buzyan@edu.stockholm.se::f92a01cd-049f-4602-b292-09b82d2ea4e3" providerId="AD" clId="Web-{69584A88-C5BE-A10C-4073-12B3159C2A05}" dt="2026-03-09T18:20:52.046" v="2836" actId="14100"/>
          <ac:spMkLst>
            <pc:docMk/>
            <pc:sldMk cId="3320830194" sldId="314"/>
            <ac:spMk id="3" creationId="{0ACB0E2E-EF4E-C68C-75EF-C3B8DF8A8AD9}"/>
          </ac:spMkLst>
        </pc:spChg>
        <pc:spChg chg="add mod">
          <ac:chgData name="Arseniy Buzyan (extern)" userId="S::arseniy.buzyan@edu.stockholm.se::f92a01cd-049f-4602-b292-09b82d2ea4e3" providerId="AD" clId="Web-{69584A88-C5BE-A10C-4073-12B3159C2A05}" dt="2026-03-09T18:21:02.530" v="2841" actId="20577"/>
          <ac:spMkLst>
            <pc:docMk/>
            <pc:sldMk cId="3320830194" sldId="314"/>
            <ac:spMk id="5" creationId="{F373BBD6-C782-2550-7F07-658EE65BC3B2}"/>
          </ac:spMkLst>
        </pc:spChg>
        <pc:spChg chg="add mod">
          <ac:chgData name="Arseniy Buzyan (extern)" userId="S::arseniy.buzyan@edu.stockholm.se::f92a01cd-049f-4602-b292-09b82d2ea4e3" providerId="AD" clId="Web-{69584A88-C5BE-A10C-4073-12B3159C2A05}" dt="2026-03-09T18:21:26.124" v="2846" actId="14100"/>
          <ac:spMkLst>
            <pc:docMk/>
            <pc:sldMk cId="3320830194" sldId="314"/>
            <ac:spMk id="7" creationId="{EEB6897F-4827-04C7-DC76-FADFDB18C971}"/>
          </ac:spMkLst>
        </pc:spChg>
      </pc:sldChg>
      <pc:sldChg chg="addSp delSp modSp new mod setBg">
        <pc:chgData name="Arseniy Buzyan (extern)" userId="S::arseniy.buzyan@edu.stockholm.se::f92a01cd-049f-4602-b292-09b82d2ea4e3" providerId="AD" clId="Web-{69584A88-C5BE-A10C-4073-12B3159C2A05}" dt="2026-03-09T18:22:30.031" v="2850"/>
        <pc:sldMkLst>
          <pc:docMk/>
          <pc:sldMk cId="1667978214" sldId="315"/>
        </pc:sldMkLst>
        <pc:spChg chg="mod">
          <ac:chgData name="Arseniy Buzyan (extern)" userId="S::arseniy.buzyan@edu.stockholm.se::f92a01cd-049f-4602-b292-09b82d2ea4e3" providerId="AD" clId="Web-{69584A88-C5BE-A10C-4073-12B3159C2A05}" dt="2026-03-09T18:22:30.031" v="2850"/>
          <ac:spMkLst>
            <pc:docMk/>
            <pc:sldMk cId="1667978214" sldId="315"/>
            <ac:spMk id="2" creationId="{97DFDAEA-BFAE-2EF5-349E-5B0AF87DA2B0}"/>
          </ac:spMkLst>
        </pc:spChg>
        <pc:spChg chg="del">
          <ac:chgData name="Arseniy Buzyan (extern)" userId="S::arseniy.buzyan@edu.stockholm.se::f92a01cd-049f-4602-b292-09b82d2ea4e3" providerId="AD" clId="Web-{69584A88-C5BE-A10C-4073-12B3159C2A05}" dt="2026-03-09T18:22:26.218" v="2849"/>
          <ac:spMkLst>
            <pc:docMk/>
            <pc:sldMk cId="1667978214" sldId="315"/>
            <ac:spMk id="3" creationId="{1C2DB2C4-D3BF-4DC3-7875-34BAAA8BFD88}"/>
          </ac:spMkLst>
        </pc:spChg>
        <pc:spChg chg="add">
          <ac:chgData name="Arseniy Buzyan (extern)" userId="S::arseniy.buzyan@edu.stockholm.se::f92a01cd-049f-4602-b292-09b82d2ea4e3" providerId="AD" clId="Web-{69584A88-C5BE-A10C-4073-12B3159C2A05}" dt="2026-03-09T18:22:30.031" v="2850"/>
          <ac:spMkLst>
            <pc:docMk/>
            <pc:sldMk cId="1667978214" sldId="315"/>
            <ac:spMk id="10" creationId="{A8384FB5-9ADC-4DDC-881B-597D56F5B15D}"/>
          </ac:spMkLst>
        </pc:spChg>
        <pc:spChg chg="add">
          <ac:chgData name="Arseniy Buzyan (extern)" userId="S::arseniy.buzyan@edu.stockholm.se::f92a01cd-049f-4602-b292-09b82d2ea4e3" providerId="AD" clId="Web-{69584A88-C5BE-A10C-4073-12B3159C2A05}" dt="2026-03-09T18:22:30.031" v="2850"/>
          <ac:spMkLst>
            <pc:docMk/>
            <pc:sldMk cId="1667978214" sldId="315"/>
            <ac:spMk id="12" creationId="{91E5A9A7-95C6-4F4F-B00E-C82E07FE62EF}"/>
          </ac:spMkLst>
        </pc:spChg>
        <pc:spChg chg="add">
          <ac:chgData name="Arseniy Buzyan (extern)" userId="S::arseniy.buzyan@edu.stockholm.se::f92a01cd-049f-4602-b292-09b82d2ea4e3" providerId="AD" clId="Web-{69584A88-C5BE-A10C-4073-12B3159C2A05}" dt="2026-03-09T18:22:30.031" v="2850"/>
          <ac:spMkLst>
            <pc:docMk/>
            <pc:sldMk cId="1667978214" sldId="315"/>
            <ac:spMk id="14" creationId="{D07DD2DE-F619-49DD-B5E7-03A290FF4ED1}"/>
          </ac:spMkLst>
        </pc:spChg>
        <pc:spChg chg="add">
          <ac:chgData name="Arseniy Buzyan (extern)" userId="S::arseniy.buzyan@edu.stockholm.se::f92a01cd-049f-4602-b292-09b82d2ea4e3" providerId="AD" clId="Web-{69584A88-C5BE-A10C-4073-12B3159C2A05}" dt="2026-03-09T18:22:30.031" v="2850"/>
          <ac:spMkLst>
            <pc:docMk/>
            <pc:sldMk cId="1667978214" sldId="315"/>
            <ac:spMk id="16" creationId="{85149191-5F60-4A28-AAFF-039F96B0F3EC}"/>
          </ac:spMkLst>
        </pc:spChg>
        <pc:spChg chg="add">
          <ac:chgData name="Arseniy Buzyan (extern)" userId="S::arseniy.buzyan@edu.stockholm.se::f92a01cd-049f-4602-b292-09b82d2ea4e3" providerId="AD" clId="Web-{69584A88-C5BE-A10C-4073-12B3159C2A05}" dt="2026-03-09T18:22:30.031" v="2850"/>
          <ac:spMkLst>
            <pc:docMk/>
            <pc:sldMk cId="1667978214" sldId="315"/>
            <ac:spMk id="18" creationId="{F8260ED5-17F7-4158-B241-D51DD4CF1B7E}"/>
          </ac:spMkLst>
        </pc:spChg>
        <pc:graphicFrameChg chg="add mod ord modGraphic">
          <ac:chgData name="Arseniy Buzyan (extern)" userId="S::arseniy.buzyan@edu.stockholm.se::f92a01cd-049f-4602-b292-09b82d2ea4e3" providerId="AD" clId="Web-{69584A88-C5BE-A10C-4073-12B3159C2A05}" dt="2026-03-09T18:22:30.031" v="2850"/>
          <ac:graphicFrameMkLst>
            <pc:docMk/>
            <pc:sldMk cId="1667978214" sldId="315"/>
            <ac:graphicFrameMk id="5" creationId="{93E41317-099E-5CC4-1DEB-95F585343BBB}"/>
          </ac:graphicFrameMkLst>
        </pc:graphicFrameChg>
      </pc:sldChg>
      <pc:sldChg chg="addSp delSp modSp new mod setBg">
        <pc:chgData name="Arseniy Buzyan (extern)" userId="S::arseniy.buzyan@edu.stockholm.se::f92a01cd-049f-4602-b292-09b82d2ea4e3" providerId="AD" clId="Web-{69584A88-C5BE-A10C-4073-12B3159C2A05}" dt="2026-03-09T18:27:54.424" v="2858"/>
        <pc:sldMkLst>
          <pc:docMk/>
          <pc:sldMk cId="3400335882" sldId="316"/>
        </pc:sldMkLst>
        <pc:spChg chg="mod">
          <ac:chgData name="Arseniy Buzyan (extern)" userId="S::arseniy.buzyan@edu.stockholm.se::f92a01cd-049f-4602-b292-09b82d2ea4e3" providerId="AD" clId="Web-{69584A88-C5BE-A10C-4073-12B3159C2A05}" dt="2026-03-09T18:27:54.424" v="2858"/>
          <ac:spMkLst>
            <pc:docMk/>
            <pc:sldMk cId="3400335882" sldId="316"/>
            <ac:spMk id="2" creationId="{7F77AB36-1802-5288-8407-5247AD5297B0}"/>
          </ac:spMkLst>
        </pc:spChg>
        <pc:spChg chg="mod">
          <ac:chgData name="Arseniy Buzyan (extern)" userId="S::arseniy.buzyan@edu.stockholm.se::f92a01cd-049f-4602-b292-09b82d2ea4e3" providerId="AD" clId="Web-{69584A88-C5BE-A10C-4073-12B3159C2A05}" dt="2026-03-09T18:27:54.424" v="2858"/>
          <ac:spMkLst>
            <pc:docMk/>
            <pc:sldMk cId="3400335882" sldId="316"/>
            <ac:spMk id="3" creationId="{BD4CFF08-EAD9-0AA9-B7EA-5259E24CC80C}"/>
          </ac:spMkLst>
        </pc:spChg>
        <pc:spChg chg="add del">
          <ac:chgData name="Arseniy Buzyan (extern)" userId="S::arseniy.buzyan@edu.stockholm.se::f92a01cd-049f-4602-b292-09b82d2ea4e3" providerId="AD" clId="Web-{69584A88-C5BE-A10C-4073-12B3159C2A05}" dt="2026-03-09T18:27:52.111" v="2855"/>
          <ac:spMkLst>
            <pc:docMk/>
            <pc:sldMk cId="3400335882" sldId="316"/>
            <ac:spMk id="8" creationId="{09588DA8-065E-4F6F-8EFD-43104AB2E0CF}"/>
          </ac:spMkLst>
        </pc:spChg>
        <pc:spChg chg="add del">
          <ac:chgData name="Arseniy Buzyan (extern)" userId="S::arseniy.buzyan@edu.stockholm.se::f92a01cd-049f-4602-b292-09b82d2ea4e3" providerId="AD" clId="Web-{69584A88-C5BE-A10C-4073-12B3159C2A05}" dt="2026-03-09T18:27:52.111" v="2855"/>
          <ac:spMkLst>
            <pc:docMk/>
            <pc:sldMk cId="3400335882" sldId="316"/>
            <ac:spMk id="10" creationId="{C4285719-470E-454C-AF62-8323075F1F5B}"/>
          </ac:spMkLst>
        </pc:spChg>
        <pc:spChg chg="add del">
          <ac:chgData name="Arseniy Buzyan (extern)" userId="S::arseniy.buzyan@edu.stockholm.se::f92a01cd-049f-4602-b292-09b82d2ea4e3" providerId="AD" clId="Web-{69584A88-C5BE-A10C-4073-12B3159C2A05}" dt="2026-03-09T18:27:52.111" v="2855"/>
          <ac:spMkLst>
            <pc:docMk/>
            <pc:sldMk cId="3400335882" sldId="316"/>
            <ac:spMk id="12" creationId="{CD9FE4EF-C4D8-49A0-B2FF-81D8DB7D8A24}"/>
          </ac:spMkLst>
        </pc:spChg>
        <pc:spChg chg="add del">
          <ac:chgData name="Arseniy Buzyan (extern)" userId="S::arseniy.buzyan@edu.stockholm.se::f92a01cd-049f-4602-b292-09b82d2ea4e3" providerId="AD" clId="Web-{69584A88-C5BE-A10C-4073-12B3159C2A05}" dt="2026-03-09T18:27:52.111" v="2855"/>
          <ac:spMkLst>
            <pc:docMk/>
            <pc:sldMk cId="3400335882" sldId="316"/>
            <ac:spMk id="14" creationId="{4300840D-0A0B-4512-BACA-B439D5B9C57C}"/>
          </ac:spMkLst>
        </pc:spChg>
        <pc:spChg chg="add del">
          <ac:chgData name="Arseniy Buzyan (extern)" userId="S::arseniy.buzyan@edu.stockholm.se::f92a01cd-049f-4602-b292-09b82d2ea4e3" providerId="AD" clId="Web-{69584A88-C5BE-A10C-4073-12B3159C2A05}" dt="2026-03-09T18:27:52.111" v="2855"/>
          <ac:spMkLst>
            <pc:docMk/>
            <pc:sldMk cId="3400335882" sldId="316"/>
            <ac:spMk id="16" creationId="{D2B78728-A580-49A7-84F9-6EF6F583ADE0}"/>
          </ac:spMkLst>
        </pc:spChg>
        <pc:spChg chg="add del">
          <ac:chgData name="Arseniy Buzyan (extern)" userId="S::arseniy.buzyan@edu.stockholm.se::f92a01cd-049f-4602-b292-09b82d2ea4e3" providerId="AD" clId="Web-{69584A88-C5BE-A10C-4073-12B3159C2A05}" dt="2026-03-09T18:27:52.111" v="2855"/>
          <ac:spMkLst>
            <pc:docMk/>
            <pc:sldMk cId="3400335882" sldId="316"/>
            <ac:spMk id="18" creationId="{38FAA1A1-D861-433F-88FA-1E9D6FD31D11}"/>
          </ac:spMkLst>
        </pc:spChg>
        <pc:spChg chg="add del">
          <ac:chgData name="Arseniy Buzyan (extern)" userId="S::arseniy.buzyan@edu.stockholm.se::f92a01cd-049f-4602-b292-09b82d2ea4e3" providerId="AD" clId="Web-{69584A88-C5BE-A10C-4073-12B3159C2A05}" dt="2026-03-09T18:27:52.111" v="2855"/>
          <ac:spMkLst>
            <pc:docMk/>
            <pc:sldMk cId="3400335882" sldId="316"/>
            <ac:spMk id="20" creationId="{8D71EDA1-87BF-4D5D-AB79-F346FD19278A}"/>
          </ac:spMkLst>
        </pc:spChg>
        <pc:spChg chg="add del">
          <ac:chgData name="Arseniy Buzyan (extern)" userId="S::arseniy.buzyan@edu.stockholm.se::f92a01cd-049f-4602-b292-09b82d2ea4e3" providerId="AD" clId="Web-{69584A88-C5BE-A10C-4073-12B3159C2A05}" dt="2026-03-09T18:27:54.408" v="2857"/>
          <ac:spMkLst>
            <pc:docMk/>
            <pc:sldMk cId="3400335882" sldId="316"/>
            <ac:spMk id="22" creationId="{DEE2AD96-B495-4E06-9291-B71706F728CB}"/>
          </ac:spMkLst>
        </pc:spChg>
        <pc:spChg chg="add del">
          <ac:chgData name="Arseniy Buzyan (extern)" userId="S::arseniy.buzyan@edu.stockholm.se::f92a01cd-049f-4602-b292-09b82d2ea4e3" providerId="AD" clId="Web-{69584A88-C5BE-A10C-4073-12B3159C2A05}" dt="2026-03-09T18:27:54.408" v="2857"/>
          <ac:spMkLst>
            <pc:docMk/>
            <pc:sldMk cId="3400335882" sldId="316"/>
            <ac:spMk id="23" creationId="{53CF6D67-C5A8-4ADD-9E8E-1E38CA1D3166}"/>
          </ac:spMkLst>
        </pc:spChg>
        <pc:spChg chg="add del">
          <ac:chgData name="Arseniy Buzyan (extern)" userId="S::arseniy.buzyan@edu.stockholm.se::f92a01cd-049f-4602-b292-09b82d2ea4e3" providerId="AD" clId="Web-{69584A88-C5BE-A10C-4073-12B3159C2A05}" dt="2026-03-09T18:27:54.408" v="2857"/>
          <ac:spMkLst>
            <pc:docMk/>
            <pc:sldMk cId="3400335882" sldId="316"/>
            <ac:spMk id="24" creationId="{86909FA0-B515-4681-B7A8-FA281D133B94}"/>
          </ac:spMkLst>
        </pc:spChg>
        <pc:spChg chg="add del">
          <ac:chgData name="Arseniy Buzyan (extern)" userId="S::arseniy.buzyan@edu.stockholm.se::f92a01cd-049f-4602-b292-09b82d2ea4e3" providerId="AD" clId="Web-{69584A88-C5BE-A10C-4073-12B3159C2A05}" dt="2026-03-09T18:27:54.408" v="2857"/>
          <ac:spMkLst>
            <pc:docMk/>
            <pc:sldMk cId="3400335882" sldId="316"/>
            <ac:spMk id="25" creationId="{21C9FE86-FCC3-4A31-AA1C-C882262B7FE7}"/>
          </ac:spMkLst>
        </pc:spChg>
        <pc:spChg chg="add del">
          <ac:chgData name="Arseniy Buzyan (extern)" userId="S::arseniy.buzyan@edu.stockholm.se::f92a01cd-049f-4602-b292-09b82d2ea4e3" providerId="AD" clId="Web-{69584A88-C5BE-A10C-4073-12B3159C2A05}" dt="2026-03-09T18:27:54.408" v="2857"/>
          <ac:spMkLst>
            <pc:docMk/>
            <pc:sldMk cId="3400335882" sldId="316"/>
            <ac:spMk id="26" creationId="{7D96243B-ECED-4B71-8E06-AE9A285EAD20}"/>
          </ac:spMkLst>
        </pc:spChg>
        <pc:spChg chg="add del">
          <ac:chgData name="Arseniy Buzyan (extern)" userId="S::arseniy.buzyan@edu.stockholm.se::f92a01cd-049f-4602-b292-09b82d2ea4e3" providerId="AD" clId="Web-{69584A88-C5BE-A10C-4073-12B3159C2A05}" dt="2026-03-09T18:27:54.408" v="2857"/>
          <ac:spMkLst>
            <pc:docMk/>
            <pc:sldMk cId="3400335882" sldId="316"/>
            <ac:spMk id="27" creationId="{A09989E4-EFDC-4A90-A633-E0525FB4139E}"/>
          </ac:spMkLst>
        </pc:spChg>
        <pc:spChg chg="add">
          <ac:chgData name="Arseniy Buzyan (extern)" userId="S::arseniy.buzyan@edu.stockholm.se::f92a01cd-049f-4602-b292-09b82d2ea4e3" providerId="AD" clId="Web-{69584A88-C5BE-A10C-4073-12B3159C2A05}" dt="2026-03-09T18:27:54.424" v="2858"/>
          <ac:spMkLst>
            <pc:docMk/>
            <pc:sldMk cId="3400335882" sldId="316"/>
            <ac:spMk id="29" creationId="{09588DA8-065E-4F6F-8EFD-43104AB2E0CF}"/>
          </ac:spMkLst>
        </pc:spChg>
        <pc:spChg chg="add">
          <ac:chgData name="Arseniy Buzyan (extern)" userId="S::arseniy.buzyan@edu.stockholm.se::f92a01cd-049f-4602-b292-09b82d2ea4e3" providerId="AD" clId="Web-{69584A88-C5BE-A10C-4073-12B3159C2A05}" dt="2026-03-09T18:27:54.424" v="2858"/>
          <ac:spMkLst>
            <pc:docMk/>
            <pc:sldMk cId="3400335882" sldId="316"/>
            <ac:spMk id="30" creationId="{C4285719-470E-454C-AF62-8323075F1F5B}"/>
          </ac:spMkLst>
        </pc:spChg>
        <pc:spChg chg="add">
          <ac:chgData name="Arseniy Buzyan (extern)" userId="S::arseniy.buzyan@edu.stockholm.se::f92a01cd-049f-4602-b292-09b82d2ea4e3" providerId="AD" clId="Web-{69584A88-C5BE-A10C-4073-12B3159C2A05}" dt="2026-03-09T18:27:54.424" v="2858"/>
          <ac:spMkLst>
            <pc:docMk/>
            <pc:sldMk cId="3400335882" sldId="316"/>
            <ac:spMk id="31" creationId="{CD9FE4EF-C4D8-49A0-B2FF-81D8DB7D8A24}"/>
          </ac:spMkLst>
        </pc:spChg>
        <pc:spChg chg="add">
          <ac:chgData name="Arseniy Buzyan (extern)" userId="S::arseniy.buzyan@edu.stockholm.se::f92a01cd-049f-4602-b292-09b82d2ea4e3" providerId="AD" clId="Web-{69584A88-C5BE-A10C-4073-12B3159C2A05}" dt="2026-03-09T18:27:54.424" v="2858"/>
          <ac:spMkLst>
            <pc:docMk/>
            <pc:sldMk cId="3400335882" sldId="316"/>
            <ac:spMk id="32" creationId="{4300840D-0A0B-4512-BACA-B439D5B9C57C}"/>
          </ac:spMkLst>
        </pc:spChg>
        <pc:spChg chg="add">
          <ac:chgData name="Arseniy Buzyan (extern)" userId="S::arseniy.buzyan@edu.stockholm.se::f92a01cd-049f-4602-b292-09b82d2ea4e3" providerId="AD" clId="Web-{69584A88-C5BE-A10C-4073-12B3159C2A05}" dt="2026-03-09T18:27:54.424" v="2858"/>
          <ac:spMkLst>
            <pc:docMk/>
            <pc:sldMk cId="3400335882" sldId="316"/>
            <ac:spMk id="33" creationId="{D2B78728-A580-49A7-84F9-6EF6F583ADE0}"/>
          </ac:spMkLst>
        </pc:spChg>
        <pc:spChg chg="add">
          <ac:chgData name="Arseniy Buzyan (extern)" userId="S::arseniy.buzyan@edu.stockholm.se::f92a01cd-049f-4602-b292-09b82d2ea4e3" providerId="AD" clId="Web-{69584A88-C5BE-A10C-4073-12B3159C2A05}" dt="2026-03-09T18:27:54.424" v="2858"/>
          <ac:spMkLst>
            <pc:docMk/>
            <pc:sldMk cId="3400335882" sldId="316"/>
            <ac:spMk id="34" creationId="{38FAA1A1-D861-433F-88FA-1E9D6FD31D11}"/>
          </ac:spMkLst>
        </pc:spChg>
        <pc:spChg chg="add">
          <ac:chgData name="Arseniy Buzyan (extern)" userId="S::arseniy.buzyan@edu.stockholm.se::f92a01cd-049f-4602-b292-09b82d2ea4e3" providerId="AD" clId="Web-{69584A88-C5BE-A10C-4073-12B3159C2A05}" dt="2026-03-09T18:27:54.424" v="2858"/>
          <ac:spMkLst>
            <pc:docMk/>
            <pc:sldMk cId="3400335882" sldId="316"/>
            <ac:spMk id="35" creationId="{8D71EDA1-87BF-4D5D-AB79-F346FD19278A}"/>
          </ac:spMkLst>
        </pc:spChg>
      </pc:sldChg>
      <pc:sldChg chg="addSp delSp modSp new mod setBg">
        <pc:chgData name="Arseniy Buzyan (extern)" userId="S::arseniy.buzyan@edu.stockholm.se::f92a01cd-049f-4602-b292-09b82d2ea4e3" providerId="AD" clId="Web-{69584A88-C5BE-A10C-4073-12B3159C2A05}" dt="2026-03-09T18:32:55.346" v="3408"/>
        <pc:sldMkLst>
          <pc:docMk/>
          <pc:sldMk cId="4223992466" sldId="317"/>
        </pc:sldMkLst>
        <pc:spChg chg="mod">
          <ac:chgData name="Arseniy Buzyan (extern)" userId="S::arseniy.buzyan@edu.stockholm.se::f92a01cd-049f-4602-b292-09b82d2ea4e3" providerId="AD" clId="Web-{69584A88-C5BE-A10C-4073-12B3159C2A05}" dt="2026-03-09T18:30:40.502" v="3291"/>
          <ac:spMkLst>
            <pc:docMk/>
            <pc:sldMk cId="4223992466" sldId="317"/>
            <ac:spMk id="2" creationId="{CD066589-ED47-5F1C-D667-CCDCBBCBBA79}"/>
          </ac:spMkLst>
        </pc:spChg>
        <pc:spChg chg="del mod">
          <ac:chgData name="Arseniy Buzyan (extern)" userId="S::arseniy.buzyan@edu.stockholm.se::f92a01cd-049f-4602-b292-09b82d2ea4e3" providerId="AD" clId="Web-{69584A88-C5BE-A10C-4073-12B3159C2A05}" dt="2026-03-09T18:29:03.533" v="2870"/>
          <ac:spMkLst>
            <pc:docMk/>
            <pc:sldMk cId="4223992466" sldId="317"/>
            <ac:spMk id="3" creationId="{CCBC5A04-D31F-16C5-F2AB-7301725D7C19}"/>
          </ac:spMkLst>
        </pc:spChg>
        <pc:spChg chg="add">
          <ac:chgData name="Arseniy Buzyan (extern)" userId="S::arseniy.buzyan@edu.stockholm.se::f92a01cd-049f-4602-b292-09b82d2ea4e3" providerId="AD" clId="Web-{69584A88-C5BE-A10C-4073-12B3159C2A05}" dt="2026-03-09T18:30:40.502" v="3291"/>
          <ac:spMkLst>
            <pc:docMk/>
            <pc:sldMk cId="4223992466" sldId="317"/>
            <ac:spMk id="10" creationId="{A8384FB5-9ADC-4DDC-881B-597D56F5B15D}"/>
          </ac:spMkLst>
        </pc:spChg>
        <pc:spChg chg="add">
          <ac:chgData name="Arseniy Buzyan (extern)" userId="S::arseniy.buzyan@edu.stockholm.se::f92a01cd-049f-4602-b292-09b82d2ea4e3" providerId="AD" clId="Web-{69584A88-C5BE-A10C-4073-12B3159C2A05}" dt="2026-03-09T18:30:40.502" v="3291"/>
          <ac:spMkLst>
            <pc:docMk/>
            <pc:sldMk cId="4223992466" sldId="317"/>
            <ac:spMk id="12" creationId="{91E5A9A7-95C6-4F4F-B00E-C82E07FE62EF}"/>
          </ac:spMkLst>
        </pc:spChg>
        <pc:spChg chg="add">
          <ac:chgData name="Arseniy Buzyan (extern)" userId="S::arseniy.buzyan@edu.stockholm.se::f92a01cd-049f-4602-b292-09b82d2ea4e3" providerId="AD" clId="Web-{69584A88-C5BE-A10C-4073-12B3159C2A05}" dt="2026-03-09T18:30:40.502" v="3291"/>
          <ac:spMkLst>
            <pc:docMk/>
            <pc:sldMk cId="4223992466" sldId="317"/>
            <ac:spMk id="14" creationId="{D07DD2DE-F619-49DD-B5E7-03A290FF4ED1}"/>
          </ac:spMkLst>
        </pc:spChg>
        <pc:spChg chg="add">
          <ac:chgData name="Arseniy Buzyan (extern)" userId="S::arseniy.buzyan@edu.stockholm.se::f92a01cd-049f-4602-b292-09b82d2ea4e3" providerId="AD" clId="Web-{69584A88-C5BE-A10C-4073-12B3159C2A05}" dt="2026-03-09T18:30:40.502" v="3291"/>
          <ac:spMkLst>
            <pc:docMk/>
            <pc:sldMk cId="4223992466" sldId="317"/>
            <ac:spMk id="16" creationId="{85149191-5F60-4A28-AAFF-039F96B0F3EC}"/>
          </ac:spMkLst>
        </pc:spChg>
        <pc:spChg chg="add">
          <ac:chgData name="Arseniy Buzyan (extern)" userId="S::arseniy.buzyan@edu.stockholm.se::f92a01cd-049f-4602-b292-09b82d2ea4e3" providerId="AD" clId="Web-{69584A88-C5BE-A10C-4073-12B3159C2A05}" dt="2026-03-09T18:30:40.502" v="3291"/>
          <ac:spMkLst>
            <pc:docMk/>
            <pc:sldMk cId="4223992466" sldId="317"/>
            <ac:spMk id="18" creationId="{F8260ED5-17F7-4158-B241-D51DD4CF1B7E}"/>
          </ac:spMkLst>
        </pc:spChg>
        <pc:graphicFrameChg chg="add mod ord modGraphic">
          <ac:chgData name="Arseniy Buzyan (extern)" userId="S::arseniy.buzyan@edu.stockholm.se::f92a01cd-049f-4602-b292-09b82d2ea4e3" providerId="AD" clId="Web-{69584A88-C5BE-A10C-4073-12B3159C2A05}" dt="2026-03-09T18:32:55.346" v="3408"/>
          <ac:graphicFrameMkLst>
            <pc:docMk/>
            <pc:sldMk cId="4223992466" sldId="317"/>
            <ac:graphicFrameMk id="5" creationId="{594258B1-2C51-7F0C-A5DF-334B507ED54E}"/>
          </ac:graphicFrameMkLst>
        </pc:graphicFrameChg>
      </pc:sldChg>
      <pc:sldChg chg="addSp delSp modSp new mod setBg">
        <pc:chgData name="Arseniy Buzyan (extern)" userId="S::arseniy.buzyan@edu.stockholm.se::f92a01cd-049f-4602-b292-09b82d2ea4e3" providerId="AD" clId="Web-{69584A88-C5BE-A10C-4073-12B3159C2A05}" dt="2026-03-09T18:34:13.659" v="3516"/>
        <pc:sldMkLst>
          <pc:docMk/>
          <pc:sldMk cId="2409759329" sldId="318"/>
        </pc:sldMkLst>
        <pc:spChg chg="mod">
          <ac:chgData name="Arseniy Buzyan (extern)" userId="S::arseniy.buzyan@edu.stockholm.se::f92a01cd-049f-4602-b292-09b82d2ea4e3" providerId="AD" clId="Web-{69584A88-C5BE-A10C-4073-12B3159C2A05}" dt="2026-03-09T18:33:32.628" v="3412"/>
          <ac:spMkLst>
            <pc:docMk/>
            <pc:sldMk cId="2409759329" sldId="318"/>
            <ac:spMk id="2" creationId="{BAD4C0E5-4839-CC1B-2B5A-8FE994376FC9}"/>
          </ac:spMkLst>
        </pc:spChg>
        <pc:spChg chg="del">
          <ac:chgData name="Arseniy Buzyan (extern)" userId="S::arseniy.buzyan@edu.stockholm.se::f92a01cd-049f-4602-b292-09b82d2ea4e3" providerId="AD" clId="Web-{69584A88-C5BE-A10C-4073-12B3159C2A05}" dt="2026-03-09T18:33:29.831" v="3411"/>
          <ac:spMkLst>
            <pc:docMk/>
            <pc:sldMk cId="2409759329" sldId="318"/>
            <ac:spMk id="3" creationId="{8D757B37-6982-C91F-4661-602D5B3AF617}"/>
          </ac:spMkLst>
        </pc:spChg>
        <pc:spChg chg="add">
          <ac:chgData name="Arseniy Buzyan (extern)" userId="S::arseniy.buzyan@edu.stockholm.se::f92a01cd-049f-4602-b292-09b82d2ea4e3" providerId="AD" clId="Web-{69584A88-C5BE-A10C-4073-12B3159C2A05}" dt="2026-03-09T18:33:32.628" v="3412"/>
          <ac:spMkLst>
            <pc:docMk/>
            <pc:sldMk cId="2409759329" sldId="318"/>
            <ac:spMk id="10" creationId="{A8384FB5-9ADC-4DDC-881B-597D56F5B15D}"/>
          </ac:spMkLst>
        </pc:spChg>
        <pc:spChg chg="add">
          <ac:chgData name="Arseniy Buzyan (extern)" userId="S::arseniy.buzyan@edu.stockholm.se::f92a01cd-049f-4602-b292-09b82d2ea4e3" providerId="AD" clId="Web-{69584A88-C5BE-A10C-4073-12B3159C2A05}" dt="2026-03-09T18:33:32.628" v="3412"/>
          <ac:spMkLst>
            <pc:docMk/>
            <pc:sldMk cId="2409759329" sldId="318"/>
            <ac:spMk id="12" creationId="{91E5A9A7-95C6-4F4F-B00E-C82E07FE62EF}"/>
          </ac:spMkLst>
        </pc:spChg>
        <pc:spChg chg="add">
          <ac:chgData name="Arseniy Buzyan (extern)" userId="S::arseniy.buzyan@edu.stockholm.se::f92a01cd-049f-4602-b292-09b82d2ea4e3" providerId="AD" clId="Web-{69584A88-C5BE-A10C-4073-12B3159C2A05}" dt="2026-03-09T18:33:32.628" v="3412"/>
          <ac:spMkLst>
            <pc:docMk/>
            <pc:sldMk cId="2409759329" sldId="318"/>
            <ac:spMk id="14" creationId="{D07DD2DE-F619-49DD-B5E7-03A290FF4ED1}"/>
          </ac:spMkLst>
        </pc:spChg>
        <pc:spChg chg="add">
          <ac:chgData name="Arseniy Buzyan (extern)" userId="S::arseniy.buzyan@edu.stockholm.se::f92a01cd-049f-4602-b292-09b82d2ea4e3" providerId="AD" clId="Web-{69584A88-C5BE-A10C-4073-12B3159C2A05}" dt="2026-03-09T18:33:32.628" v="3412"/>
          <ac:spMkLst>
            <pc:docMk/>
            <pc:sldMk cId="2409759329" sldId="318"/>
            <ac:spMk id="16" creationId="{85149191-5F60-4A28-AAFF-039F96B0F3EC}"/>
          </ac:spMkLst>
        </pc:spChg>
        <pc:spChg chg="add">
          <ac:chgData name="Arseniy Buzyan (extern)" userId="S::arseniy.buzyan@edu.stockholm.se::f92a01cd-049f-4602-b292-09b82d2ea4e3" providerId="AD" clId="Web-{69584A88-C5BE-A10C-4073-12B3159C2A05}" dt="2026-03-09T18:33:32.628" v="3412"/>
          <ac:spMkLst>
            <pc:docMk/>
            <pc:sldMk cId="2409759329" sldId="318"/>
            <ac:spMk id="18" creationId="{F8260ED5-17F7-4158-B241-D51DD4CF1B7E}"/>
          </ac:spMkLst>
        </pc:spChg>
        <pc:graphicFrameChg chg="add mod ord modGraphic">
          <ac:chgData name="Arseniy Buzyan (extern)" userId="S::arseniy.buzyan@edu.stockholm.se::f92a01cd-049f-4602-b292-09b82d2ea4e3" providerId="AD" clId="Web-{69584A88-C5BE-A10C-4073-12B3159C2A05}" dt="2026-03-09T18:34:13.659" v="3516"/>
          <ac:graphicFrameMkLst>
            <pc:docMk/>
            <pc:sldMk cId="2409759329" sldId="318"/>
            <ac:graphicFrameMk id="5" creationId="{38593AA6-C090-E88D-EE3F-D4E6084412A4}"/>
          </ac:graphicFrameMkLst>
        </pc:graphicFrameChg>
      </pc:sldChg>
      <pc:sldChg chg="addSp delSp modSp new mod setBg">
        <pc:chgData name="Arseniy Buzyan (extern)" userId="S::arseniy.buzyan@edu.stockholm.se::f92a01cd-049f-4602-b292-09b82d2ea4e3" providerId="AD" clId="Web-{69584A88-C5BE-A10C-4073-12B3159C2A05}" dt="2026-03-09T18:35:01.332" v="3617"/>
        <pc:sldMkLst>
          <pc:docMk/>
          <pc:sldMk cId="4044051347" sldId="319"/>
        </pc:sldMkLst>
        <pc:spChg chg="mod">
          <ac:chgData name="Arseniy Buzyan (extern)" userId="S::arseniy.buzyan@edu.stockholm.se::f92a01cd-049f-4602-b292-09b82d2ea4e3" providerId="AD" clId="Web-{69584A88-C5BE-A10C-4073-12B3159C2A05}" dt="2026-03-09T18:34:46.613" v="3520"/>
          <ac:spMkLst>
            <pc:docMk/>
            <pc:sldMk cId="4044051347" sldId="319"/>
            <ac:spMk id="2" creationId="{8552B4B5-0BB7-A220-21B3-F2057E2E6C08}"/>
          </ac:spMkLst>
        </pc:spChg>
        <pc:spChg chg="del">
          <ac:chgData name="Arseniy Buzyan (extern)" userId="S::arseniy.buzyan@edu.stockholm.se::f92a01cd-049f-4602-b292-09b82d2ea4e3" providerId="AD" clId="Web-{69584A88-C5BE-A10C-4073-12B3159C2A05}" dt="2026-03-09T18:34:44.191" v="3519"/>
          <ac:spMkLst>
            <pc:docMk/>
            <pc:sldMk cId="4044051347" sldId="319"/>
            <ac:spMk id="3" creationId="{F1230BFF-A9C8-EE0E-BC30-3E1CF486D4A1}"/>
          </ac:spMkLst>
        </pc:spChg>
        <pc:spChg chg="add">
          <ac:chgData name="Arseniy Buzyan (extern)" userId="S::arseniy.buzyan@edu.stockholm.se::f92a01cd-049f-4602-b292-09b82d2ea4e3" providerId="AD" clId="Web-{69584A88-C5BE-A10C-4073-12B3159C2A05}" dt="2026-03-09T18:34:46.613" v="3520"/>
          <ac:spMkLst>
            <pc:docMk/>
            <pc:sldMk cId="4044051347" sldId="319"/>
            <ac:spMk id="10" creationId="{A8384FB5-9ADC-4DDC-881B-597D56F5B15D}"/>
          </ac:spMkLst>
        </pc:spChg>
        <pc:spChg chg="add">
          <ac:chgData name="Arseniy Buzyan (extern)" userId="S::arseniy.buzyan@edu.stockholm.se::f92a01cd-049f-4602-b292-09b82d2ea4e3" providerId="AD" clId="Web-{69584A88-C5BE-A10C-4073-12B3159C2A05}" dt="2026-03-09T18:34:46.613" v="3520"/>
          <ac:spMkLst>
            <pc:docMk/>
            <pc:sldMk cId="4044051347" sldId="319"/>
            <ac:spMk id="12" creationId="{91E5A9A7-95C6-4F4F-B00E-C82E07FE62EF}"/>
          </ac:spMkLst>
        </pc:spChg>
        <pc:spChg chg="add">
          <ac:chgData name="Arseniy Buzyan (extern)" userId="S::arseniy.buzyan@edu.stockholm.se::f92a01cd-049f-4602-b292-09b82d2ea4e3" providerId="AD" clId="Web-{69584A88-C5BE-A10C-4073-12B3159C2A05}" dt="2026-03-09T18:34:46.613" v="3520"/>
          <ac:spMkLst>
            <pc:docMk/>
            <pc:sldMk cId="4044051347" sldId="319"/>
            <ac:spMk id="14" creationId="{D07DD2DE-F619-49DD-B5E7-03A290FF4ED1}"/>
          </ac:spMkLst>
        </pc:spChg>
        <pc:spChg chg="add">
          <ac:chgData name="Arseniy Buzyan (extern)" userId="S::arseniy.buzyan@edu.stockholm.se::f92a01cd-049f-4602-b292-09b82d2ea4e3" providerId="AD" clId="Web-{69584A88-C5BE-A10C-4073-12B3159C2A05}" dt="2026-03-09T18:34:46.613" v="3520"/>
          <ac:spMkLst>
            <pc:docMk/>
            <pc:sldMk cId="4044051347" sldId="319"/>
            <ac:spMk id="16" creationId="{85149191-5F60-4A28-AAFF-039F96B0F3EC}"/>
          </ac:spMkLst>
        </pc:spChg>
        <pc:spChg chg="add">
          <ac:chgData name="Arseniy Buzyan (extern)" userId="S::arseniy.buzyan@edu.stockholm.se::f92a01cd-049f-4602-b292-09b82d2ea4e3" providerId="AD" clId="Web-{69584A88-C5BE-A10C-4073-12B3159C2A05}" dt="2026-03-09T18:34:46.613" v="3520"/>
          <ac:spMkLst>
            <pc:docMk/>
            <pc:sldMk cId="4044051347" sldId="319"/>
            <ac:spMk id="18" creationId="{F8260ED5-17F7-4158-B241-D51DD4CF1B7E}"/>
          </ac:spMkLst>
        </pc:spChg>
        <pc:graphicFrameChg chg="add mod ord modGraphic">
          <ac:chgData name="Arseniy Buzyan (extern)" userId="S::arseniy.buzyan@edu.stockholm.se::f92a01cd-049f-4602-b292-09b82d2ea4e3" providerId="AD" clId="Web-{69584A88-C5BE-A10C-4073-12B3159C2A05}" dt="2026-03-09T18:35:01.332" v="3617"/>
          <ac:graphicFrameMkLst>
            <pc:docMk/>
            <pc:sldMk cId="4044051347" sldId="319"/>
            <ac:graphicFrameMk id="5" creationId="{655225B9-9C14-61DC-A744-067C6CD7EB29}"/>
          </ac:graphicFrameMkLst>
        </pc:graphicFrameChg>
      </pc:sldChg>
      <pc:sldChg chg="addSp delSp modSp new mod setBg">
        <pc:chgData name="Arseniy Buzyan (extern)" userId="S::arseniy.buzyan@edu.stockholm.se::f92a01cd-049f-4602-b292-09b82d2ea4e3" providerId="AD" clId="Web-{69584A88-C5BE-A10C-4073-12B3159C2A05}" dt="2026-03-09T18:38:30.585" v="3640" actId="20577"/>
        <pc:sldMkLst>
          <pc:docMk/>
          <pc:sldMk cId="3707425570" sldId="320"/>
        </pc:sldMkLst>
        <pc:spChg chg="mod">
          <ac:chgData name="Arseniy Buzyan (extern)" userId="S::arseniy.buzyan@edu.stockholm.se::f92a01cd-049f-4602-b292-09b82d2ea4e3" providerId="AD" clId="Web-{69584A88-C5BE-A10C-4073-12B3159C2A05}" dt="2026-03-09T18:38:16.288" v="3631"/>
          <ac:spMkLst>
            <pc:docMk/>
            <pc:sldMk cId="3707425570" sldId="320"/>
            <ac:spMk id="2" creationId="{F672BCB0-AB0F-7979-A4B8-14F62F16472A}"/>
          </ac:spMkLst>
        </pc:spChg>
        <pc:spChg chg="mod">
          <ac:chgData name="Arseniy Buzyan (extern)" userId="S::arseniy.buzyan@edu.stockholm.se::f92a01cd-049f-4602-b292-09b82d2ea4e3" providerId="AD" clId="Web-{69584A88-C5BE-A10C-4073-12B3159C2A05}" dt="2026-03-09T18:38:30.585" v="3640" actId="20577"/>
          <ac:spMkLst>
            <pc:docMk/>
            <pc:sldMk cId="3707425570" sldId="320"/>
            <ac:spMk id="3" creationId="{766106E0-8A89-AF62-CA5F-14DCDB5532F9}"/>
          </ac:spMkLst>
        </pc:spChg>
        <pc:spChg chg="add del">
          <ac:chgData name="Arseniy Buzyan (extern)" userId="S::arseniy.buzyan@edu.stockholm.se::f92a01cd-049f-4602-b292-09b82d2ea4e3" providerId="AD" clId="Web-{69584A88-C5BE-A10C-4073-12B3159C2A05}" dt="2026-03-09T18:38:16.272" v="3630"/>
          <ac:spMkLst>
            <pc:docMk/>
            <pc:sldMk cId="3707425570" sldId="320"/>
            <ac:spMk id="8" creationId="{DEE2AD96-B495-4E06-9291-B71706F728CB}"/>
          </ac:spMkLst>
        </pc:spChg>
        <pc:spChg chg="add del">
          <ac:chgData name="Arseniy Buzyan (extern)" userId="S::arseniy.buzyan@edu.stockholm.se::f92a01cd-049f-4602-b292-09b82d2ea4e3" providerId="AD" clId="Web-{69584A88-C5BE-A10C-4073-12B3159C2A05}" dt="2026-03-09T18:38:16.272" v="3630"/>
          <ac:spMkLst>
            <pc:docMk/>
            <pc:sldMk cId="3707425570" sldId="320"/>
            <ac:spMk id="10" creationId="{53CF6D67-C5A8-4ADD-9E8E-1E38CA1D3166}"/>
          </ac:spMkLst>
        </pc:spChg>
        <pc:spChg chg="add del">
          <ac:chgData name="Arseniy Buzyan (extern)" userId="S::arseniy.buzyan@edu.stockholm.se::f92a01cd-049f-4602-b292-09b82d2ea4e3" providerId="AD" clId="Web-{69584A88-C5BE-A10C-4073-12B3159C2A05}" dt="2026-03-09T18:38:16.272" v="3630"/>
          <ac:spMkLst>
            <pc:docMk/>
            <pc:sldMk cId="3707425570" sldId="320"/>
            <ac:spMk id="12" creationId="{86909FA0-B515-4681-B7A8-FA281D133B94}"/>
          </ac:spMkLst>
        </pc:spChg>
        <pc:spChg chg="add del">
          <ac:chgData name="Arseniy Buzyan (extern)" userId="S::arseniy.buzyan@edu.stockholm.se::f92a01cd-049f-4602-b292-09b82d2ea4e3" providerId="AD" clId="Web-{69584A88-C5BE-A10C-4073-12B3159C2A05}" dt="2026-03-09T18:38:16.272" v="3630"/>
          <ac:spMkLst>
            <pc:docMk/>
            <pc:sldMk cId="3707425570" sldId="320"/>
            <ac:spMk id="14" creationId="{21C9FE86-FCC3-4A31-AA1C-C882262B7FE7}"/>
          </ac:spMkLst>
        </pc:spChg>
        <pc:spChg chg="add del">
          <ac:chgData name="Arseniy Buzyan (extern)" userId="S::arseniy.buzyan@edu.stockholm.se::f92a01cd-049f-4602-b292-09b82d2ea4e3" providerId="AD" clId="Web-{69584A88-C5BE-A10C-4073-12B3159C2A05}" dt="2026-03-09T18:38:16.272" v="3630"/>
          <ac:spMkLst>
            <pc:docMk/>
            <pc:sldMk cId="3707425570" sldId="320"/>
            <ac:spMk id="16" creationId="{7D96243B-ECED-4B71-8E06-AE9A285EAD20}"/>
          </ac:spMkLst>
        </pc:spChg>
        <pc:spChg chg="add del">
          <ac:chgData name="Arseniy Buzyan (extern)" userId="S::arseniy.buzyan@edu.stockholm.se::f92a01cd-049f-4602-b292-09b82d2ea4e3" providerId="AD" clId="Web-{69584A88-C5BE-A10C-4073-12B3159C2A05}" dt="2026-03-09T18:38:16.272" v="3630"/>
          <ac:spMkLst>
            <pc:docMk/>
            <pc:sldMk cId="3707425570" sldId="320"/>
            <ac:spMk id="18" creationId="{A09989E4-EFDC-4A90-A633-E0525FB4139E}"/>
          </ac:spMkLst>
        </pc:spChg>
        <pc:spChg chg="add">
          <ac:chgData name="Arseniy Buzyan (extern)" userId="S::arseniy.buzyan@edu.stockholm.se::f92a01cd-049f-4602-b292-09b82d2ea4e3" providerId="AD" clId="Web-{69584A88-C5BE-A10C-4073-12B3159C2A05}" dt="2026-03-09T18:38:16.288" v="3631"/>
          <ac:spMkLst>
            <pc:docMk/>
            <pc:sldMk cId="3707425570" sldId="320"/>
            <ac:spMk id="20" creationId="{1B15ED52-F352-441B-82BF-E0EA34836D08}"/>
          </ac:spMkLst>
        </pc:spChg>
        <pc:spChg chg="add">
          <ac:chgData name="Arseniy Buzyan (extern)" userId="S::arseniy.buzyan@edu.stockholm.se::f92a01cd-049f-4602-b292-09b82d2ea4e3" providerId="AD" clId="Web-{69584A88-C5BE-A10C-4073-12B3159C2A05}" dt="2026-03-09T18:38:16.288" v="3631"/>
          <ac:spMkLst>
            <pc:docMk/>
            <pc:sldMk cId="3707425570" sldId="320"/>
            <ac:spMk id="21" creationId="{3B2E3793-BFE6-45A2-9B7B-E18844431C99}"/>
          </ac:spMkLst>
        </pc:spChg>
        <pc:spChg chg="add">
          <ac:chgData name="Arseniy Buzyan (extern)" userId="S::arseniy.buzyan@edu.stockholm.se::f92a01cd-049f-4602-b292-09b82d2ea4e3" providerId="AD" clId="Web-{69584A88-C5BE-A10C-4073-12B3159C2A05}" dt="2026-03-09T18:38:16.288" v="3631"/>
          <ac:spMkLst>
            <pc:docMk/>
            <pc:sldMk cId="3707425570" sldId="320"/>
            <ac:spMk id="22" creationId="{BC4C4868-CB8F-4AF9-9CDB-8108F2C19B67}"/>
          </ac:spMkLst>
        </pc:spChg>
        <pc:spChg chg="add">
          <ac:chgData name="Arseniy Buzyan (extern)" userId="S::arseniy.buzyan@edu.stockholm.se::f92a01cd-049f-4602-b292-09b82d2ea4e3" providerId="AD" clId="Web-{69584A88-C5BE-A10C-4073-12B3159C2A05}" dt="2026-03-09T18:38:16.288" v="3631"/>
          <ac:spMkLst>
            <pc:docMk/>
            <pc:sldMk cId="3707425570" sldId="320"/>
            <ac:spMk id="23" creationId="{375E0459-6403-40CD-989D-56A4407CA12E}"/>
          </ac:spMkLst>
        </pc:spChg>
        <pc:spChg chg="add">
          <ac:chgData name="Arseniy Buzyan (extern)" userId="S::arseniy.buzyan@edu.stockholm.se::f92a01cd-049f-4602-b292-09b82d2ea4e3" providerId="AD" clId="Web-{69584A88-C5BE-A10C-4073-12B3159C2A05}" dt="2026-03-09T18:38:16.288" v="3631"/>
          <ac:spMkLst>
            <pc:docMk/>
            <pc:sldMk cId="3707425570" sldId="320"/>
            <ac:spMk id="24" creationId="{53E5B1A8-3AC9-4BD1-9BBC-78CA94F2D1BA}"/>
          </ac:spMkLst>
        </pc:spChg>
      </pc:sldChg>
      <pc:sldChg chg="addSp delSp modSp new mod setBg">
        <pc:chgData name="Arseniy Buzyan (extern)" userId="S::arseniy.buzyan@edu.stockholm.se::f92a01cd-049f-4602-b292-09b82d2ea4e3" providerId="AD" clId="Web-{69584A88-C5BE-A10C-4073-12B3159C2A05}" dt="2026-03-09T18:44:01.712" v="4240"/>
        <pc:sldMkLst>
          <pc:docMk/>
          <pc:sldMk cId="2295777084" sldId="321"/>
        </pc:sldMkLst>
        <pc:spChg chg="del">
          <ac:chgData name="Arseniy Buzyan (extern)" userId="S::arseniy.buzyan@edu.stockholm.se::f92a01cd-049f-4602-b292-09b82d2ea4e3" providerId="AD" clId="Web-{69584A88-C5BE-A10C-4073-12B3159C2A05}" dt="2026-03-09T18:38:59.538" v="3642"/>
          <ac:spMkLst>
            <pc:docMk/>
            <pc:sldMk cId="2295777084" sldId="321"/>
            <ac:spMk id="2" creationId="{7B17EFE9-DC57-9067-4BD9-5797735831C0}"/>
          </ac:spMkLst>
        </pc:spChg>
        <pc:spChg chg="del mod">
          <ac:chgData name="Arseniy Buzyan (extern)" userId="S::arseniy.buzyan@edu.stockholm.se::f92a01cd-049f-4602-b292-09b82d2ea4e3" providerId="AD" clId="Web-{69584A88-C5BE-A10C-4073-12B3159C2A05}" dt="2026-03-09T18:39:09.773" v="3645"/>
          <ac:spMkLst>
            <pc:docMk/>
            <pc:sldMk cId="2295777084" sldId="321"/>
            <ac:spMk id="3" creationId="{0A9A1825-185B-14C7-AE57-EB84BDA06A0C}"/>
          </ac:spMkLst>
        </pc:spChg>
        <pc:spChg chg="add del">
          <ac:chgData name="Arseniy Buzyan (extern)" userId="S::arseniy.buzyan@edu.stockholm.se::f92a01cd-049f-4602-b292-09b82d2ea4e3" providerId="AD" clId="Web-{69584A88-C5BE-A10C-4073-12B3159C2A05}" dt="2026-03-09T18:43:35.321" v="4143"/>
          <ac:spMkLst>
            <pc:docMk/>
            <pc:sldMk cId="2295777084" sldId="321"/>
            <ac:spMk id="8" creationId="{AB8C311F-7253-4AED-9701-7FC0708C41C7}"/>
          </ac:spMkLst>
        </pc:spChg>
        <pc:spChg chg="add del">
          <ac:chgData name="Arseniy Buzyan (extern)" userId="S::arseniy.buzyan@edu.stockholm.se::f92a01cd-049f-4602-b292-09b82d2ea4e3" providerId="AD" clId="Web-{69584A88-C5BE-A10C-4073-12B3159C2A05}" dt="2026-03-09T18:43:35.321" v="4143"/>
          <ac:spMkLst>
            <pc:docMk/>
            <pc:sldMk cId="2295777084" sldId="321"/>
            <ac:spMk id="9" creationId="{E2384209-CB15-4CDF-9D31-C44FD9A3F20D}"/>
          </ac:spMkLst>
        </pc:spChg>
        <pc:spChg chg="add del">
          <ac:chgData name="Arseniy Buzyan (extern)" userId="S::arseniy.buzyan@edu.stockholm.se::f92a01cd-049f-4602-b292-09b82d2ea4e3" providerId="AD" clId="Web-{69584A88-C5BE-A10C-4073-12B3159C2A05}" dt="2026-03-09T18:42:52.462" v="4116"/>
          <ac:spMkLst>
            <pc:docMk/>
            <pc:sldMk cId="2295777084" sldId="321"/>
            <ac:spMk id="10" creationId="{BACC6370-2D7E-4714-9D71-7542949D7D5D}"/>
          </ac:spMkLst>
        </pc:spChg>
        <pc:spChg chg="add del">
          <ac:chgData name="Arseniy Buzyan (extern)" userId="S::arseniy.buzyan@edu.stockholm.se::f92a01cd-049f-4602-b292-09b82d2ea4e3" providerId="AD" clId="Web-{69584A88-C5BE-A10C-4073-12B3159C2A05}" dt="2026-03-09T18:43:35.321" v="4143"/>
          <ac:spMkLst>
            <pc:docMk/>
            <pc:sldMk cId="2295777084" sldId="321"/>
            <ac:spMk id="11" creationId="{2633B3B5-CC90-43F0-8714-D31D1F3F0209}"/>
          </ac:spMkLst>
        </pc:spChg>
        <pc:spChg chg="add del">
          <ac:chgData name="Arseniy Buzyan (extern)" userId="S::arseniy.buzyan@edu.stockholm.se::f92a01cd-049f-4602-b292-09b82d2ea4e3" providerId="AD" clId="Web-{69584A88-C5BE-A10C-4073-12B3159C2A05}" dt="2026-03-09T18:42:52.462" v="4116"/>
          <ac:spMkLst>
            <pc:docMk/>
            <pc:sldMk cId="2295777084" sldId="321"/>
            <ac:spMk id="12" creationId="{F68B3F68-107C-434F-AA38-110D5EA91B85}"/>
          </ac:spMkLst>
        </pc:spChg>
        <pc:spChg chg="add del">
          <ac:chgData name="Arseniy Buzyan (extern)" userId="S::arseniy.buzyan@edu.stockholm.se::f92a01cd-049f-4602-b292-09b82d2ea4e3" providerId="AD" clId="Web-{69584A88-C5BE-A10C-4073-12B3159C2A05}" dt="2026-03-09T18:43:35.321" v="4143"/>
          <ac:spMkLst>
            <pc:docMk/>
            <pc:sldMk cId="2295777084" sldId="321"/>
            <ac:spMk id="13" creationId="{A8D57A06-A426-446D-B02C-A2DC6B62E45E}"/>
          </ac:spMkLst>
        </pc:spChg>
        <pc:spChg chg="add del">
          <ac:chgData name="Arseniy Buzyan (extern)" userId="S::arseniy.buzyan@edu.stockholm.se::f92a01cd-049f-4602-b292-09b82d2ea4e3" providerId="AD" clId="Web-{69584A88-C5BE-A10C-4073-12B3159C2A05}" dt="2026-03-09T18:42:52.462" v="4116"/>
          <ac:spMkLst>
            <pc:docMk/>
            <pc:sldMk cId="2295777084" sldId="321"/>
            <ac:spMk id="14" creationId="{AAD0DBB9-1A4B-4391-81D4-CB19F9AB918A}"/>
          </ac:spMkLst>
        </pc:spChg>
        <pc:spChg chg="add">
          <ac:chgData name="Arseniy Buzyan (extern)" userId="S::arseniy.buzyan@edu.stockholm.se::f92a01cd-049f-4602-b292-09b82d2ea4e3" providerId="AD" clId="Web-{69584A88-C5BE-A10C-4073-12B3159C2A05}" dt="2026-03-09T18:43:35.337" v="4144"/>
          <ac:spMkLst>
            <pc:docMk/>
            <pc:sldMk cId="2295777084" sldId="321"/>
            <ac:spMk id="15" creationId="{F3060C83-F051-4F0E-ABAD-AA0DFC48B218}"/>
          </ac:spMkLst>
        </pc:spChg>
        <pc:spChg chg="add del">
          <ac:chgData name="Arseniy Buzyan (extern)" userId="S::arseniy.buzyan@edu.stockholm.se::f92a01cd-049f-4602-b292-09b82d2ea4e3" providerId="AD" clId="Web-{69584A88-C5BE-A10C-4073-12B3159C2A05}" dt="2026-03-09T18:42:52.462" v="4116"/>
          <ac:spMkLst>
            <pc:docMk/>
            <pc:sldMk cId="2295777084" sldId="321"/>
            <ac:spMk id="16" creationId="{063BBA22-50EA-4C4D-BE05-F1CE4E63AA56}"/>
          </ac:spMkLst>
        </pc:spChg>
        <pc:spChg chg="add">
          <ac:chgData name="Arseniy Buzyan (extern)" userId="S::arseniy.buzyan@edu.stockholm.se::f92a01cd-049f-4602-b292-09b82d2ea4e3" providerId="AD" clId="Web-{69584A88-C5BE-A10C-4073-12B3159C2A05}" dt="2026-03-09T18:43:35.337" v="4144"/>
          <ac:spMkLst>
            <pc:docMk/>
            <pc:sldMk cId="2295777084" sldId="321"/>
            <ac:spMk id="17" creationId="{83C98ABE-055B-441F-B07E-44F97F083C39}"/>
          </ac:spMkLst>
        </pc:spChg>
        <pc:spChg chg="add">
          <ac:chgData name="Arseniy Buzyan (extern)" userId="S::arseniy.buzyan@edu.stockholm.se::f92a01cd-049f-4602-b292-09b82d2ea4e3" providerId="AD" clId="Web-{69584A88-C5BE-A10C-4073-12B3159C2A05}" dt="2026-03-09T18:43:35.337" v="4144"/>
          <ac:spMkLst>
            <pc:docMk/>
            <pc:sldMk cId="2295777084" sldId="321"/>
            <ac:spMk id="18" creationId="{9A97C86A-04D6-40F7-AE84-31AB43E6A846}"/>
          </ac:spMkLst>
        </pc:spChg>
        <pc:spChg chg="add">
          <ac:chgData name="Arseniy Buzyan (extern)" userId="S::arseniy.buzyan@edu.stockholm.se::f92a01cd-049f-4602-b292-09b82d2ea4e3" providerId="AD" clId="Web-{69584A88-C5BE-A10C-4073-12B3159C2A05}" dt="2026-03-09T18:43:35.337" v="4144"/>
          <ac:spMkLst>
            <pc:docMk/>
            <pc:sldMk cId="2295777084" sldId="321"/>
            <ac:spMk id="19" creationId="{29FDB030-9B49-4CED-8CCD-4D99382388AC}"/>
          </ac:spMkLst>
        </pc:spChg>
        <pc:spChg chg="add">
          <ac:chgData name="Arseniy Buzyan (extern)" userId="S::arseniy.buzyan@edu.stockholm.se::f92a01cd-049f-4602-b292-09b82d2ea4e3" providerId="AD" clId="Web-{69584A88-C5BE-A10C-4073-12B3159C2A05}" dt="2026-03-09T18:43:35.337" v="4144"/>
          <ac:spMkLst>
            <pc:docMk/>
            <pc:sldMk cId="2295777084" sldId="321"/>
            <ac:spMk id="20" creationId="{FF9F2414-84E8-453E-B1F3-389FDE8192D9}"/>
          </ac:spMkLst>
        </pc:spChg>
        <pc:spChg chg="add">
          <ac:chgData name="Arseniy Buzyan (extern)" userId="S::arseniy.buzyan@edu.stockholm.se::f92a01cd-049f-4602-b292-09b82d2ea4e3" providerId="AD" clId="Web-{69584A88-C5BE-A10C-4073-12B3159C2A05}" dt="2026-03-09T18:43:35.337" v="4144"/>
          <ac:spMkLst>
            <pc:docMk/>
            <pc:sldMk cId="2295777084" sldId="321"/>
            <ac:spMk id="21" creationId="{3783CA14-24A1-485C-8B30-D6A5D87987AD}"/>
          </ac:spMkLst>
        </pc:spChg>
        <pc:spChg chg="add">
          <ac:chgData name="Arseniy Buzyan (extern)" userId="S::arseniy.buzyan@edu.stockholm.se::f92a01cd-049f-4602-b292-09b82d2ea4e3" providerId="AD" clId="Web-{69584A88-C5BE-A10C-4073-12B3159C2A05}" dt="2026-03-09T18:43:35.337" v="4144"/>
          <ac:spMkLst>
            <pc:docMk/>
            <pc:sldMk cId="2295777084" sldId="321"/>
            <ac:spMk id="22" creationId="{3ECA69A1-7536-43AC-85EF-C7106179F5ED}"/>
          </ac:spMkLst>
        </pc:spChg>
        <pc:graphicFrameChg chg="add mod ord modGraphic">
          <ac:chgData name="Arseniy Buzyan (extern)" userId="S::arseniy.buzyan@edu.stockholm.se::f92a01cd-049f-4602-b292-09b82d2ea4e3" providerId="AD" clId="Web-{69584A88-C5BE-A10C-4073-12B3159C2A05}" dt="2026-03-09T18:44:01.712" v="4240"/>
          <ac:graphicFrameMkLst>
            <pc:docMk/>
            <pc:sldMk cId="2295777084" sldId="321"/>
            <ac:graphicFrameMk id="5" creationId="{EEE547EC-94C8-22DC-6F69-C77FBEAA28BA}"/>
          </ac:graphicFrameMkLst>
        </pc:graphicFrameChg>
        <pc:graphicFrameChg chg="add del">
          <ac:chgData name="Arseniy Buzyan (extern)" userId="S::arseniy.buzyan@edu.stockholm.se::f92a01cd-049f-4602-b292-09b82d2ea4e3" providerId="AD" clId="Web-{69584A88-C5BE-A10C-4073-12B3159C2A05}" dt="2026-03-09T18:41:03.258" v="3879"/>
          <ac:graphicFrameMkLst>
            <pc:docMk/>
            <pc:sldMk cId="2295777084" sldId="321"/>
            <ac:graphicFrameMk id="7" creationId="{2A894EE5-DC8B-A8AD-DA71-42455941CC08}"/>
          </ac:graphicFrameMkLst>
        </pc:graphicFrameChg>
      </pc:sldChg>
      <pc:sldChg chg="addSp modSp add mod replId setBg">
        <pc:chgData name="Arseniy Buzyan (extern)" userId="S::arseniy.buzyan@edu.stockholm.se::f92a01cd-049f-4602-b292-09b82d2ea4e3" providerId="AD" clId="Web-{69584A88-C5BE-A10C-4073-12B3159C2A05}" dt="2026-03-09T18:44:51.525" v="4303"/>
        <pc:sldMkLst>
          <pc:docMk/>
          <pc:sldMk cId="838706207" sldId="322"/>
        </pc:sldMkLst>
        <pc:spChg chg="add">
          <ac:chgData name="Arseniy Buzyan (extern)" userId="S::arseniy.buzyan@edu.stockholm.se::f92a01cd-049f-4602-b292-09b82d2ea4e3" providerId="AD" clId="Web-{69584A88-C5BE-A10C-4073-12B3159C2A05}" dt="2026-03-09T18:44:21.993" v="4241"/>
          <ac:spMkLst>
            <pc:docMk/>
            <pc:sldMk cId="838706207" sldId="322"/>
            <ac:spMk id="10" creationId="{F3060C83-F051-4F0E-ABAD-AA0DFC48B218}"/>
          </ac:spMkLst>
        </pc:spChg>
        <pc:spChg chg="add">
          <ac:chgData name="Arseniy Buzyan (extern)" userId="S::arseniy.buzyan@edu.stockholm.se::f92a01cd-049f-4602-b292-09b82d2ea4e3" providerId="AD" clId="Web-{69584A88-C5BE-A10C-4073-12B3159C2A05}" dt="2026-03-09T18:44:21.993" v="4241"/>
          <ac:spMkLst>
            <pc:docMk/>
            <pc:sldMk cId="838706207" sldId="322"/>
            <ac:spMk id="12" creationId="{83C98ABE-055B-441F-B07E-44F97F083C39}"/>
          </ac:spMkLst>
        </pc:spChg>
        <pc:spChg chg="add">
          <ac:chgData name="Arseniy Buzyan (extern)" userId="S::arseniy.buzyan@edu.stockholm.se::f92a01cd-049f-4602-b292-09b82d2ea4e3" providerId="AD" clId="Web-{69584A88-C5BE-A10C-4073-12B3159C2A05}" dt="2026-03-09T18:44:21.993" v="4241"/>
          <ac:spMkLst>
            <pc:docMk/>
            <pc:sldMk cId="838706207" sldId="322"/>
            <ac:spMk id="14" creationId="{29FDB030-9B49-4CED-8CCD-4D99382388AC}"/>
          </ac:spMkLst>
        </pc:spChg>
        <pc:spChg chg="add">
          <ac:chgData name="Arseniy Buzyan (extern)" userId="S::arseniy.buzyan@edu.stockholm.se::f92a01cd-049f-4602-b292-09b82d2ea4e3" providerId="AD" clId="Web-{69584A88-C5BE-A10C-4073-12B3159C2A05}" dt="2026-03-09T18:44:21.993" v="4241"/>
          <ac:spMkLst>
            <pc:docMk/>
            <pc:sldMk cId="838706207" sldId="322"/>
            <ac:spMk id="16" creationId="{3783CA14-24A1-485C-8B30-D6A5D87987AD}"/>
          </ac:spMkLst>
        </pc:spChg>
        <pc:spChg chg="add">
          <ac:chgData name="Arseniy Buzyan (extern)" userId="S::arseniy.buzyan@edu.stockholm.se::f92a01cd-049f-4602-b292-09b82d2ea4e3" providerId="AD" clId="Web-{69584A88-C5BE-A10C-4073-12B3159C2A05}" dt="2026-03-09T18:44:21.993" v="4241"/>
          <ac:spMkLst>
            <pc:docMk/>
            <pc:sldMk cId="838706207" sldId="322"/>
            <ac:spMk id="18" creationId="{9A97C86A-04D6-40F7-AE84-31AB43E6A846}"/>
          </ac:spMkLst>
        </pc:spChg>
        <pc:spChg chg="add">
          <ac:chgData name="Arseniy Buzyan (extern)" userId="S::arseniy.buzyan@edu.stockholm.se::f92a01cd-049f-4602-b292-09b82d2ea4e3" providerId="AD" clId="Web-{69584A88-C5BE-A10C-4073-12B3159C2A05}" dt="2026-03-09T18:44:21.993" v="4241"/>
          <ac:spMkLst>
            <pc:docMk/>
            <pc:sldMk cId="838706207" sldId="322"/>
            <ac:spMk id="20" creationId="{FF9F2414-84E8-453E-B1F3-389FDE8192D9}"/>
          </ac:spMkLst>
        </pc:spChg>
        <pc:spChg chg="add">
          <ac:chgData name="Arseniy Buzyan (extern)" userId="S::arseniy.buzyan@edu.stockholm.se::f92a01cd-049f-4602-b292-09b82d2ea4e3" providerId="AD" clId="Web-{69584A88-C5BE-A10C-4073-12B3159C2A05}" dt="2026-03-09T18:44:21.993" v="4241"/>
          <ac:spMkLst>
            <pc:docMk/>
            <pc:sldMk cId="838706207" sldId="322"/>
            <ac:spMk id="22" creationId="{3ECA69A1-7536-43AC-85EF-C7106179F5ED}"/>
          </ac:spMkLst>
        </pc:spChg>
        <pc:graphicFrameChg chg="mod modGraphic">
          <ac:chgData name="Arseniy Buzyan (extern)" userId="S::arseniy.buzyan@edu.stockholm.se::f92a01cd-049f-4602-b292-09b82d2ea4e3" providerId="AD" clId="Web-{69584A88-C5BE-A10C-4073-12B3159C2A05}" dt="2026-03-09T18:44:51.525" v="4303"/>
          <ac:graphicFrameMkLst>
            <pc:docMk/>
            <pc:sldMk cId="838706207" sldId="322"/>
            <ac:graphicFrameMk id="5" creationId="{6C890FBA-A025-16D6-F8F8-E2A3E357DE9C}"/>
          </ac:graphicFrameMkLst>
        </pc:graphicFrameChg>
      </pc:sldChg>
      <pc:sldChg chg="addSp delSp modSp new mod setBg">
        <pc:chgData name="Arseniy Buzyan (extern)" userId="S::arseniy.buzyan@edu.stockholm.se::f92a01cd-049f-4602-b292-09b82d2ea4e3" providerId="AD" clId="Web-{69584A88-C5BE-A10C-4073-12B3159C2A05}" dt="2026-03-09T18:46:36.510" v="4396"/>
        <pc:sldMkLst>
          <pc:docMk/>
          <pc:sldMk cId="4230830490" sldId="323"/>
        </pc:sldMkLst>
        <pc:spChg chg="del mod">
          <ac:chgData name="Arseniy Buzyan (extern)" userId="S::arseniy.buzyan@edu.stockholm.se::f92a01cd-049f-4602-b292-09b82d2ea4e3" providerId="AD" clId="Web-{69584A88-C5BE-A10C-4073-12B3159C2A05}" dt="2026-03-09T18:46:02.353" v="4307"/>
          <ac:spMkLst>
            <pc:docMk/>
            <pc:sldMk cId="4230830490" sldId="323"/>
            <ac:spMk id="2" creationId="{10E492E2-DB1D-6709-E465-BD97CA28DC59}"/>
          </ac:spMkLst>
        </pc:spChg>
        <pc:spChg chg="del mod">
          <ac:chgData name="Arseniy Buzyan (extern)" userId="S::arseniy.buzyan@edu.stockholm.se::f92a01cd-049f-4602-b292-09b82d2ea4e3" providerId="AD" clId="Web-{69584A88-C5BE-A10C-4073-12B3159C2A05}" dt="2026-03-09T18:46:14.869" v="4311"/>
          <ac:spMkLst>
            <pc:docMk/>
            <pc:sldMk cId="4230830490" sldId="323"/>
            <ac:spMk id="3" creationId="{63E81A35-A455-F4E5-3FD5-10D35C022310}"/>
          </ac:spMkLst>
        </pc:spChg>
        <pc:spChg chg="add del mod">
          <ac:chgData name="Arseniy Buzyan (extern)" userId="S::arseniy.buzyan@edu.stockholm.se::f92a01cd-049f-4602-b292-09b82d2ea4e3" providerId="AD" clId="Web-{69584A88-C5BE-A10C-4073-12B3159C2A05}" dt="2026-03-09T18:46:04.681" v="4308"/>
          <ac:spMkLst>
            <pc:docMk/>
            <pc:sldMk cId="4230830490" sldId="323"/>
            <ac:spMk id="5" creationId="{9AF1C321-1629-4987-5010-EAE81EA3DDFA}"/>
          </ac:spMkLst>
        </pc:spChg>
        <pc:spChg chg="add">
          <ac:chgData name="Arseniy Buzyan (extern)" userId="S::arseniy.buzyan@edu.stockholm.se::f92a01cd-049f-4602-b292-09b82d2ea4e3" providerId="AD" clId="Web-{69584A88-C5BE-A10C-4073-12B3159C2A05}" dt="2026-03-09T18:46:17.353" v="4312"/>
          <ac:spMkLst>
            <pc:docMk/>
            <pc:sldMk cId="4230830490" sldId="323"/>
            <ac:spMk id="12" creationId="{F3060C83-F051-4F0E-ABAD-AA0DFC48B218}"/>
          </ac:spMkLst>
        </pc:spChg>
        <pc:spChg chg="add">
          <ac:chgData name="Arseniy Buzyan (extern)" userId="S::arseniy.buzyan@edu.stockholm.se::f92a01cd-049f-4602-b292-09b82d2ea4e3" providerId="AD" clId="Web-{69584A88-C5BE-A10C-4073-12B3159C2A05}" dt="2026-03-09T18:46:17.353" v="4312"/>
          <ac:spMkLst>
            <pc:docMk/>
            <pc:sldMk cId="4230830490" sldId="323"/>
            <ac:spMk id="14" creationId="{83C98ABE-055B-441F-B07E-44F97F083C39}"/>
          </ac:spMkLst>
        </pc:spChg>
        <pc:spChg chg="add">
          <ac:chgData name="Arseniy Buzyan (extern)" userId="S::arseniy.buzyan@edu.stockholm.se::f92a01cd-049f-4602-b292-09b82d2ea4e3" providerId="AD" clId="Web-{69584A88-C5BE-A10C-4073-12B3159C2A05}" dt="2026-03-09T18:46:17.353" v="4312"/>
          <ac:spMkLst>
            <pc:docMk/>
            <pc:sldMk cId="4230830490" sldId="323"/>
            <ac:spMk id="16" creationId="{29FDB030-9B49-4CED-8CCD-4D99382388AC}"/>
          </ac:spMkLst>
        </pc:spChg>
        <pc:spChg chg="add">
          <ac:chgData name="Arseniy Buzyan (extern)" userId="S::arseniy.buzyan@edu.stockholm.se::f92a01cd-049f-4602-b292-09b82d2ea4e3" providerId="AD" clId="Web-{69584A88-C5BE-A10C-4073-12B3159C2A05}" dt="2026-03-09T18:46:17.353" v="4312"/>
          <ac:spMkLst>
            <pc:docMk/>
            <pc:sldMk cId="4230830490" sldId="323"/>
            <ac:spMk id="18" creationId="{3783CA14-24A1-485C-8B30-D6A5D87987AD}"/>
          </ac:spMkLst>
        </pc:spChg>
        <pc:spChg chg="add">
          <ac:chgData name="Arseniy Buzyan (extern)" userId="S::arseniy.buzyan@edu.stockholm.se::f92a01cd-049f-4602-b292-09b82d2ea4e3" providerId="AD" clId="Web-{69584A88-C5BE-A10C-4073-12B3159C2A05}" dt="2026-03-09T18:46:17.353" v="4312"/>
          <ac:spMkLst>
            <pc:docMk/>
            <pc:sldMk cId="4230830490" sldId="323"/>
            <ac:spMk id="20" creationId="{9A97C86A-04D6-40F7-AE84-31AB43E6A846}"/>
          </ac:spMkLst>
        </pc:spChg>
        <pc:spChg chg="add">
          <ac:chgData name="Arseniy Buzyan (extern)" userId="S::arseniy.buzyan@edu.stockholm.se::f92a01cd-049f-4602-b292-09b82d2ea4e3" providerId="AD" clId="Web-{69584A88-C5BE-A10C-4073-12B3159C2A05}" dt="2026-03-09T18:46:17.353" v="4312"/>
          <ac:spMkLst>
            <pc:docMk/>
            <pc:sldMk cId="4230830490" sldId="323"/>
            <ac:spMk id="22" creationId="{FF9F2414-84E8-453E-B1F3-389FDE8192D9}"/>
          </ac:spMkLst>
        </pc:spChg>
        <pc:spChg chg="add">
          <ac:chgData name="Arseniy Buzyan (extern)" userId="S::arseniy.buzyan@edu.stockholm.se::f92a01cd-049f-4602-b292-09b82d2ea4e3" providerId="AD" clId="Web-{69584A88-C5BE-A10C-4073-12B3159C2A05}" dt="2026-03-09T18:46:17.353" v="4312"/>
          <ac:spMkLst>
            <pc:docMk/>
            <pc:sldMk cId="4230830490" sldId="323"/>
            <ac:spMk id="24" creationId="{3ECA69A1-7536-43AC-85EF-C7106179F5ED}"/>
          </ac:spMkLst>
        </pc:spChg>
        <pc:graphicFrameChg chg="add mod ord modGraphic">
          <ac:chgData name="Arseniy Buzyan (extern)" userId="S::arseniy.buzyan@edu.stockholm.se::f92a01cd-049f-4602-b292-09b82d2ea4e3" providerId="AD" clId="Web-{69584A88-C5BE-A10C-4073-12B3159C2A05}" dt="2026-03-09T18:46:36.510" v="4396"/>
          <ac:graphicFrameMkLst>
            <pc:docMk/>
            <pc:sldMk cId="4230830490" sldId="323"/>
            <ac:graphicFrameMk id="7" creationId="{1E21D349-B090-E67C-7D62-B320A8A9A8DC}"/>
          </ac:graphicFrameMkLst>
        </pc:graphicFrameChg>
      </pc:sldChg>
      <pc:sldChg chg="addSp delSp modSp new mod setBg">
        <pc:chgData name="Arseniy Buzyan (extern)" userId="S::arseniy.buzyan@edu.stockholm.se::f92a01cd-049f-4602-b292-09b82d2ea4e3" providerId="AD" clId="Web-{69584A88-C5BE-A10C-4073-12B3159C2A05}" dt="2026-03-09T18:47:24.900" v="4443"/>
        <pc:sldMkLst>
          <pc:docMk/>
          <pc:sldMk cId="2466221639" sldId="324"/>
        </pc:sldMkLst>
        <pc:spChg chg="mod">
          <ac:chgData name="Arseniy Buzyan (extern)" userId="S::arseniy.buzyan@edu.stockholm.se::f92a01cd-049f-4602-b292-09b82d2ea4e3" providerId="AD" clId="Web-{69584A88-C5BE-A10C-4073-12B3159C2A05}" dt="2026-03-09T18:47:03.119" v="4400"/>
          <ac:spMkLst>
            <pc:docMk/>
            <pc:sldMk cId="2466221639" sldId="324"/>
            <ac:spMk id="2" creationId="{F37924FC-DA6A-C8E9-C786-61E017FBD701}"/>
          </ac:spMkLst>
        </pc:spChg>
        <pc:spChg chg="del">
          <ac:chgData name="Arseniy Buzyan (extern)" userId="S::arseniy.buzyan@edu.stockholm.se::f92a01cd-049f-4602-b292-09b82d2ea4e3" providerId="AD" clId="Web-{69584A88-C5BE-A10C-4073-12B3159C2A05}" dt="2026-03-09T18:46:57.525" v="4399"/>
          <ac:spMkLst>
            <pc:docMk/>
            <pc:sldMk cId="2466221639" sldId="324"/>
            <ac:spMk id="3" creationId="{F2F482C7-B706-4C4C-F14D-B49876A516A4}"/>
          </ac:spMkLst>
        </pc:spChg>
        <pc:spChg chg="add">
          <ac:chgData name="Arseniy Buzyan (extern)" userId="S::arseniy.buzyan@edu.stockholm.se::f92a01cd-049f-4602-b292-09b82d2ea4e3" providerId="AD" clId="Web-{69584A88-C5BE-A10C-4073-12B3159C2A05}" dt="2026-03-09T18:47:03.119" v="4400"/>
          <ac:spMkLst>
            <pc:docMk/>
            <pc:sldMk cId="2466221639" sldId="324"/>
            <ac:spMk id="10" creationId="{A8384FB5-9ADC-4DDC-881B-597D56F5B15D}"/>
          </ac:spMkLst>
        </pc:spChg>
        <pc:spChg chg="add">
          <ac:chgData name="Arseniy Buzyan (extern)" userId="S::arseniy.buzyan@edu.stockholm.se::f92a01cd-049f-4602-b292-09b82d2ea4e3" providerId="AD" clId="Web-{69584A88-C5BE-A10C-4073-12B3159C2A05}" dt="2026-03-09T18:47:03.119" v="4400"/>
          <ac:spMkLst>
            <pc:docMk/>
            <pc:sldMk cId="2466221639" sldId="324"/>
            <ac:spMk id="12" creationId="{91E5A9A7-95C6-4F4F-B00E-C82E07FE62EF}"/>
          </ac:spMkLst>
        </pc:spChg>
        <pc:spChg chg="add">
          <ac:chgData name="Arseniy Buzyan (extern)" userId="S::arseniy.buzyan@edu.stockholm.se::f92a01cd-049f-4602-b292-09b82d2ea4e3" providerId="AD" clId="Web-{69584A88-C5BE-A10C-4073-12B3159C2A05}" dt="2026-03-09T18:47:03.119" v="4400"/>
          <ac:spMkLst>
            <pc:docMk/>
            <pc:sldMk cId="2466221639" sldId="324"/>
            <ac:spMk id="14" creationId="{D07DD2DE-F619-49DD-B5E7-03A290FF4ED1}"/>
          </ac:spMkLst>
        </pc:spChg>
        <pc:spChg chg="add">
          <ac:chgData name="Arseniy Buzyan (extern)" userId="S::arseniy.buzyan@edu.stockholm.se::f92a01cd-049f-4602-b292-09b82d2ea4e3" providerId="AD" clId="Web-{69584A88-C5BE-A10C-4073-12B3159C2A05}" dt="2026-03-09T18:47:03.119" v="4400"/>
          <ac:spMkLst>
            <pc:docMk/>
            <pc:sldMk cId="2466221639" sldId="324"/>
            <ac:spMk id="16" creationId="{85149191-5F60-4A28-AAFF-039F96B0F3EC}"/>
          </ac:spMkLst>
        </pc:spChg>
        <pc:spChg chg="add">
          <ac:chgData name="Arseniy Buzyan (extern)" userId="S::arseniy.buzyan@edu.stockholm.se::f92a01cd-049f-4602-b292-09b82d2ea4e3" providerId="AD" clId="Web-{69584A88-C5BE-A10C-4073-12B3159C2A05}" dt="2026-03-09T18:47:03.119" v="4400"/>
          <ac:spMkLst>
            <pc:docMk/>
            <pc:sldMk cId="2466221639" sldId="324"/>
            <ac:spMk id="18" creationId="{F8260ED5-17F7-4158-B241-D51DD4CF1B7E}"/>
          </ac:spMkLst>
        </pc:spChg>
        <pc:graphicFrameChg chg="add mod ord modGraphic">
          <ac:chgData name="Arseniy Buzyan (extern)" userId="S::arseniy.buzyan@edu.stockholm.se::f92a01cd-049f-4602-b292-09b82d2ea4e3" providerId="AD" clId="Web-{69584A88-C5BE-A10C-4073-12B3159C2A05}" dt="2026-03-09T18:47:24.900" v="4443"/>
          <ac:graphicFrameMkLst>
            <pc:docMk/>
            <pc:sldMk cId="2466221639" sldId="324"/>
            <ac:graphicFrameMk id="5" creationId="{04EB3769-7D6C-3A48-79E7-FC3EF90CE7CE}"/>
          </ac:graphicFrameMkLst>
        </pc:graphicFrameChg>
      </pc:sldChg>
      <pc:sldChg chg="addSp delSp modSp new mod setBg">
        <pc:chgData name="Arseniy Buzyan (extern)" userId="S::arseniy.buzyan@edu.stockholm.se::f92a01cd-049f-4602-b292-09b82d2ea4e3" providerId="AD" clId="Web-{69584A88-C5BE-A10C-4073-12B3159C2A05}" dt="2026-03-09T18:48:10.400" v="4528"/>
        <pc:sldMkLst>
          <pc:docMk/>
          <pc:sldMk cId="416393346" sldId="325"/>
        </pc:sldMkLst>
        <pc:spChg chg="mod">
          <ac:chgData name="Arseniy Buzyan (extern)" userId="S::arseniy.buzyan@edu.stockholm.se::f92a01cd-049f-4602-b292-09b82d2ea4e3" providerId="AD" clId="Web-{69584A88-C5BE-A10C-4073-12B3159C2A05}" dt="2026-03-09T18:47:51.213" v="4447"/>
          <ac:spMkLst>
            <pc:docMk/>
            <pc:sldMk cId="416393346" sldId="325"/>
            <ac:spMk id="2" creationId="{3EACB33E-D44F-B70A-2B61-4F968772378B}"/>
          </ac:spMkLst>
        </pc:spChg>
        <pc:spChg chg="del">
          <ac:chgData name="Arseniy Buzyan (extern)" userId="S::arseniy.buzyan@edu.stockholm.se::f92a01cd-049f-4602-b292-09b82d2ea4e3" providerId="AD" clId="Web-{69584A88-C5BE-A10C-4073-12B3159C2A05}" dt="2026-03-09T18:47:45.650" v="4446"/>
          <ac:spMkLst>
            <pc:docMk/>
            <pc:sldMk cId="416393346" sldId="325"/>
            <ac:spMk id="3" creationId="{F433DC4C-3076-13E5-66EA-347E6AF2E60A}"/>
          </ac:spMkLst>
        </pc:spChg>
        <pc:spChg chg="add">
          <ac:chgData name="Arseniy Buzyan (extern)" userId="S::arseniy.buzyan@edu.stockholm.se::f92a01cd-049f-4602-b292-09b82d2ea4e3" providerId="AD" clId="Web-{69584A88-C5BE-A10C-4073-12B3159C2A05}" dt="2026-03-09T18:47:51.213" v="4447"/>
          <ac:spMkLst>
            <pc:docMk/>
            <pc:sldMk cId="416393346" sldId="325"/>
            <ac:spMk id="10" creationId="{A8384FB5-9ADC-4DDC-881B-597D56F5B15D}"/>
          </ac:spMkLst>
        </pc:spChg>
        <pc:spChg chg="add">
          <ac:chgData name="Arseniy Buzyan (extern)" userId="S::arseniy.buzyan@edu.stockholm.se::f92a01cd-049f-4602-b292-09b82d2ea4e3" providerId="AD" clId="Web-{69584A88-C5BE-A10C-4073-12B3159C2A05}" dt="2026-03-09T18:47:51.213" v="4447"/>
          <ac:spMkLst>
            <pc:docMk/>
            <pc:sldMk cId="416393346" sldId="325"/>
            <ac:spMk id="12" creationId="{91E5A9A7-95C6-4F4F-B00E-C82E07FE62EF}"/>
          </ac:spMkLst>
        </pc:spChg>
        <pc:spChg chg="add">
          <ac:chgData name="Arseniy Buzyan (extern)" userId="S::arseniy.buzyan@edu.stockholm.se::f92a01cd-049f-4602-b292-09b82d2ea4e3" providerId="AD" clId="Web-{69584A88-C5BE-A10C-4073-12B3159C2A05}" dt="2026-03-09T18:47:51.213" v="4447"/>
          <ac:spMkLst>
            <pc:docMk/>
            <pc:sldMk cId="416393346" sldId="325"/>
            <ac:spMk id="14" creationId="{D07DD2DE-F619-49DD-B5E7-03A290FF4ED1}"/>
          </ac:spMkLst>
        </pc:spChg>
        <pc:spChg chg="add">
          <ac:chgData name="Arseniy Buzyan (extern)" userId="S::arseniy.buzyan@edu.stockholm.se::f92a01cd-049f-4602-b292-09b82d2ea4e3" providerId="AD" clId="Web-{69584A88-C5BE-A10C-4073-12B3159C2A05}" dt="2026-03-09T18:47:51.213" v="4447"/>
          <ac:spMkLst>
            <pc:docMk/>
            <pc:sldMk cId="416393346" sldId="325"/>
            <ac:spMk id="16" creationId="{85149191-5F60-4A28-AAFF-039F96B0F3EC}"/>
          </ac:spMkLst>
        </pc:spChg>
        <pc:spChg chg="add">
          <ac:chgData name="Arseniy Buzyan (extern)" userId="S::arseniy.buzyan@edu.stockholm.se::f92a01cd-049f-4602-b292-09b82d2ea4e3" providerId="AD" clId="Web-{69584A88-C5BE-A10C-4073-12B3159C2A05}" dt="2026-03-09T18:47:51.213" v="4447"/>
          <ac:spMkLst>
            <pc:docMk/>
            <pc:sldMk cId="416393346" sldId="325"/>
            <ac:spMk id="18" creationId="{F8260ED5-17F7-4158-B241-D51DD4CF1B7E}"/>
          </ac:spMkLst>
        </pc:spChg>
        <pc:graphicFrameChg chg="add mod ord modGraphic">
          <ac:chgData name="Arseniy Buzyan (extern)" userId="S::arseniy.buzyan@edu.stockholm.se::f92a01cd-049f-4602-b292-09b82d2ea4e3" providerId="AD" clId="Web-{69584A88-C5BE-A10C-4073-12B3159C2A05}" dt="2026-03-09T18:48:10.400" v="4528"/>
          <ac:graphicFrameMkLst>
            <pc:docMk/>
            <pc:sldMk cId="416393346" sldId="325"/>
            <ac:graphicFrameMk id="5" creationId="{450C7F23-39EE-006D-A26D-9D8D2155DFEB}"/>
          </ac:graphicFrameMkLst>
        </pc:graphicFrameChg>
      </pc:sldChg>
      <pc:sldChg chg="addSp delSp modSp new mod setBg">
        <pc:chgData name="Arseniy Buzyan (extern)" userId="S::arseniy.buzyan@edu.stockholm.se::f92a01cd-049f-4602-b292-09b82d2ea4e3" providerId="AD" clId="Web-{69584A88-C5BE-A10C-4073-12B3159C2A05}" dt="2026-03-09T18:49:02.104" v="4535"/>
        <pc:sldMkLst>
          <pc:docMk/>
          <pc:sldMk cId="3116751211" sldId="326"/>
        </pc:sldMkLst>
        <pc:spChg chg="mod">
          <ac:chgData name="Arseniy Buzyan (extern)" userId="S::arseniy.buzyan@edu.stockholm.se::f92a01cd-049f-4602-b292-09b82d2ea4e3" providerId="AD" clId="Web-{69584A88-C5BE-A10C-4073-12B3159C2A05}" dt="2026-03-09T18:49:02.104" v="4535"/>
          <ac:spMkLst>
            <pc:docMk/>
            <pc:sldMk cId="3116751211" sldId="326"/>
            <ac:spMk id="2" creationId="{24FA72C8-CBD5-2629-A0B4-E160AD0D1D9A}"/>
          </ac:spMkLst>
        </pc:spChg>
        <pc:spChg chg="del mod">
          <ac:chgData name="Arseniy Buzyan (extern)" userId="S::arseniy.buzyan@edu.stockholm.se::f92a01cd-049f-4602-b292-09b82d2ea4e3" providerId="AD" clId="Web-{69584A88-C5BE-A10C-4073-12B3159C2A05}" dt="2026-03-09T18:49:02.104" v="4535"/>
          <ac:spMkLst>
            <pc:docMk/>
            <pc:sldMk cId="3116751211" sldId="326"/>
            <ac:spMk id="3" creationId="{597C015E-D597-5955-4856-649440A4EF58}"/>
          </ac:spMkLst>
        </pc:spChg>
        <pc:spChg chg="add">
          <ac:chgData name="Arseniy Buzyan (extern)" userId="S::arseniy.buzyan@edu.stockholm.se::f92a01cd-049f-4602-b292-09b82d2ea4e3" providerId="AD" clId="Web-{69584A88-C5BE-A10C-4073-12B3159C2A05}" dt="2026-03-09T18:49:02.104" v="4535"/>
          <ac:spMkLst>
            <pc:docMk/>
            <pc:sldMk cId="3116751211" sldId="326"/>
            <ac:spMk id="9" creationId="{7517A47C-B2E5-4B79-8061-D74B1311AF6E}"/>
          </ac:spMkLst>
        </pc:spChg>
        <pc:spChg chg="add">
          <ac:chgData name="Arseniy Buzyan (extern)" userId="S::arseniy.buzyan@edu.stockholm.se::f92a01cd-049f-4602-b292-09b82d2ea4e3" providerId="AD" clId="Web-{69584A88-C5BE-A10C-4073-12B3159C2A05}" dt="2026-03-09T18:49:02.104" v="4535"/>
          <ac:spMkLst>
            <pc:docMk/>
            <pc:sldMk cId="3116751211" sldId="326"/>
            <ac:spMk id="11" creationId="{C505E780-2083-4CB5-A42A-5E0E2908ECC3}"/>
          </ac:spMkLst>
        </pc:spChg>
        <pc:spChg chg="add">
          <ac:chgData name="Arseniy Buzyan (extern)" userId="S::arseniy.buzyan@edu.stockholm.se::f92a01cd-049f-4602-b292-09b82d2ea4e3" providerId="AD" clId="Web-{69584A88-C5BE-A10C-4073-12B3159C2A05}" dt="2026-03-09T18:49:02.104" v="4535"/>
          <ac:spMkLst>
            <pc:docMk/>
            <pc:sldMk cId="3116751211" sldId="326"/>
            <ac:spMk id="13" creationId="{D2C0AE1C-0118-41AE-8A10-7CDCBF10E96F}"/>
          </ac:spMkLst>
        </pc:spChg>
        <pc:spChg chg="add">
          <ac:chgData name="Arseniy Buzyan (extern)" userId="S::arseniy.buzyan@edu.stockholm.se::f92a01cd-049f-4602-b292-09b82d2ea4e3" providerId="AD" clId="Web-{69584A88-C5BE-A10C-4073-12B3159C2A05}" dt="2026-03-09T18:49:02.104" v="4535"/>
          <ac:spMkLst>
            <pc:docMk/>
            <pc:sldMk cId="3116751211" sldId="326"/>
            <ac:spMk id="15" creationId="{463EEC44-1BA3-44ED-81FC-A644B04B2A44}"/>
          </ac:spMkLst>
        </pc:spChg>
        <pc:graphicFrameChg chg="add">
          <ac:chgData name="Arseniy Buzyan (extern)" userId="S::arseniy.buzyan@edu.stockholm.se::f92a01cd-049f-4602-b292-09b82d2ea4e3" providerId="AD" clId="Web-{69584A88-C5BE-A10C-4073-12B3159C2A05}" dt="2026-03-09T18:49:02.104" v="4535"/>
          <ac:graphicFrameMkLst>
            <pc:docMk/>
            <pc:sldMk cId="3116751211" sldId="326"/>
            <ac:graphicFrameMk id="5" creationId="{44315037-CE0E-304F-E82D-64A4D77CD79F}"/>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ata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29B722-6DF2-490C-91D4-2C0D0C3F29EB}"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31D94234-BBE3-4C0B-96E7-4287988DFC7E}">
      <dgm:prSet/>
      <dgm:spPr/>
      <dgm:t>
        <a:bodyPr/>
        <a:lstStyle/>
        <a:p>
          <a:pPr>
            <a:lnSpc>
              <a:spcPct val="100000"/>
            </a:lnSpc>
          </a:pPr>
          <a:r>
            <a:rPr lang="en-US"/>
            <a:t>Skapa en databas för att lagra nätverkstrafik och ML-resultat</a:t>
          </a:r>
        </a:p>
      </dgm:t>
    </dgm:pt>
    <dgm:pt modelId="{BDCD30E4-FCC9-4706-937C-77D5B9353031}" type="parTrans" cxnId="{7F0BC9F4-172E-4C54-AA51-F8ACA72E5B85}">
      <dgm:prSet/>
      <dgm:spPr/>
      <dgm:t>
        <a:bodyPr/>
        <a:lstStyle/>
        <a:p>
          <a:endParaRPr lang="en-US"/>
        </a:p>
      </dgm:t>
    </dgm:pt>
    <dgm:pt modelId="{D3BB0C1F-3F3D-49F2-A3B1-2EFE100D5116}" type="sibTrans" cxnId="{7F0BC9F4-172E-4C54-AA51-F8ACA72E5B85}">
      <dgm:prSet/>
      <dgm:spPr/>
      <dgm:t>
        <a:bodyPr/>
        <a:lstStyle/>
        <a:p>
          <a:endParaRPr lang="en-US"/>
        </a:p>
      </dgm:t>
    </dgm:pt>
    <dgm:pt modelId="{C5D4A383-2606-450C-9CC2-B23B0C806641}">
      <dgm:prSet/>
      <dgm:spPr/>
      <dgm:t>
        <a:bodyPr/>
        <a:lstStyle/>
        <a:p>
          <a:pPr>
            <a:lnSpc>
              <a:spcPct val="100000"/>
            </a:lnSpc>
          </a:pPr>
          <a:r>
            <a:rPr lang="en-US"/>
            <a:t>Träna en ML-modell som kan skilja mellan normal och skadlig trafik</a:t>
          </a:r>
        </a:p>
      </dgm:t>
    </dgm:pt>
    <dgm:pt modelId="{4DFF2D2F-3074-478A-9CC1-7320C7BBBD8F}" type="parTrans" cxnId="{DEFB4886-B9D5-4E06-9F0A-F7689380F207}">
      <dgm:prSet/>
      <dgm:spPr/>
      <dgm:t>
        <a:bodyPr/>
        <a:lstStyle/>
        <a:p>
          <a:endParaRPr lang="en-US"/>
        </a:p>
      </dgm:t>
    </dgm:pt>
    <dgm:pt modelId="{D4C02B1F-3E1F-4919-B859-BAA973D83685}" type="sibTrans" cxnId="{DEFB4886-B9D5-4E06-9F0A-F7689380F207}">
      <dgm:prSet/>
      <dgm:spPr/>
      <dgm:t>
        <a:bodyPr/>
        <a:lstStyle/>
        <a:p>
          <a:endParaRPr lang="en-US"/>
        </a:p>
      </dgm:t>
    </dgm:pt>
    <dgm:pt modelId="{073DAE9E-7AB5-4BD3-BB53-65029AB903AF}">
      <dgm:prSet/>
      <dgm:spPr/>
      <dgm:t>
        <a:bodyPr/>
        <a:lstStyle/>
        <a:p>
          <a:pPr>
            <a:lnSpc>
              <a:spcPct val="100000"/>
            </a:lnSpc>
          </a:pPr>
          <a:r>
            <a:rPr lang="en-US"/>
            <a:t>Automatisera analysen av ny data</a:t>
          </a:r>
        </a:p>
      </dgm:t>
    </dgm:pt>
    <dgm:pt modelId="{F2B77421-CC14-4049-B6A8-E02A49B35B09}" type="parTrans" cxnId="{F9DB4065-AA96-442B-99FD-D3065B217536}">
      <dgm:prSet/>
      <dgm:spPr/>
      <dgm:t>
        <a:bodyPr/>
        <a:lstStyle/>
        <a:p>
          <a:endParaRPr lang="en-US"/>
        </a:p>
      </dgm:t>
    </dgm:pt>
    <dgm:pt modelId="{12627438-C1FA-49DE-B212-5A867ED2997A}" type="sibTrans" cxnId="{F9DB4065-AA96-442B-99FD-D3065B217536}">
      <dgm:prSet/>
      <dgm:spPr/>
      <dgm:t>
        <a:bodyPr/>
        <a:lstStyle/>
        <a:p>
          <a:endParaRPr lang="en-US"/>
        </a:p>
      </dgm:t>
    </dgm:pt>
    <dgm:pt modelId="{FEF6B40E-52E5-4626-A7B0-204A0CF22D6A}">
      <dgm:prSet/>
      <dgm:spPr/>
      <dgm:t>
        <a:bodyPr/>
        <a:lstStyle/>
        <a:p>
          <a:pPr>
            <a:lnSpc>
              <a:spcPct val="100000"/>
            </a:lnSpc>
          </a:pPr>
          <a:r>
            <a:rPr lang="en-US"/>
            <a:t>Visualisera resultaten i en användarvänlig rapport</a:t>
          </a:r>
        </a:p>
      </dgm:t>
    </dgm:pt>
    <dgm:pt modelId="{4A3D9F76-4C4D-43E2-8AF6-2D0191DFFE3B}" type="parTrans" cxnId="{ECA08863-7CA1-4738-A209-D16F16085299}">
      <dgm:prSet/>
      <dgm:spPr/>
      <dgm:t>
        <a:bodyPr/>
        <a:lstStyle/>
        <a:p>
          <a:endParaRPr lang="en-US"/>
        </a:p>
      </dgm:t>
    </dgm:pt>
    <dgm:pt modelId="{CE95C484-BB22-4FB7-9AA1-7D116E782DBC}" type="sibTrans" cxnId="{ECA08863-7CA1-4738-A209-D16F16085299}">
      <dgm:prSet/>
      <dgm:spPr/>
      <dgm:t>
        <a:bodyPr/>
        <a:lstStyle/>
        <a:p>
          <a:endParaRPr lang="en-US"/>
        </a:p>
      </dgm:t>
    </dgm:pt>
    <dgm:pt modelId="{0F2B0F10-4880-480A-8A3D-BB470B421BB3}" type="pres">
      <dgm:prSet presAssocID="{3529B722-6DF2-490C-91D4-2C0D0C3F29EB}" presName="root" presStyleCnt="0">
        <dgm:presLayoutVars>
          <dgm:dir/>
          <dgm:resizeHandles val="exact"/>
        </dgm:presLayoutVars>
      </dgm:prSet>
      <dgm:spPr/>
    </dgm:pt>
    <dgm:pt modelId="{D2CB6804-AE18-4C67-980D-43C0655500E9}" type="pres">
      <dgm:prSet presAssocID="{31D94234-BBE3-4C0B-96E7-4287988DFC7E}" presName="compNode" presStyleCnt="0"/>
      <dgm:spPr/>
    </dgm:pt>
    <dgm:pt modelId="{BAB01CB1-2869-43BF-AE01-4744B6F8B1B7}" type="pres">
      <dgm:prSet presAssocID="{31D94234-BBE3-4C0B-96E7-4287988DFC7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
        </a:ext>
      </dgm:extLst>
    </dgm:pt>
    <dgm:pt modelId="{5257B8DB-65FF-4539-A0B9-405F5F50C072}" type="pres">
      <dgm:prSet presAssocID="{31D94234-BBE3-4C0B-96E7-4287988DFC7E}" presName="spaceRect" presStyleCnt="0"/>
      <dgm:spPr/>
    </dgm:pt>
    <dgm:pt modelId="{5DF938BF-81E2-4CE6-ADBD-60405A1BE3D7}" type="pres">
      <dgm:prSet presAssocID="{31D94234-BBE3-4C0B-96E7-4287988DFC7E}" presName="textRect" presStyleLbl="revTx" presStyleIdx="0" presStyleCnt="4">
        <dgm:presLayoutVars>
          <dgm:chMax val="1"/>
          <dgm:chPref val="1"/>
        </dgm:presLayoutVars>
      </dgm:prSet>
      <dgm:spPr/>
    </dgm:pt>
    <dgm:pt modelId="{71B369A6-A22D-461C-818A-4B96F58E75C2}" type="pres">
      <dgm:prSet presAssocID="{D3BB0C1F-3F3D-49F2-A3B1-2EFE100D5116}" presName="sibTrans" presStyleCnt="0"/>
      <dgm:spPr/>
    </dgm:pt>
    <dgm:pt modelId="{C6E8D7A8-546F-4605-91CC-13D98430815E}" type="pres">
      <dgm:prSet presAssocID="{C5D4A383-2606-450C-9CC2-B23B0C806641}" presName="compNode" presStyleCnt="0"/>
      <dgm:spPr/>
    </dgm:pt>
    <dgm:pt modelId="{E270EB45-EBEF-4D8D-A0A4-5A012059ACD5}" type="pres">
      <dgm:prSet presAssocID="{C5D4A383-2606-450C-9CC2-B23B0C80664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åg"/>
        </a:ext>
      </dgm:extLst>
    </dgm:pt>
    <dgm:pt modelId="{B1FE7B7F-5F84-4893-81C7-241F5AE20777}" type="pres">
      <dgm:prSet presAssocID="{C5D4A383-2606-450C-9CC2-B23B0C806641}" presName="spaceRect" presStyleCnt="0"/>
      <dgm:spPr/>
    </dgm:pt>
    <dgm:pt modelId="{966AB423-38AC-4641-B384-824047E25687}" type="pres">
      <dgm:prSet presAssocID="{C5D4A383-2606-450C-9CC2-B23B0C806641}" presName="textRect" presStyleLbl="revTx" presStyleIdx="1" presStyleCnt="4">
        <dgm:presLayoutVars>
          <dgm:chMax val="1"/>
          <dgm:chPref val="1"/>
        </dgm:presLayoutVars>
      </dgm:prSet>
      <dgm:spPr/>
    </dgm:pt>
    <dgm:pt modelId="{ECC95764-2C72-4808-AC17-6DDC642EEF7B}" type="pres">
      <dgm:prSet presAssocID="{D4C02B1F-3E1F-4919-B859-BAA973D83685}" presName="sibTrans" presStyleCnt="0"/>
      <dgm:spPr/>
    </dgm:pt>
    <dgm:pt modelId="{4FCC1856-6788-4B44-9F87-FED18147A49B}" type="pres">
      <dgm:prSet presAssocID="{073DAE9E-7AB5-4BD3-BB53-65029AB903AF}" presName="compNode" presStyleCnt="0"/>
      <dgm:spPr/>
    </dgm:pt>
    <dgm:pt modelId="{7D78AD79-A160-4E59-A74C-A12FF1C6463F}" type="pres">
      <dgm:prSet presAssocID="{073DAE9E-7AB5-4BD3-BB53-65029AB903A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B4BD7C07-BB77-49C6-B3FB-82C9DED9BDC3}" type="pres">
      <dgm:prSet presAssocID="{073DAE9E-7AB5-4BD3-BB53-65029AB903AF}" presName="spaceRect" presStyleCnt="0"/>
      <dgm:spPr/>
    </dgm:pt>
    <dgm:pt modelId="{A7E2EE9B-3C86-449E-94F8-B8E65E10EC02}" type="pres">
      <dgm:prSet presAssocID="{073DAE9E-7AB5-4BD3-BB53-65029AB903AF}" presName="textRect" presStyleLbl="revTx" presStyleIdx="2" presStyleCnt="4">
        <dgm:presLayoutVars>
          <dgm:chMax val="1"/>
          <dgm:chPref val="1"/>
        </dgm:presLayoutVars>
      </dgm:prSet>
      <dgm:spPr/>
    </dgm:pt>
    <dgm:pt modelId="{3B77342F-D468-4BB2-9A1F-531BBE9632BF}" type="pres">
      <dgm:prSet presAssocID="{12627438-C1FA-49DE-B212-5A867ED2997A}" presName="sibTrans" presStyleCnt="0"/>
      <dgm:spPr/>
    </dgm:pt>
    <dgm:pt modelId="{0CD6DE7B-FC1D-48CB-BFAD-3B0F99B1B483}" type="pres">
      <dgm:prSet presAssocID="{FEF6B40E-52E5-4626-A7B0-204A0CF22D6A}" presName="compNode" presStyleCnt="0"/>
      <dgm:spPr/>
    </dgm:pt>
    <dgm:pt modelId="{D9F92242-1E4A-473B-B042-7D91D62275F5}" type="pres">
      <dgm:prSet presAssocID="{FEF6B40E-52E5-4626-A7B0-204A0CF22D6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A50E0F5C-78A3-4C44-9628-67E1B4E7C78A}" type="pres">
      <dgm:prSet presAssocID="{FEF6B40E-52E5-4626-A7B0-204A0CF22D6A}" presName="spaceRect" presStyleCnt="0"/>
      <dgm:spPr/>
    </dgm:pt>
    <dgm:pt modelId="{6D6AA7D7-50AA-4B63-9766-47F37CCF98C3}" type="pres">
      <dgm:prSet presAssocID="{FEF6B40E-52E5-4626-A7B0-204A0CF22D6A}" presName="textRect" presStyleLbl="revTx" presStyleIdx="3" presStyleCnt="4">
        <dgm:presLayoutVars>
          <dgm:chMax val="1"/>
          <dgm:chPref val="1"/>
        </dgm:presLayoutVars>
      </dgm:prSet>
      <dgm:spPr/>
    </dgm:pt>
  </dgm:ptLst>
  <dgm:cxnLst>
    <dgm:cxn modelId="{AD423060-3DB6-4507-BBD1-43E01AE443C6}" type="presOf" srcId="{FEF6B40E-52E5-4626-A7B0-204A0CF22D6A}" destId="{6D6AA7D7-50AA-4B63-9766-47F37CCF98C3}" srcOrd="0" destOrd="0" presId="urn:microsoft.com/office/officeart/2018/2/layout/IconLabelList"/>
    <dgm:cxn modelId="{ECA08863-7CA1-4738-A209-D16F16085299}" srcId="{3529B722-6DF2-490C-91D4-2C0D0C3F29EB}" destId="{FEF6B40E-52E5-4626-A7B0-204A0CF22D6A}" srcOrd="3" destOrd="0" parTransId="{4A3D9F76-4C4D-43E2-8AF6-2D0191DFFE3B}" sibTransId="{CE95C484-BB22-4FB7-9AA1-7D116E782DBC}"/>
    <dgm:cxn modelId="{F9DB4065-AA96-442B-99FD-D3065B217536}" srcId="{3529B722-6DF2-490C-91D4-2C0D0C3F29EB}" destId="{073DAE9E-7AB5-4BD3-BB53-65029AB903AF}" srcOrd="2" destOrd="0" parTransId="{F2B77421-CC14-4049-B6A8-E02A49B35B09}" sibTransId="{12627438-C1FA-49DE-B212-5A867ED2997A}"/>
    <dgm:cxn modelId="{735AC869-7C89-4D15-A6F5-B74F70BB6851}" type="presOf" srcId="{3529B722-6DF2-490C-91D4-2C0D0C3F29EB}" destId="{0F2B0F10-4880-480A-8A3D-BB470B421BB3}" srcOrd="0" destOrd="0" presId="urn:microsoft.com/office/officeart/2018/2/layout/IconLabelList"/>
    <dgm:cxn modelId="{EDC3EF7E-7448-4166-A379-B2281CD771AF}" type="presOf" srcId="{C5D4A383-2606-450C-9CC2-B23B0C806641}" destId="{966AB423-38AC-4641-B384-824047E25687}" srcOrd="0" destOrd="0" presId="urn:microsoft.com/office/officeart/2018/2/layout/IconLabelList"/>
    <dgm:cxn modelId="{DEFB4886-B9D5-4E06-9F0A-F7689380F207}" srcId="{3529B722-6DF2-490C-91D4-2C0D0C3F29EB}" destId="{C5D4A383-2606-450C-9CC2-B23B0C806641}" srcOrd="1" destOrd="0" parTransId="{4DFF2D2F-3074-478A-9CC1-7320C7BBBD8F}" sibTransId="{D4C02B1F-3E1F-4919-B859-BAA973D83685}"/>
    <dgm:cxn modelId="{DE9FBC8E-6092-453F-A1E3-B73DB5104DE0}" type="presOf" srcId="{073DAE9E-7AB5-4BD3-BB53-65029AB903AF}" destId="{A7E2EE9B-3C86-449E-94F8-B8E65E10EC02}" srcOrd="0" destOrd="0" presId="urn:microsoft.com/office/officeart/2018/2/layout/IconLabelList"/>
    <dgm:cxn modelId="{18C3ABF2-6305-4F46-9B46-A9A2B1D8C9EB}" type="presOf" srcId="{31D94234-BBE3-4C0B-96E7-4287988DFC7E}" destId="{5DF938BF-81E2-4CE6-ADBD-60405A1BE3D7}" srcOrd="0" destOrd="0" presId="urn:microsoft.com/office/officeart/2018/2/layout/IconLabelList"/>
    <dgm:cxn modelId="{7F0BC9F4-172E-4C54-AA51-F8ACA72E5B85}" srcId="{3529B722-6DF2-490C-91D4-2C0D0C3F29EB}" destId="{31D94234-BBE3-4C0B-96E7-4287988DFC7E}" srcOrd="0" destOrd="0" parTransId="{BDCD30E4-FCC9-4706-937C-77D5B9353031}" sibTransId="{D3BB0C1F-3F3D-49F2-A3B1-2EFE100D5116}"/>
    <dgm:cxn modelId="{64723633-F24F-4914-9453-EC1493A48D30}" type="presParOf" srcId="{0F2B0F10-4880-480A-8A3D-BB470B421BB3}" destId="{D2CB6804-AE18-4C67-980D-43C0655500E9}" srcOrd="0" destOrd="0" presId="urn:microsoft.com/office/officeart/2018/2/layout/IconLabelList"/>
    <dgm:cxn modelId="{BBC43613-43B7-4B35-BC50-BA83E4073926}" type="presParOf" srcId="{D2CB6804-AE18-4C67-980D-43C0655500E9}" destId="{BAB01CB1-2869-43BF-AE01-4744B6F8B1B7}" srcOrd="0" destOrd="0" presId="urn:microsoft.com/office/officeart/2018/2/layout/IconLabelList"/>
    <dgm:cxn modelId="{E78A2A8A-B1D5-4A87-90D7-586C427F9E11}" type="presParOf" srcId="{D2CB6804-AE18-4C67-980D-43C0655500E9}" destId="{5257B8DB-65FF-4539-A0B9-405F5F50C072}" srcOrd="1" destOrd="0" presId="urn:microsoft.com/office/officeart/2018/2/layout/IconLabelList"/>
    <dgm:cxn modelId="{8DA1900B-9C38-43FA-9BD2-D8C25D972596}" type="presParOf" srcId="{D2CB6804-AE18-4C67-980D-43C0655500E9}" destId="{5DF938BF-81E2-4CE6-ADBD-60405A1BE3D7}" srcOrd="2" destOrd="0" presId="urn:microsoft.com/office/officeart/2018/2/layout/IconLabelList"/>
    <dgm:cxn modelId="{08076D9F-242D-45B5-9B6F-8BED3038537F}" type="presParOf" srcId="{0F2B0F10-4880-480A-8A3D-BB470B421BB3}" destId="{71B369A6-A22D-461C-818A-4B96F58E75C2}" srcOrd="1" destOrd="0" presId="urn:microsoft.com/office/officeart/2018/2/layout/IconLabelList"/>
    <dgm:cxn modelId="{9EDF0CC7-FEC6-4AAC-9B75-472700CF5F0B}" type="presParOf" srcId="{0F2B0F10-4880-480A-8A3D-BB470B421BB3}" destId="{C6E8D7A8-546F-4605-91CC-13D98430815E}" srcOrd="2" destOrd="0" presId="urn:microsoft.com/office/officeart/2018/2/layout/IconLabelList"/>
    <dgm:cxn modelId="{58C0CFFA-BC39-4CCB-9BFC-F306C8C625DB}" type="presParOf" srcId="{C6E8D7A8-546F-4605-91CC-13D98430815E}" destId="{E270EB45-EBEF-4D8D-A0A4-5A012059ACD5}" srcOrd="0" destOrd="0" presId="urn:microsoft.com/office/officeart/2018/2/layout/IconLabelList"/>
    <dgm:cxn modelId="{C2914048-8023-405A-ABF3-303DC8F60DE4}" type="presParOf" srcId="{C6E8D7A8-546F-4605-91CC-13D98430815E}" destId="{B1FE7B7F-5F84-4893-81C7-241F5AE20777}" srcOrd="1" destOrd="0" presId="urn:microsoft.com/office/officeart/2018/2/layout/IconLabelList"/>
    <dgm:cxn modelId="{D8579F40-2525-450B-8E14-5D6709C610DD}" type="presParOf" srcId="{C6E8D7A8-546F-4605-91CC-13D98430815E}" destId="{966AB423-38AC-4641-B384-824047E25687}" srcOrd="2" destOrd="0" presId="urn:microsoft.com/office/officeart/2018/2/layout/IconLabelList"/>
    <dgm:cxn modelId="{C4297417-B66D-41C4-9608-6C07FFAB555D}" type="presParOf" srcId="{0F2B0F10-4880-480A-8A3D-BB470B421BB3}" destId="{ECC95764-2C72-4808-AC17-6DDC642EEF7B}" srcOrd="3" destOrd="0" presId="urn:microsoft.com/office/officeart/2018/2/layout/IconLabelList"/>
    <dgm:cxn modelId="{7237C90C-7D73-44A2-B532-34BB4FCAA838}" type="presParOf" srcId="{0F2B0F10-4880-480A-8A3D-BB470B421BB3}" destId="{4FCC1856-6788-4B44-9F87-FED18147A49B}" srcOrd="4" destOrd="0" presId="urn:microsoft.com/office/officeart/2018/2/layout/IconLabelList"/>
    <dgm:cxn modelId="{45505090-0FE6-4E7F-80E7-23EC1140638F}" type="presParOf" srcId="{4FCC1856-6788-4B44-9F87-FED18147A49B}" destId="{7D78AD79-A160-4E59-A74C-A12FF1C6463F}" srcOrd="0" destOrd="0" presId="urn:microsoft.com/office/officeart/2018/2/layout/IconLabelList"/>
    <dgm:cxn modelId="{111EF3CA-6923-450C-B143-0C5D231C5632}" type="presParOf" srcId="{4FCC1856-6788-4B44-9F87-FED18147A49B}" destId="{B4BD7C07-BB77-49C6-B3FB-82C9DED9BDC3}" srcOrd="1" destOrd="0" presId="urn:microsoft.com/office/officeart/2018/2/layout/IconLabelList"/>
    <dgm:cxn modelId="{DE802D4C-7E8A-4184-AABC-51452BE3C363}" type="presParOf" srcId="{4FCC1856-6788-4B44-9F87-FED18147A49B}" destId="{A7E2EE9B-3C86-449E-94F8-B8E65E10EC02}" srcOrd="2" destOrd="0" presId="urn:microsoft.com/office/officeart/2018/2/layout/IconLabelList"/>
    <dgm:cxn modelId="{1E648DB2-F1EC-4581-BBF8-F68ACFDBC4B0}" type="presParOf" srcId="{0F2B0F10-4880-480A-8A3D-BB470B421BB3}" destId="{3B77342F-D468-4BB2-9A1F-531BBE9632BF}" srcOrd="5" destOrd="0" presId="urn:microsoft.com/office/officeart/2018/2/layout/IconLabelList"/>
    <dgm:cxn modelId="{C38FB55C-D0DE-4D8D-8CDE-3134C16AA867}" type="presParOf" srcId="{0F2B0F10-4880-480A-8A3D-BB470B421BB3}" destId="{0CD6DE7B-FC1D-48CB-BFAD-3B0F99B1B483}" srcOrd="6" destOrd="0" presId="urn:microsoft.com/office/officeart/2018/2/layout/IconLabelList"/>
    <dgm:cxn modelId="{23ECAA1B-2427-4FC1-ABA8-66E44EF3E6F0}" type="presParOf" srcId="{0CD6DE7B-FC1D-48CB-BFAD-3B0F99B1B483}" destId="{D9F92242-1E4A-473B-B042-7D91D62275F5}" srcOrd="0" destOrd="0" presId="urn:microsoft.com/office/officeart/2018/2/layout/IconLabelList"/>
    <dgm:cxn modelId="{C446AE9D-BCEC-4176-BCD2-51F0787298FA}" type="presParOf" srcId="{0CD6DE7B-FC1D-48CB-BFAD-3B0F99B1B483}" destId="{A50E0F5C-78A3-4C44-9628-67E1B4E7C78A}" srcOrd="1" destOrd="0" presId="urn:microsoft.com/office/officeart/2018/2/layout/IconLabelList"/>
    <dgm:cxn modelId="{BDF44732-C428-4CD4-B86D-9CA7E2E60B2D}" type="presParOf" srcId="{0CD6DE7B-FC1D-48CB-BFAD-3B0F99B1B483}" destId="{6D6AA7D7-50AA-4B63-9766-47F37CCF98C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01B6E4-34A9-42FA-9338-5C137530772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212B8AFD-A717-49E0-979A-2AA05033D32C}">
      <dgm:prSet/>
      <dgm:spPr/>
      <dgm:t>
        <a:bodyPr/>
        <a:lstStyle/>
        <a:p>
          <a:pPr>
            <a:lnSpc>
              <a:spcPct val="100000"/>
            </a:lnSpc>
          </a:pPr>
          <a:r>
            <a:rPr lang="en-US"/>
            <a:t>Skriva och redigera din Python-kod</a:t>
          </a:r>
        </a:p>
      </dgm:t>
    </dgm:pt>
    <dgm:pt modelId="{D6DB2DA7-EDB8-4980-A55D-6A58D1F40205}" type="parTrans" cxnId="{270A92C8-DD92-4019-B6D0-0E04608042E2}">
      <dgm:prSet/>
      <dgm:spPr/>
      <dgm:t>
        <a:bodyPr/>
        <a:lstStyle/>
        <a:p>
          <a:endParaRPr lang="en-US"/>
        </a:p>
      </dgm:t>
    </dgm:pt>
    <dgm:pt modelId="{74BE0EFC-1878-40FC-ABA3-089FFFD9E860}" type="sibTrans" cxnId="{270A92C8-DD92-4019-B6D0-0E04608042E2}">
      <dgm:prSet/>
      <dgm:spPr/>
      <dgm:t>
        <a:bodyPr/>
        <a:lstStyle/>
        <a:p>
          <a:endParaRPr lang="en-US"/>
        </a:p>
      </dgm:t>
    </dgm:pt>
    <dgm:pt modelId="{50FF9F55-CC78-4245-B248-A8E7EBA6AA87}">
      <dgm:prSet/>
      <dgm:spPr/>
      <dgm:t>
        <a:bodyPr/>
        <a:lstStyle/>
        <a:p>
          <a:pPr>
            <a:lnSpc>
              <a:spcPct val="100000"/>
            </a:lnSpc>
          </a:pPr>
          <a:r>
            <a:rPr lang="en-US"/>
            <a:t>Se koden i färg (så det blir lättare att läsa)</a:t>
          </a:r>
        </a:p>
      </dgm:t>
    </dgm:pt>
    <dgm:pt modelId="{F92950E6-FE74-4866-ABAB-EF90CAD5BC7F}" type="parTrans" cxnId="{0E182752-3AAD-481E-886C-29D743255DDE}">
      <dgm:prSet/>
      <dgm:spPr/>
      <dgm:t>
        <a:bodyPr/>
        <a:lstStyle/>
        <a:p>
          <a:endParaRPr lang="en-US"/>
        </a:p>
      </dgm:t>
    </dgm:pt>
    <dgm:pt modelId="{3EB2AACA-DEA4-46A8-B095-6DAC1E5223C6}" type="sibTrans" cxnId="{0E182752-3AAD-481E-886C-29D743255DDE}">
      <dgm:prSet/>
      <dgm:spPr/>
      <dgm:t>
        <a:bodyPr/>
        <a:lstStyle/>
        <a:p>
          <a:endParaRPr lang="en-US"/>
        </a:p>
      </dgm:t>
    </dgm:pt>
    <dgm:pt modelId="{88FD20E4-AABF-44A2-B98A-0596A93EC162}">
      <dgm:prSet/>
      <dgm:spPr/>
      <dgm:t>
        <a:bodyPr/>
        <a:lstStyle/>
        <a:p>
          <a:pPr>
            <a:lnSpc>
              <a:spcPct val="100000"/>
            </a:lnSpc>
          </a:pPr>
          <a:r>
            <a:rPr lang="en-US"/>
            <a:t>Få förslag på vad du ska skriva härnäst</a:t>
          </a:r>
        </a:p>
      </dgm:t>
    </dgm:pt>
    <dgm:pt modelId="{055DED8D-55A8-45D6-A646-7DA5CF64A32A}" type="parTrans" cxnId="{4A3A1A24-26EE-4C5A-9A9A-9054E9816BA0}">
      <dgm:prSet/>
      <dgm:spPr/>
      <dgm:t>
        <a:bodyPr/>
        <a:lstStyle/>
        <a:p>
          <a:endParaRPr lang="en-US"/>
        </a:p>
      </dgm:t>
    </dgm:pt>
    <dgm:pt modelId="{D1518AB9-3591-415E-86D3-4100D7160440}" type="sibTrans" cxnId="{4A3A1A24-26EE-4C5A-9A9A-9054E9816BA0}">
      <dgm:prSet/>
      <dgm:spPr/>
      <dgm:t>
        <a:bodyPr/>
        <a:lstStyle/>
        <a:p>
          <a:endParaRPr lang="en-US"/>
        </a:p>
      </dgm:t>
    </dgm:pt>
    <dgm:pt modelId="{03E070B3-E119-4CE3-8414-CE9F038D41A2}">
      <dgm:prSet/>
      <dgm:spPr/>
      <dgm:t>
        <a:bodyPr/>
        <a:lstStyle/>
        <a:p>
          <a:pPr>
            <a:lnSpc>
              <a:spcPct val="100000"/>
            </a:lnSpc>
          </a:pPr>
          <a:r>
            <a:rPr lang="en-US"/>
            <a:t>Upptäcka fel innan du kör koden</a:t>
          </a:r>
        </a:p>
      </dgm:t>
    </dgm:pt>
    <dgm:pt modelId="{9BFCBE1B-04B8-4546-BAAE-647F7F07C978}" type="parTrans" cxnId="{8E62AB43-4AB2-4A27-A41C-A1EF9545F273}">
      <dgm:prSet/>
      <dgm:spPr/>
      <dgm:t>
        <a:bodyPr/>
        <a:lstStyle/>
        <a:p>
          <a:endParaRPr lang="en-US"/>
        </a:p>
      </dgm:t>
    </dgm:pt>
    <dgm:pt modelId="{EF71435B-BE9B-43A4-8927-95FDECAE6C7C}" type="sibTrans" cxnId="{8E62AB43-4AB2-4A27-A41C-A1EF9545F273}">
      <dgm:prSet/>
      <dgm:spPr/>
      <dgm:t>
        <a:bodyPr/>
        <a:lstStyle/>
        <a:p>
          <a:endParaRPr lang="en-US"/>
        </a:p>
      </dgm:t>
    </dgm:pt>
    <dgm:pt modelId="{198E6E35-F41E-4CCB-B26D-98E2D58954E8}">
      <dgm:prSet/>
      <dgm:spPr/>
      <dgm:t>
        <a:bodyPr/>
        <a:lstStyle/>
        <a:p>
          <a:pPr>
            <a:lnSpc>
              <a:spcPct val="100000"/>
            </a:lnSpc>
          </a:pPr>
          <a:r>
            <a:rPr lang="en-US"/>
            <a:t>Köra dina Python-skript med en knapptryckning</a:t>
          </a:r>
        </a:p>
      </dgm:t>
    </dgm:pt>
    <dgm:pt modelId="{0B8BF5E6-74D4-498B-BA84-20093850132A}" type="parTrans" cxnId="{6ADEDB38-C324-464C-959B-262D18533724}">
      <dgm:prSet/>
      <dgm:spPr/>
      <dgm:t>
        <a:bodyPr/>
        <a:lstStyle/>
        <a:p>
          <a:endParaRPr lang="en-US"/>
        </a:p>
      </dgm:t>
    </dgm:pt>
    <dgm:pt modelId="{40B18839-3190-430B-B128-21FB54E485AB}" type="sibTrans" cxnId="{6ADEDB38-C324-464C-959B-262D18533724}">
      <dgm:prSet/>
      <dgm:spPr/>
      <dgm:t>
        <a:bodyPr/>
        <a:lstStyle/>
        <a:p>
          <a:endParaRPr lang="en-US"/>
        </a:p>
      </dgm:t>
    </dgm:pt>
    <dgm:pt modelId="{8C6CF644-8176-40AD-A558-FC6A08F3E311}" type="pres">
      <dgm:prSet presAssocID="{7601B6E4-34A9-42FA-9338-5C137530772F}" presName="root" presStyleCnt="0">
        <dgm:presLayoutVars>
          <dgm:dir/>
          <dgm:resizeHandles val="exact"/>
        </dgm:presLayoutVars>
      </dgm:prSet>
      <dgm:spPr/>
    </dgm:pt>
    <dgm:pt modelId="{6386A82B-6C92-4313-81E2-8567CEE7C8D1}" type="pres">
      <dgm:prSet presAssocID="{212B8AFD-A717-49E0-979A-2AA05033D32C}" presName="compNode" presStyleCnt="0"/>
      <dgm:spPr/>
    </dgm:pt>
    <dgm:pt modelId="{EA779DED-F232-48C2-A6F1-FD2242070E5F}" type="pres">
      <dgm:prSet presAssocID="{212B8AFD-A717-49E0-979A-2AA05033D32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krivmaskin"/>
        </a:ext>
      </dgm:extLst>
    </dgm:pt>
    <dgm:pt modelId="{182A1EDD-7A4B-44E7-BA67-36D183FA7635}" type="pres">
      <dgm:prSet presAssocID="{212B8AFD-A717-49E0-979A-2AA05033D32C}" presName="spaceRect" presStyleCnt="0"/>
      <dgm:spPr/>
    </dgm:pt>
    <dgm:pt modelId="{100828E0-B844-49B5-875B-419E7BFE97AA}" type="pres">
      <dgm:prSet presAssocID="{212B8AFD-A717-49E0-979A-2AA05033D32C}" presName="textRect" presStyleLbl="revTx" presStyleIdx="0" presStyleCnt="5">
        <dgm:presLayoutVars>
          <dgm:chMax val="1"/>
          <dgm:chPref val="1"/>
        </dgm:presLayoutVars>
      </dgm:prSet>
      <dgm:spPr/>
    </dgm:pt>
    <dgm:pt modelId="{85090702-C888-4838-8647-DEC36D646ADF}" type="pres">
      <dgm:prSet presAssocID="{74BE0EFC-1878-40FC-ABA3-089FFFD9E860}" presName="sibTrans" presStyleCnt="0"/>
      <dgm:spPr/>
    </dgm:pt>
    <dgm:pt modelId="{90F865C5-B193-46DD-972C-2E055C5E2251}" type="pres">
      <dgm:prSet presAssocID="{50FF9F55-CC78-4245-B248-A8E7EBA6AA87}" presName="compNode" presStyleCnt="0"/>
      <dgm:spPr/>
    </dgm:pt>
    <dgm:pt modelId="{9AD7358C-DC3A-4DE9-A001-36DD81A4F8B5}" type="pres">
      <dgm:prSet presAssocID="{50FF9F55-CC78-4245-B248-A8E7EBA6AA8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rge paint brush"/>
        </a:ext>
      </dgm:extLst>
    </dgm:pt>
    <dgm:pt modelId="{40C831BF-DDF9-495B-9DB6-45A3B2A7750B}" type="pres">
      <dgm:prSet presAssocID="{50FF9F55-CC78-4245-B248-A8E7EBA6AA87}" presName="spaceRect" presStyleCnt="0"/>
      <dgm:spPr/>
    </dgm:pt>
    <dgm:pt modelId="{A203188C-1A8D-44DC-AF80-85DD44487EFC}" type="pres">
      <dgm:prSet presAssocID="{50FF9F55-CC78-4245-B248-A8E7EBA6AA87}" presName="textRect" presStyleLbl="revTx" presStyleIdx="1" presStyleCnt="5">
        <dgm:presLayoutVars>
          <dgm:chMax val="1"/>
          <dgm:chPref val="1"/>
        </dgm:presLayoutVars>
      </dgm:prSet>
      <dgm:spPr/>
    </dgm:pt>
    <dgm:pt modelId="{F8BC55C6-77A3-4865-B9EC-948843F7D555}" type="pres">
      <dgm:prSet presAssocID="{3EB2AACA-DEA4-46A8-B095-6DAC1E5223C6}" presName="sibTrans" presStyleCnt="0"/>
      <dgm:spPr/>
    </dgm:pt>
    <dgm:pt modelId="{91C0AC86-6F0A-499F-A6EB-43507117E004}" type="pres">
      <dgm:prSet presAssocID="{88FD20E4-AABF-44A2-B98A-0596A93EC162}" presName="compNode" presStyleCnt="0"/>
      <dgm:spPr/>
    </dgm:pt>
    <dgm:pt modelId="{A9F1523F-9A05-466C-8638-4C9DDDE4D17E}" type="pres">
      <dgm:prSet presAssocID="{88FD20E4-AABF-44A2-B98A-0596A93EC16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lyertspenna"/>
        </a:ext>
      </dgm:extLst>
    </dgm:pt>
    <dgm:pt modelId="{971CD750-F1E7-42A0-948F-933CAD0FCEA4}" type="pres">
      <dgm:prSet presAssocID="{88FD20E4-AABF-44A2-B98A-0596A93EC162}" presName="spaceRect" presStyleCnt="0"/>
      <dgm:spPr/>
    </dgm:pt>
    <dgm:pt modelId="{8A202ED7-A583-484E-B68F-7F8A5471F9E9}" type="pres">
      <dgm:prSet presAssocID="{88FD20E4-AABF-44A2-B98A-0596A93EC162}" presName="textRect" presStyleLbl="revTx" presStyleIdx="2" presStyleCnt="5">
        <dgm:presLayoutVars>
          <dgm:chMax val="1"/>
          <dgm:chPref val="1"/>
        </dgm:presLayoutVars>
      </dgm:prSet>
      <dgm:spPr/>
    </dgm:pt>
    <dgm:pt modelId="{3F642366-38EB-49C3-81FA-CFA97AA3380E}" type="pres">
      <dgm:prSet presAssocID="{D1518AB9-3591-415E-86D3-4100D7160440}" presName="sibTrans" presStyleCnt="0"/>
      <dgm:spPr/>
    </dgm:pt>
    <dgm:pt modelId="{68E80578-B34D-4975-9D89-247D01C7AB1E}" type="pres">
      <dgm:prSet presAssocID="{03E070B3-E119-4CE3-8414-CE9F038D41A2}" presName="compNode" presStyleCnt="0"/>
      <dgm:spPr/>
    </dgm:pt>
    <dgm:pt modelId="{40343603-2184-446B-89FB-88BD5D2838A2}" type="pres">
      <dgm:prSet presAssocID="{03E070B3-E119-4CE3-8414-CE9F038D41A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8D896898-58E7-45C6-80EF-5BED33C7CEE1}" type="pres">
      <dgm:prSet presAssocID="{03E070B3-E119-4CE3-8414-CE9F038D41A2}" presName="spaceRect" presStyleCnt="0"/>
      <dgm:spPr/>
    </dgm:pt>
    <dgm:pt modelId="{186E4142-5283-490B-AD64-3A8928595002}" type="pres">
      <dgm:prSet presAssocID="{03E070B3-E119-4CE3-8414-CE9F038D41A2}" presName="textRect" presStyleLbl="revTx" presStyleIdx="3" presStyleCnt="5">
        <dgm:presLayoutVars>
          <dgm:chMax val="1"/>
          <dgm:chPref val="1"/>
        </dgm:presLayoutVars>
      </dgm:prSet>
      <dgm:spPr/>
    </dgm:pt>
    <dgm:pt modelId="{FF95B885-04A6-40DD-9551-D43C2D5AE353}" type="pres">
      <dgm:prSet presAssocID="{EF71435B-BE9B-43A4-8927-95FDECAE6C7C}" presName="sibTrans" presStyleCnt="0"/>
      <dgm:spPr/>
    </dgm:pt>
    <dgm:pt modelId="{363A502D-AA88-40EE-94E7-7A06A8664011}" type="pres">
      <dgm:prSet presAssocID="{198E6E35-F41E-4CCB-B26D-98E2D58954E8}" presName="compNode" presStyleCnt="0"/>
      <dgm:spPr/>
    </dgm:pt>
    <dgm:pt modelId="{AFDD04CF-C4D3-4DFB-B241-DE4D72B89F69}" type="pres">
      <dgm:prSet presAssocID="{198E6E35-F41E-4CCB-B26D-98E2D58954E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il"/>
        </a:ext>
      </dgm:extLst>
    </dgm:pt>
    <dgm:pt modelId="{337F5A60-AF9E-457E-944A-AFA2AECA27D2}" type="pres">
      <dgm:prSet presAssocID="{198E6E35-F41E-4CCB-B26D-98E2D58954E8}" presName="spaceRect" presStyleCnt="0"/>
      <dgm:spPr/>
    </dgm:pt>
    <dgm:pt modelId="{7C30B39A-41D8-4087-B6E4-07E832426CFE}" type="pres">
      <dgm:prSet presAssocID="{198E6E35-F41E-4CCB-B26D-98E2D58954E8}" presName="textRect" presStyleLbl="revTx" presStyleIdx="4" presStyleCnt="5">
        <dgm:presLayoutVars>
          <dgm:chMax val="1"/>
          <dgm:chPref val="1"/>
        </dgm:presLayoutVars>
      </dgm:prSet>
      <dgm:spPr/>
    </dgm:pt>
  </dgm:ptLst>
  <dgm:cxnLst>
    <dgm:cxn modelId="{4A3A1A24-26EE-4C5A-9A9A-9054E9816BA0}" srcId="{7601B6E4-34A9-42FA-9338-5C137530772F}" destId="{88FD20E4-AABF-44A2-B98A-0596A93EC162}" srcOrd="2" destOrd="0" parTransId="{055DED8D-55A8-45D6-A646-7DA5CF64A32A}" sibTransId="{D1518AB9-3591-415E-86D3-4100D7160440}"/>
    <dgm:cxn modelId="{6ADEDB38-C324-464C-959B-262D18533724}" srcId="{7601B6E4-34A9-42FA-9338-5C137530772F}" destId="{198E6E35-F41E-4CCB-B26D-98E2D58954E8}" srcOrd="4" destOrd="0" parTransId="{0B8BF5E6-74D4-498B-BA84-20093850132A}" sibTransId="{40B18839-3190-430B-B128-21FB54E485AB}"/>
    <dgm:cxn modelId="{8E62AB43-4AB2-4A27-A41C-A1EF9545F273}" srcId="{7601B6E4-34A9-42FA-9338-5C137530772F}" destId="{03E070B3-E119-4CE3-8414-CE9F038D41A2}" srcOrd="3" destOrd="0" parTransId="{9BFCBE1B-04B8-4546-BAAE-647F7F07C978}" sibTransId="{EF71435B-BE9B-43A4-8927-95FDECAE6C7C}"/>
    <dgm:cxn modelId="{0E182752-3AAD-481E-886C-29D743255DDE}" srcId="{7601B6E4-34A9-42FA-9338-5C137530772F}" destId="{50FF9F55-CC78-4245-B248-A8E7EBA6AA87}" srcOrd="1" destOrd="0" parTransId="{F92950E6-FE74-4866-ABAB-EF90CAD5BC7F}" sibTransId="{3EB2AACA-DEA4-46A8-B095-6DAC1E5223C6}"/>
    <dgm:cxn modelId="{81663352-5F1E-4456-A219-0159972C70B1}" type="presOf" srcId="{88FD20E4-AABF-44A2-B98A-0596A93EC162}" destId="{8A202ED7-A583-484E-B68F-7F8A5471F9E9}" srcOrd="0" destOrd="0" presId="urn:microsoft.com/office/officeart/2018/2/layout/IconLabelList"/>
    <dgm:cxn modelId="{81D8A285-293B-47FC-AE09-BEF35AF7CD11}" type="presOf" srcId="{212B8AFD-A717-49E0-979A-2AA05033D32C}" destId="{100828E0-B844-49B5-875B-419E7BFE97AA}" srcOrd="0" destOrd="0" presId="urn:microsoft.com/office/officeart/2018/2/layout/IconLabelList"/>
    <dgm:cxn modelId="{BCBDEB98-B3E3-4B80-8720-BCE0AAC52A5D}" type="presOf" srcId="{198E6E35-F41E-4CCB-B26D-98E2D58954E8}" destId="{7C30B39A-41D8-4087-B6E4-07E832426CFE}" srcOrd="0" destOrd="0" presId="urn:microsoft.com/office/officeart/2018/2/layout/IconLabelList"/>
    <dgm:cxn modelId="{F9E28DC0-AB1F-44D7-95D1-A4E4761FEC5D}" type="presOf" srcId="{50FF9F55-CC78-4245-B248-A8E7EBA6AA87}" destId="{A203188C-1A8D-44DC-AF80-85DD44487EFC}" srcOrd="0" destOrd="0" presId="urn:microsoft.com/office/officeart/2018/2/layout/IconLabelList"/>
    <dgm:cxn modelId="{270A92C8-DD92-4019-B6D0-0E04608042E2}" srcId="{7601B6E4-34A9-42FA-9338-5C137530772F}" destId="{212B8AFD-A717-49E0-979A-2AA05033D32C}" srcOrd="0" destOrd="0" parTransId="{D6DB2DA7-EDB8-4980-A55D-6A58D1F40205}" sibTransId="{74BE0EFC-1878-40FC-ABA3-089FFFD9E860}"/>
    <dgm:cxn modelId="{87870CCD-94A0-4E82-B504-80BA1E0DF106}" type="presOf" srcId="{7601B6E4-34A9-42FA-9338-5C137530772F}" destId="{8C6CF644-8176-40AD-A558-FC6A08F3E311}" srcOrd="0" destOrd="0" presId="urn:microsoft.com/office/officeart/2018/2/layout/IconLabelList"/>
    <dgm:cxn modelId="{758C76FF-DE6B-4ADC-9D5E-3AA92F997516}" type="presOf" srcId="{03E070B3-E119-4CE3-8414-CE9F038D41A2}" destId="{186E4142-5283-490B-AD64-3A8928595002}" srcOrd="0" destOrd="0" presId="urn:microsoft.com/office/officeart/2018/2/layout/IconLabelList"/>
    <dgm:cxn modelId="{258FF7B6-A3BF-4089-9481-DBB865FBD0D2}" type="presParOf" srcId="{8C6CF644-8176-40AD-A558-FC6A08F3E311}" destId="{6386A82B-6C92-4313-81E2-8567CEE7C8D1}" srcOrd="0" destOrd="0" presId="urn:microsoft.com/office/officeart/2018/2/layout/IconLabelList"/>
    <dgm:cxn modelId="{47C76CC9-D7BB-4020-AFB0-5A09632048B2}" type="presParOf" srcId="{6386A82B-6C92-4313-81E2-8567CEE7C8D1}" destId="{EA779DED-F232-48C2-A6F1-FD2242070E5F}" srcOrd="0" destOrd="0" presId="urn:microsoft.com/office/officeart/2018/2/layout/IconLabelList"/>
    <dgm:cxn modelId="{5876E1C9-78D8-4143-A4E4-0379C061B4EB}" type="presParOf" srcId="{6386A82B-6C92-4313-81E2-8567CEE7C8D1}" destId="{182A1EDD-7A4B-44E7-BA67-36D183FA7635}" srcOrd="1" destOrd="0" presId="urn:microsoft.com/office/officeart/2018/2/layout/IconLabelList"/>
    <dgm:cxn modelId="{1D9DADC3-99EB-4287-8909-93AC2809C93D}" type="presParOf" srcId="{6386A82B-6C92-4313-81E2-8567CEE7C8D1}" destId="{100828E0-B844-49B5-875B-419E7BFE97AA}" srcOrd="2" destOrd="0" presId="urn:microsoft.com/office/officeart/2018/2/layout/IconLabelList"/>
    <dgm:cxn modelId="{BA838F34-E156-4E85-8EAC-7FB645482630}" type="presParOf" srcId="{8C6CF644-8176-40AD-A558-FC6A08F3E311}" destId="{85090702-C888-4838-8647-DEC36D646ADF}" srcOrd="1" destOrd="0" presId="urn:microsoft.com/office/officeart/2018/2/layout/IconLabelList"/>
    <dgm:cxn modelId="{366B3BDC-33B0-430D-8390-A3D3FA648259}" type="presParOf" srcId="{8C6CF644-8176-40AD-A558-FC6A08F3E311}" destId="{90F865C5-B193-46DD-972C-2E055C5E2251}" srcOrd="2" destOrd="0" presId="urn:microsoft.com/office/officeart/2018/2/layout/IconLabelList"/>
    <dgm:cxn modelId="{F8125385-0ADF-445D-8F2C-AE84195A4415}" type="presParOf" srcId="{90F865C5-B193-46DD-972C-2E055C5E2251}" destId="{9AD7358C-DC3A-4DE9-A001-36DD81A4F8B5}" srcOrd="0" destOrd="0" presId="urn:microsoft.com/office/officeart/2018/2/layout/IconLabelList"/>
    <dgm:cxn modelId="{7310E90C-5653-4CC8-A26B-499EA9BB2B77}" type="presParOf" srcId="{90F865C5-B193-46DD-972C-2E055C5E2251}" destId="{40C831BF-DDF9-495B-9DB6-45A3B2A7750B}" srcOrd="1" destOrd="0" presId="urn:microsoft.com/office/officeart/2018/2/layout/IconLabelList"/>
    <dgm:cxn modelId="{BDDEE1A3-2661-4A60-B0ED-8BA18EDB27EC}" type="presParOf" srcId="{90F865C5-B193-46DD-972C-2E055C5E2251}" destId="{A203188C-1A8D-44DC-AF80-85DD44487EFC}" srcOrd="2" destOrd="0" presId="urn:microsoft.com/office/officeart/2018/2/layout/IconLabelList"/>
    <dgm:cxn modelId="{E0FAD183-961F-41AB-8C7D-2029657F36C7}" type="presParOf" srcId="{8C6CF644-8176-40AD-A558-FC6A08F3E311}" destId="{F8BC55C6-77A3-4865-B9EC-948843F7D555}" srcOrd="3" destOrd="0" presId="urn:microsoft.com/office/officeart/2018/2/layout/IconLabelList"/>
    <dgm:cxn modelId="{5A766F86-3141-4E00-B8EE-9D49C1228A01}" type="presParOf" srcId="{8C6CF644-8176-40AD-A558-FC6A08F3E311}" destId="{91C0AC86-6F0A-499F-A6EB-43507117E004}" srcOrd="4" destOrd="0" presId="urn:microsoft.com/office/officeart/2018/2/layout/IconLabelList"/>
    <dgm:cxn modelId="{8BCB68CF-F379-4D5E-912A-962462676E90}" type="presParOf" srcId="{91C0AC86-6F0A-499F-A6EB-43507117E004}" destId="{A9F1523F-9A05-466C-8638-4C9DDDE4D17E}" srcOrd="0" destOrd="0" presId="urn:microsoft.com/office/officeart/2018/2/layout/IconLabelList"/>
    <dgm:cxn modelId="{6A20182E-A52B-4FA7-B22F-9DF7678F070A}" type="presParOf" srcId="{91C0AC86-6F0A-499F-A6EB-43507117E004}" destId="{971CD750-F1E7-42A0-948F-933CAD0FCEA4}" srcOrd="1" destOrd="0" presId="urn:microsoft.com/office/officeart/2018/2/layout/IconLabelList"/>
    <dgm:cxn modelId="{8AA4C1AF-41D8-4346-A516-7C1799C18FE9}" type="presParOf" srcId="{91C0AC86-6F0A-499F-A6EB-43507117E004}" destId="{8A202ED7-A583-484E-B68F-7F8A5471F9E9}" srcOrd="2" destOrd="0" presId="urn:microsoft.com/office/officeart/2018/2/layout/IconLabelList"/>
    <dgm:cxn modelId="{79693B58-F851-428A-A03E-9A1A8560590D}" type="presParOf" srcId="{8C6CF644-8176-40AD-A558-FC6A08F3E311}" destId="{3F642366-38EB-49C3-81FA-CFA97AA3380E}" srcOrd="5" destOrd="0" presId="urn:microsoft.com/office/officeart/2018/2/layout/IconLabelList"/>
    <dgm:cxn modelId="{517A8391-0473-4BC9-B5EB-86C3EB2E5AB7}" type="presParOf" srcId="{8C6CF644-8176-40AD-A558-FC6A08F3E311}" destId="{68E80578-B34D-4975-9D89-247D01C7AB1E}" srcOrd="6" destOrd="0" presId="urn:microsoft.com/office/officeart/2018/2/layout/IconLabelList"/>
    <dgm:cxn modelId="{D0911401-5766-4ADF-8EA1-12E44E299BCE}" type="presParOf" srcId="{68E80578-B34D-4975-9D89-247D01C7AB1E}" destId="{40343603-2184-446B-89FB-88BD5D2838A2}" srcOrd="0" destOrd="0" presId="urn:microsoft.com/office/officeart/2018/2/layout/IconLabelList"/>
    <dgm:cxn modelId="{2D93AF61-6F28-4378-89DF-9AECB1DA1B47}" type="presParOf" srcId="{68E80578-B34D-4975-9D89-247D01C7AB1E}" destId="{8D896898-58E7-45C6-80EF-5BED33C7CEE1}" srcOrd="1" destOrd="0" presId="urn:microsoft.com/office/officeart/2018/2/layout/IconLabelList"/>
    <dgm:cxn modelId="{F88E6153-C6CD-4237-8F3B-FDEC4BA8F450}" type="presParOf" srcId="{68E80578-B34D-4975-9D89-247D01C7AB1E}" destId="{186E4142-5283-490B-AD64-3A8928595002}" srcOrd="2" destOrd="0" presId="urn:microsoft.com/office/officeart/2018/2/layout/IconLabelList"/>
    <dgm:cxn modelId="{FA42A2A8-5802-438E-ADCB-1DA8E021E02A}" type="presParOf" srcId="{8C6CF644-8176-40AD-A558-FC6A08F3E311}" destId="{FF95B885-04A6-40DD-9551-D43C2D5AE353}" srcOrd="7" destOrd="0" presId="urn:microsoft.com/office/officeart/2018/2/layout/IconLabelList"/>
    <dgm:cxn modelId="{A89D2470-8D4E-4B7C-848D-DD761C82C516}" type="presParOf" srcId="{8C6CF644-8176-40AD-A558-FC6A08F3E311}" destId="{363A502D-AA88-40EE-94E7-7A06A8664011}" srcOrd="8" destOrd="0" presId="urn:microsoft.com/office/officeart/2018/2/layout/IconLabelList"/>
    <dgm:cxn modelId="{79C1DD67-2761-44C5-B0EA-E17106C56425}" type="presParOf" srcId="{363A502D-AA88-40EE-94E7-7A06A8664011}" destId="{AFDD04CF-C4D3-4DFB-B241-DE4D72B89F69}" srcOrd="0" destOrd="0" presId="urn:microsoft.com/office/officeart/2018/2/layout/IconLabelList"/>
    <dgm:cxn modelId="{A7351C7F-A9F1-43E7-B217-8700C3358E81}" type="presParOf" srcId="{363A502D-AA88-40EE-94E7-7A06A8664011}" destId="{337F5A60-AF9E-457E-944A-AFA2AECA27D2}" srcOrd="1" destOrd="0" presId="urn:microsoft.com/office/officeart/2018/2/layout/IconLabelList"/>
    <dgm:cxn modelId="{2B520F77-56E7-45D4-8EAA-F29E767C8C23}" type="presParOf" srcId="{363A502D-AA88-40EE-94E7-7A06A8664011}" destId="{7C30B39A-41D8-4087-B6E4-07E832426CF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F47818-5766-4508-BB47-52D9A72317A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7B1F7EC-00E6-4C4B-A740-D82320667DFA}">
      <dgm:prSet/>
      <dgm:spPr/>
      <dgm:t>
        <a:bodyPr/>
        <a:lstStyle/>
        <a:p>
          <a:r>
            <a:rPr lang="en-US"/>
            <a:t>Du har nu byggt ett komplett system där:</a:t>
          </a:r>
        </a:p>
      </dgm:t>
    </dgm:pt>
    <dgm:pt modelId="{130ECC3E-3D81-4EEB-9271-3C9A80AD2329}" type="parTrans" cxnId="{1BAC5ACA-3C96-4E7B-AB82-499A1BE8DDE7}">
      <dgm:prSet/>
      <dgm:spPr/>
      <dgm:t>
        <a:bodyPr/>
        <a:lstStyle/>
        <a:p>
          <a:endParaRPr lang="en-US"/>
        </a:p>
      </dgm:t>
    </dgm:pt>
    <dgm:pt modelId="{5FC30EBA-AD00-4804-BED7-8F2BD7CB65AD}" type="sibTrans" cxnId="{1BAC5ACA-3C96-4E7B-AB82-499A1BE8DDE7}">
      <dgm:prSet/>
      <dgm:spPr/>
      <dgm:t>
        <a:bodyPr/>
        <a:lstStyle/>
        <a:p>
          <a:endParaRPr lang="en-US"/>
        </a:p>
      </dgm:t>
    </dgm:pt>
    <dgm:pt modelId="{94A86B6A-E3A2-4BAA-BCA0-09E5F402D6D8}">
      <dgm:prSet/>
      <dgm:spPr/>
      <dgm:t>
        <a:bodyPr/>
        <a:lstStyle/>
        <a:p>
          <a:r>
            <a:rPr lang="en-US"/>
            <a:t>✅ </a:t>
          </a:r>
          <a:r>
            <a:rPr lang="en-US" b="1"/>
            <a:t>Nätverkstrafik lagras i SQL Server</a:t>
          </a:r>
          <a:endParaRPr lang="en-US"/>
        </a:p>
      </dgm:t>
    </dgm:pt>
    <dgm:pt modelId="{06047204-D216-4ED7-97BD-604E92174ED6}" type="parTrans" cxnId="{8FC0102F-196B-469B-9382-70B58D532FA7}">
      <dgm:prSet/>
      <dgm:spPr/>
      <dgm:t>
        <a:bodyPr/>
        <a:lstStyle/>
        <a:p>
          <a:endParaRPr lang="en-US"/>
        </a:p>
      </dgm:t>
    </dgm:pt>
    <dgm:pt modelId="{6DCD8AEC-1473-4C40-9F1D-E2C00C8AC40C}" type="sibTrans" cxnId="{8FC0102F-196B-469B-9382-70B58D532FA7}">
      <dgm:prSet/>
      <dgm:spPr/>
      <dgm:t>
        <a:bodyPr/>
        <a:lstStyle/>
        <a:p>
          <a:endParaRPr lang="en-US"/>
        </a:p>
      </dgm:t>
    </dgm:pt>
    <dgm:pt modelId="{69109001-034F-424C-847E-7546D9BCC195}">
      <dgm:prSet/>
      <dgm:spPr/>
      <dgm:t>
        <a:bodyPr/>
        <a:lstStyle/>
        <a:p>
          <a:r>
            <a:rPr lang="en-US"/>
            <a:t>✅ </a:t>
          </a:r>
          <a:r>
            <a:rPr lang="en-US" b="1"/>
            <a:t>En ML-modell är tränad</a:t>
          </a:r>
          <a:r>
            <a:rPr lang="en-US"/>
            <a:t> att känna igen attacker</a:t>
          </a:r>
        </a:p>
      </dgm:t>
    </dgm:pt>
    <dgm:pt modelId="{279E6FF2-499C-40AB-91BE-0B4D238532FD}" type="parTrans" cxnId="{AD57B1EC-EC7E-4B35-9BAD-09FF21C3FA78}">
      <dgm:prSet/>
      <dgm:spPr/>
      <dgm:t>
        <a:bodyPr/>
        <a:lstStyle/>
        <a:p>
          <a:endParaRPr lang="en-US"/>
        </a:p>
      </dgm:t>
    </dgm:pt>
    <dgm:pt modelId="{C6318F88-8B63-449F-8F39-49B003F7CED1}" type="sibTrans" cxnId="{AD57B1EC-EC7E-4B35-9BAD-09FF21C3FA78}">
      <dgm:prSet/>
      <dgm:spPr/>
      <dgm:t>
        <a:bodyPr/>
        <a:lstStyle/>
        <a:p>
          <a:endParaRPr lang="en-US"/>
        </a:p>
      </dgm:t>
    </dgm:pt>
    <dgm:pt modelId="{D48594C4-B0A1-4931-8891-C5AD21FC74A8}">
      <dgm:prSet/>
      <dgm:spPr/>
      <dgm:t>
        <a:bodyPr/>
        <a:lstStyle/>
        <a:p>
          <a:r>
            <a:rPr lang="en-US"/>
            <a:t>✅ </a:t>
          </a:r>
          <a:r>
            <a:rPr lang="en-US" b="1"/>
            <a:t>Ett automatiserat skript analyserar ny data</a:t>
          </a:r>
          <a:r>
            <a:rPr lang="en-US"/>
            <a:t> och sparar resultat</a:t>
          </a:r>
        </a:p>
      </dgm:t>
    </dgm:pt>
    <dgm:pt modelId="{2BA05970-3BEC-46CC-B30B-83627DF7114C}" type="parTrans" cxnId="{422D8CE5-3484-4F00-A1E2-CE0811FEC10F}">
      <dgm:prSet/>
      <dgm:spPr/>
      <dgm:t>
        <a:bodyPr/>
        <a:lstStyle/>
        <a:p>
          <a:endParaRPr lang="en-US"/>
        </a:p>
      </dgm:t>
    </dgm:pt>
    <dgm:pt modelId="{A45FDC99-43B5-4C57-9438-A842BF5C9162}" type="sibTrans" cxnId="{422D8CE5-3484-4F00-A1E2-CE0811FEC10F}">
      <dgm:prSet/>
      <dgm:spPr/>
      <dgm:t>
        <a:bodyPr/>
        <a:lstStyle/>
        <a:p>
          <a:endParaRPr lang="en-US"/>
        </a:p>
      </dgm:t>
    </dgm:pt>
    <dgm:pt modelId="{9EC543C4-3359-4989-AD22-DFF76C287271}">
      <dgm:prSet/>
      <dgm:spPr/>
      <dgm:t>
        <a:bodyPr/>
        <a:lstStyle/>
        <a:p>
          <a:r>
            <a:rPr lang="en-US"/>
            <a:t>✅ </a:t>
          </a:r>
          <a:r>
            <a:rPr lang="en-US" b="1"/>
            <a:t>Power BI visualiserar resultaten</a:t>
          </a:r>
          <a:r>
            <a:rPr lang="en-US"/>
            <a:t> i en interaktiv rapport</a:t>
          </a:r>
        </a:p>
      </dgm:t>
    </dgm:pt>
    <dgm:pt modelId="{D25BFFC2-58B8-41E6-81B8-80ED62B2EA1F}" type="parTrans" cxnId="{0FDB7B9A-AD9A-4973-989F-ED46BA2A9ED4}">
      <dgm:prSet/>
      <dgm:spPr/>
      <dgm:t>
        <a:bodyPr/>
        <a:lstStyle/>
        <a:p>
          <a:endParaRPr lang="en-US"/>
        </a:p>
      </dgm:t>
    </dgm:pt>
    <dgm:pt modelId="{C1500394-908E-420E-B303-5006A7817396}" type="sibTrans" cxnId="{0FDB7B9A-AD9A-4973-989F-ED46BA2A9ED4}">
      <dgm:prSet/>
      <dgm:spPr/>
      <dgm:t>
        <a:bodyPr/>
        <a:lstStyle/>
        <a:p>
          <a:endParaRPr lang="en-US"/>
        </a:p>
      </dgm:t>
    </dgm:pt>
    <dgm:pt modelId="{DF160864-806D-4033-B0F7-767446513948}" type="pres">
      <dgm:prSet presAssocID="{63F47818-5766-4508-BB47-52D9A72317AB}" presName="root" presStyleCnt="0">
        <dgm:presLayoutVars>
          <dgm:dir/>
          <dgm:resizeHandles val="exact"/>
        </dgm:presLayoutVars>
      </dgm:prSet>
      <dgm:spPr/>
    </dgm:pt>
    <dgm:pt modelId="{86484647-CE61-4A53-8535-E419B1CC7E23}" type="pres">
      <dgm:prSet presAssocID="{37B1F7EC-00E6-4C4B-A740-D82320667DFA}" presName="compNode" presStyleCnt="0"/>
      <dgm:spPr/>
    </dgm:pt>
    <dgm:pt modelId="{410EC154-50B9-4968-8063-1B8DD3C14D42}" type="pres">
      <dgm:prSet presAssocID="{37B1F7EC-00E6-4C4B-A740-D82320667DFA}" presName="bgRect" presStyleLbl="bgShp" presStyleIdx="0" presStyleCnt="5"/>
      <dgm:spPr/>
    </dgm:pt>
    <dgm:pt modelId="{E963A9F0-87C5-4C22-BC58-655BE1D351B3}" type="pres">
      <dgm:prSet presAssocID="{37B1F7EC-00E6-4C4B-A740-D82320667DF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ki"/>
        </a:ext>
      </dgm:extLst>
    </dgm:pt>
    <dgm:pt modelId="{4149BF2B-BE71-45A9-949B-6C45C775B89E}" type="pres">
      <dgm:prSet presAssocID="{37B1F7EC-00E6-4C4B-A740-D82320667DFA}" presName="spaceRect" presStyleCnt="0"/>
      <dgm:spPr/>
    </dgm:pt>
    <dgm:pt modelId="{C2768289-6527-47A0-BE79-8DE0F613CFEF}" type="pres">
      <dgm:prSet presAssocID="{37B1F7EC-00E6-4C4B-A740-D82320667DFA}" presName="parTx" presStyleLbl="revTx" presStyleIdx="0" presStyleCnt="5">
        <dgm:presLayoutVars>
          <dgm:chMax val="0"/>
          <dgm:chPref val="0"/>
        </dgm:presLayoutVars>
      </dgm:prSet>
      <dgm:spPr/>
    </dgm:pt>
    <dgm:pt modelId="{BBEE12C9-941A-4DA8-9A24-F57511A8B6DC}" type="pres">
      <dgm:prSet presAssocID="{5FC30EBA-AD00-4804-BED7-8F2BD7CB65AD}" presName="sibTrans" presStyleCnt="0"/>
      <dgm:spPr/>
    </dgm:pt>
    <dgm:pt modelId="{E5DD9C70-57D5-4968-B298-90FE2C830C45}" type="pres">
      <dgm:prSet presAssocID="{94A86B6A-E3A2-4BAA-BCA0-09E5F402D6D8}" presName="compNode" presStyleCnt="0"/>
      <dgm:spPr/>
    </dgm:pt>
    <dgm:pt modelId="{B79AAAED-4314-4847-BFB1-A12C945B92CF}" type="pres">
      <dgm:prSet presAssocID="{94A86B6A-E3A2-4BAA-BCA0-09E5F402D6D8}" presName="bgRect" presStyleLbl="bgShp" presStyleIdx="1" presStyleCnt="5"/>
      <dgm:spPr/>
    </dgm:pt>
    <dgm:pt modelId="{E574278E-3B83-40B3-8DB2-0B5FB515598D}" type="pres">
      <dgm:prSet presAssocID="{94A86B6A-E3A2-4BAA-BCA0-09E5F402D6D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
        </a:ext>
      </dgm:extLst>
    </dgm:pt>
    <dgm:pt modelId="{D4935898-8CF1-4EF5-AAD0-573BCB3A05BF}" type="pres">
      <dgm:prSet presAssocID="{94A86B6A-E3A2-4BAA-BCA0-09E5F402D6D8}" presName="spaceRect" presStyleCnt="0"/>
      <dgm:spPr/>
    </dgm:pt>
    <dgm:pt modelId="{8331D564-9F33-49B0-9DD0-5C9FCC15AB48}" type="pres">
      <dgm:prSet presAssocID="{94A86B6A-E3A2-4BAA-BCA0-09E5F402D6D8}" presName="parTx" presStyleLbl="revTx" presStyleIdx="1" presStyleCnt="5">
        <dgm:presLayoutVars>
          <dgm:chMax val="0"/>
          <dgm:chPref val="0"/>
        </dgm:presLayoutVars>
      </dgm:prSet>
      <dgm:spPr/>
    </dgm:pt>
    <dgm:pt modelId="{EE37E9A4-CC9F-4824-A316-79CEA3DF0946}" type="pres">
      <dgm:prSet presAssocID="{6DCD8AEC-1473-4C40-9F1D-E2C00C8AC40C}" presName="sibTrans" presStyleCnt="0"/>
      <dgm:spPr/>
    </dgm:pt>
    <dgm:pt modelId="{5CAAD6D9-B401-49CF-9334-DAE81BD30859}" type="pres">
      <dgm:prSet presAssocID="{69109001-034F-424C-847E-7546D9BCC195}" presName="compNode" presStyleCnt="0"/>
      <dgm:spPr/>
    </dgm:pt>
    <dgm:pt modelId="{32776ED9-4055-44E7-B218-0C082D66C552}" type="pres">
      <dgm:prSet presAssocID="{69109001-034F-424C-847E-7546D9BCC195}" presName="bgRect" presStyleLbl="bgShp" presStyleIdx="2" presStyleCnt="5"/>
      <dgm:spPr/>
    </dgm:pt>
    <dgm:pt modelId="{BDD2DE49-251B-4CED-99F3-E68384C01BD9}" type="pres">
      <dgm:prSet presAssocID="{69109001-034F-424C-847E-7546D9BCC19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rånkopplad"/>
        </a:ext>
      </dgm:extLst>
    </dgm:pt>
    <dgm:pt modelId="{99E43207-16A7-40D1-8D46-FCD1275075D4}" type="pres">
      <dgm:prSet presAssocID="{69109001-034F-424C-847E-7546D9BCC195}" presName="spaceRect" presStyleCnt="0"/>
      <dgm:spPr/>
    </dgm:pt>
    <dgm:pt modelId="{16DF86C4-64CE-40B9-9B5D-5457641876F3}" type="pres">
      <dgm:prSet presAssocID="{69109001-034F-424C-847E-7546D9BCC195}" presName="parTx" presStyleLbl="revTx" presStyleIdx="2" presStyleCnt="5">
        <dgm:presLayoutVars>
          <dgm:chMax val="0"/>
          <dgm:chPref val="0"/>
        </dgm:presLayoutVars>
      </dgm:prSet>
      <dgm:spPr/>
    </dgm:pt>
    <dgm:pt modelId="{1F6BF9C3-90D7-4754-872B-D748D87A17EE}" type="pres">
      <dgm:prSet presAssocID="{C6318F88-8B63-449F-8F39-49B003F7CED1}" presName="sibTrans" presStyleCnt="0"/>
      <dgm:spPr/>
    </dgm:pt>
    <dgm:pt modelId="{C09D306C-DC81-415F-9DC4-8EC4B43E9DE1}" type="pres">
      <dgm:prSet presAssocID="{D48594C4-B0A1-4931-8891-C5AD21FC74A8}" presName="compNode" presStyleCnt="0"/>
      <dgm:spPr/>
    </dgm:pt>
    <dgm:pt modelId="{649B580F-C166-4AB2-944D-13C00F7EA217}" type="pres">
      <dgm:prSet presAssocID="{D48594C4-B0A1-4931-8891-C5AD21FC74A8}" presName="bgRect" presStyleLbl="bgShp" presStyleIdx="3" presStyleCnt="5"/>
      <dgm:spPr/>
    </dgm:pt>
    <dgm:pt modelId="{670FB3B6-999C-411C-8633-DCF453B39CE9}" type="pres">
      <dgm:prSet presAssocID="{D48594C4-B0A1-4931-8891-C5AD21FC74A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14102663-C588-429A-91F7-54FA2E4B6168}" type="pres">
      <dgm:prSet presAssocID="{D48594C4-B0A1-4931-8891-C5AD21FC74A8}" presName="spaceRect" presStyleCnt="0"/>
      <dgm:spPr/>
    </dgm:pt>
    <dgm:pt modelId="{6C47A775-1DEE-4DEC-A78E-29E65E9E52E5}" type="pres">
      <dgm:prSet presAssocID="{D48594C4-B0A1-4931-8891-C5AD21FC74A8}" presName="parTx" presStyleLbl="revTx" presStyleIdx="3" presStyleCnt="5">
        <dgm:presLayoutVars>
          <dgm:chMax val="0"/>
          <dgm:chPref val="0"/>
        </dgm:presLayoutVars>
      </dgm:prSet>
      <dgm:spPr/>
    </dgm:pt>
    <dgm:pt modelId="{5FE6401E-5213-4B68-85F5-3A5660AFD09A}" type="pres">
      <dgm:prSet presAssocID="{A45FDC99-43B5-4C57-9438-A842BF5C9162}" presName="sibTrans" presStyleCnt="0"/>
      <dgm:spPr/>
    </dgm:pt>
    <dgm:pt modelId="{D9BA7E64-B610-4BF0-9E10-DA7A708D8628}" type="pres">
      <dgm:prSet presAssocID="{9EC543C4-3359-4989-AD22-DFF76C287271}" presName="compNode" presStyleCnt="0"/>
      <dgm:spPr/>
    </dgm:pt>
    <dgm:pt modelId="{DE895BE2-F745-4808-9ACE-A52394FE60E9}" type="pres">
      <dgm:prSet presAssocID="{9EC543C4-3359-4989-AD22-DFF76C287271}" presName="bgRect" presStyleLbl="bgShp" presStyleIdx="4" presStyleCnt="5"/>
      <dgm:spPr/>
    </dgm:pt>
    <dgm:pt modelId="{8300F998-1622-4B46-9DA0-01517AB909F8}" type="pres">
      <dgm:prSet presAssocID="{9EC543C4-3359-4989-AD22-DFF76C28727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pward trend"/>
        </a:ext>
      </dgm:extLst>
    </dgm:pt>
    <dgm:pt modelId="{9E9B32F8-8A77-488D-AAB6-8E876DF40797}" type="pres">
      <dgm:prSet presAssocID="{9EC543C4-3359-4989-AD22-DFF76C287271}" presName="spaceRect" presStyleCnt="0"/>
      <dgm:spPr/>
    </dgm:pt>
    <dgm:pt modelId="{FE85A164-98D4-42AF-BA30-599E6E9E14EE}" type="pres">
      <dgm:prSet presAssocID="{9EC543C4-3359-4989-AD22-DFF76C287271}" presName="parTx" presStyleLbl="revTx" presStyleIdx="4" presStyleCnt="5">
        <dgm:presLayoutVars>
          <dgm:chMax val="0"/>
          <dgm:chPref val="0"/>
        </dgm:presLayoutVars>
      </dgm:prSet>
      <dgm:spPr/>
    </dgm:pt>
  </dgm:ptLst>
  <dgm:cxnLst>
    <dgm:cxn modelId="{A010620A-4A48-49CA-AE38-98ED35F7B8D2}" type="presOf" srcId="{D48594C4-B0A1-4931-8891-C5AD21FC74A8}" destId="{6C47A775-1DEE-4DEC-A78E-29E65E9E52E5}" srcOrd="0" destOrd="0" presId="urn:microsoft.com/office/officeart/2018/2/layout/IconVerticalSolidList"/>
    <dgm:cxn modelId="{8FC0102F-196B-469B-9382-70B58D532FA7}" srcId="{63F47818-5766-4508-BB47-52D9A72317AB}" destId="{94A86B6A-E3A2-4BAA-BCA0-09E5F402D6D8}" srcOrd="1" destOrd="0" parTransId="{06047204-D216-4ED7-97BD-604E92174ED6}" sibTransId="{6DCD8AEC-1473-4C40-9F1D-E2C00C8AC40C}"/>
    <dgm:cxn modelId="{E8236537-7ACE-48AF-8A67-40DA6F557395}" type="presOf" srcId="{94A86B6A-E3A2-4BAA-BCA0-09E5F402D6D8}" destId="{8331D564-9F33-49B0-9DD0-5C9FCC15AB48}" srcOrd="0" destOrd="0" presId="urn:microsoft.com/office/officeart/2018/2/layout/IconVerticalSolidList"/>
    <dgm:cxn modelId="{C9DF273D-ED4A-40B8-B062-3956A49E82F0}" type="presOf" srcId="{63F47818-5766-4508-BB47-52D9A72317AB}" destId="{DF160864-806D-4033-B0F7-767446513948}" srcOrd="0" destOrd="0" presId="urn:microsoft.com/office/officeart/2018/2/layout/IconVerticalSolidList"/>
    <dgm:cxn modelId="{07661287-9578-4229-9415-A258A322D3B5}" type="presOf" srcId="{9EC543C4-3359-4989-AD22-DFF76C287271}" destId="{FE85A164-98D4-42AF-BA30-599E6E9E14EE}" srcOrd="0" destOrd="0" presId="urn:microsoft.com/office/officeart/2018/2/layout/IconVerticalSolidList"/>
    <dgm:cxn modelId="{0FDB7B9A-AD9A-4973-989F-ED46BA2A9ED4}" srcId="{63F47818-5766-4508-BB47-52D9A72317AB}" destId="{9EC543C4-3359-4989-AD22-DFF76C287271}" srcOrd="4" destOrd="0" parTransId="{D25BFFC2-58B8-41E6-81B8-80ED62B2EA1F}" sibTransId="{C1500394-908E-420E-B303-5006A7817396}"/>
    <dgm:cxn modelId="{3E1D5CB2-757C-414E-BE39-AEBC51185050}" type="presOf" srcId="{37B1F7EC-00E6-4C4B-A740-D82320667DFA}" destId="{C2768289-6527-47A0-BE79-8DE0F613CFEF}" srcOrd="0" destOrd="0" presId="urn:microsoft.com/office/officeart/2018/2/layout/IconVerticalSolidList"/>
    <dgm:cxn modelId="{90FB2FB4-9FC5-4332-BCB7-2C29EC49E9A4}" type="presOf" srcId="{69109001-034F-424C-847E-7546D9BCC195}" destId="{16DF86C4-64CE-40B9-9B5D-5457641876F3}" srcOrd="0" destOrd="0" presId="urn:microsoft.com/office/officeart/2018/2/layout/IconVerticalSolidList"/>
    <dgm:cxn modelId="{1BAC5ACA-3C96-4E7B-AB82-499A1BE8DDE7}" srcId="{63F47818-5766-4508-BB47-52D9A72317AB}" destId="{37B1F7EC-00E6-4C4B-A740-D82320667DFA}" srcOrd="0" destOrd="0" parTransId="{130ECC3E-3D81-4EEB-9271-3C9A80AD2329}" sibTransId="{5FC30EBA-AD00-4804-BED7-8F2BD7CB65AD}"/>
    <dgm:cxn modelId="{422D8CE5-3484-4F00-A1E2-CE0811FEC10F}" srcId="{63F47818-5766-4508-BB47-52D9A72317AB}" destId="{D48594C4-B0A1-4931-8891-C5AD21FC74A8}" srcOrd="3" destOrd="0" parTransId="{2BA05970-3BEC-46CC-B30B-83627DF7114C}" sibTransId="{A45FDC99-43B5-4C57-9438-A842BF5C9162}"/>
    <dgm:cxn modelId="{AD57B1EC-EC7E-4B35-9BAD-09FF21C3FA78}" srcId="{63F47818-5766-4508-BB47-52D9A72317AB}" destId="{69109001-034F-424C-847E-7546D9BCC195}" srcOrd="2" destOrd="0" parTransId="{279E6FF2-499C-40AB-91BE-0B4D238532FD}" sibTransId="{C6318F88-8B63-449F-8F39-49B003F7CED1}"/>
    <dgm:cxn modelId="{8C4F1982-688B-4B42-8984-4BD8D23C635D}" type="presParOf" srcId="{DF160864-806D-4033-B0F7-767446513948}" destId="{86484647-CE61-4A53-8535-E419B1CC7E23}" srcOrd="0" destOrd="0" presId="urn:microsoft.com/office/officeart/2018/2/layout/IconVerticalSolidList"/>
    <dgm:cxn modelId="{7D841455-4354-4C0D-9686-685B50A9B4DC}" type="presParOf" srcId="{86484647-CE61-4A53-8535-E419B1CC7E23}" destId="{410EC154-50B9-4968-8063-1B8DD3C14D42}" srcOrd="0" destOrd="0" presId="urn:microsoft.com/office/officeart/2018/2/layout/IconVerticalSolidList"/>
    <dgm:cxn modelId="{5AA406A1-B963-41CD-83E5-908ECD784821}" type="presParOf" srcId="{86484647-CE61-4A53-8535-E419B1CC7E23}" destId="{E963A9F0-87C5-4C22-BC58-655BE1D351B3}" srcOrd="1" destOrd="0" presId="urn:microsoft.com/office/officeart/2018/2/layout/IconVerticalSolidList"/>
    <dgm:cxn modelId="{201B1573-40F6-4F33-823C-EEADD8073C7A}" type="presParOf" srcId="{86484647-CE61-4A53-8535-E419B1CC7E23}" destId="{4149BF2B-BE71-45A9-949B-6C45C775B89E}" srcOrd="2" destOrd="0" presId="urn:microsoft.com/office/officeart/2018/2/layout/IconVerticalSolidList"/>
    <dgm:cxn modelId="{C6325E0C-E325-4772-A65F-A08FFB11C24B}" type="presParOf" srcId="{86484647-CE61-4A53-8535-E419B1CC7E23}" destId="{C2768289-6527-47A0-BE79-8DE0F613CFEF}" srcOrd="3" destOrd="0" presId="urn:microsoft.com/office/officeart/2018/2/layout/IconVerticalSolidList"/>
    <dgm:cxn modelId="{09D7AAD4-A788-427D-952C-DA1359D5C12B}" type="presParOf" srcId="{DF160864-806D-4033-B0F7-767446513948}" destId="{BBEE12C9-941A-4DA8-9A24-F57511A8B6DC}" srcOrd="1" destOrd="0" presId="urn:microsoft.com/office/officeart/2018/2/layout/IconVerticalSolidList"/>
    <dgm:cxn modelId="{B7C7EA9E-00D7-4021-86AE-DAA3B0F97B38}" type="presParOf" srcId="{DF160864-806D-4033-B0F7-767446513948}" destId="{E5DD9C70-57D5-4968-B298-90FE2C830C45}" srcOrd="2" destOrd="0" presId="urn:microsoft.com/office/officeart/2018/2/layout/IconVerticalSolidList"/>
    <dgm:cxn modelId="{B05331CA-757C-4C86-BD4F-9D70B33B6A0E}" type="presParOf" srcId="{E5DD9C70-57D5-4968-B298-90FE2C830C45}" destId="{B79AAAED-4314-4847-BFB1-A12C945B92CF}" srcOrd="0" destOrd="0" presId="urn:microsoft.com/office/officeart/2018/2/layout/IconVerticalSolidList"/>
    <dgm:cxn modelId="{69AA01B6-E4BF-4C7A-95A6-C019133FDB58}" type="presParOf" srcId="{E5DD9C70-57D5-4968-B298-90FE2C830C45}" destId="{E574278E-3B83-40B3-8DB2-0B5FB515598D}" srcOrd="1" destOrd="0" presId="urn:microsoft.com/office/officeart/2018/2/layout/IconVerticalSolidList"/>
    <dgm:cxn modelId="{85CE81A9-655A-4CB7-AA34-D5C9B4C0AD81}" type="presParOf" srcId="{E5DD9C70-57D5-4968-B298-90FE2C830C45}" destId="{D4935898-8CF1-4EF5-AAD0-573BCB3A05BF}" srcOrd="2" destOrd="0" presId="urn:microsoft.com/office/officeart/2018/2/layout/IconVerticalSolidList"/>
    <dgm:cxn modelId="{CB0A750E-B527-452E-9D49-543DA3A5B28E}" type="presParOf" srcId="{E5DD9C70-57D5-4968-B298-90FE2C830C45}" destId="{8331D564-9F33-49B0-9DD0-5C9FCC15AB48}" srcOrd="3" destOrd="0" presId="urn:microsoft.com/office/officeart/2018/2/layout/IconVerticalSolidList"/>
    <dgm:cxn modelId="{7DCDC428-AF39-4CD3-8BB5-A096BADD5ACC}" type="presParOf" srcId="{DF160864-806D-4033-B0F7-767446513948}" destId="{EE37E9A4-CC9F-4824-A316-79CEA3DF0946}" srcOrd="3" destOrd="0" presId="urn:microsoft.com/office/officeart/2018/2/layout/IconVerticalSolidList"/>
    <dgm:cxn modelId="{93951643-BD1A-44E3-BA1E-3977AC22CB1D}" type="presParOf" srcId="{DF160864-806D-4033-B0F7-767446513948}" destId="{5CAAD6D9-B401-49CF-9334-DAE81BD30859}" srcOrd="4" destOrd="0" presId="urn:microsoft.com/office/officeart/2018/2/layout/IconVerticalSolidList"/>
    <dgm:cxn modelId="{B4B1D1E2-57F5-4E78-A24D-02E42D03A691}" type="presParOf" srcId="{5CAAD6D9-B401-49CF-9334-DAE81BD30859}" destId="{32776ED9-4055-44E7-B218-0C082D66C552}" srcOrd="0" destOrd="0" presId="urn:microsoft.com/office/officeart/2018/2/layout/IconVerticalSolidList"/>
    <dgm:cxn modelId="{D5A38C06-AAFF-4D19-8AFD-2C4D293CBA2D}" type="presParOf" srcId="{5CAAD6D9-B401-49CF-9334-DAE81BD30859}" destId="{BDD2DE49-251B-4CED-99F3-E68384C01BD9}" srcOrd="1" destOrd="0" presId="urn:microsoft.com/office/officeart/2018/2/layout/IconVerticalSolidList"/>
    <dgm:cxn modelId="{BB1B19C7-99D2-43F4-8F00-F433BB35D926}" type="presParOf" srcId="{5CAAD6D9-B401-49CF-9334-DAE81BD30859}" destId="{99E43207-16A7-40D1-8D46-FCD1275075D4}" srcOrd="2" destOrd="0" presId="urn:microsoft.com/office/officeart/2018/2/layout/IconVerticalSolidList"/>
    <dgm:cxn modelId="{A86B5EC7-C36E-4FCA-BD05-8040ADC0A6EA}" type="presParOf" srcId="{5CAAD6D9-B401-49CF-9334-DAE81BD30859}" destId="{16DF86C4-64CE-40B9-9B5D-5457641876F3}" srcOrd="3" destOrd="0" presId="urn:microsoft.com/office/officeart/2018/2/layout/IconVerticalSolidList"/>
    <dgm:cxn modelId="{20C5A6A8-611F-4C15-8A97-6E4CA6B0969E}" type="presParOf" srcId="{DF160864-806D-4033-B0F7-767446513948}" destId="{1F6BF9C3-90D7-4754-872B-D748D87A17EE}" srcOrd="5" destOrd="0" presId="urn:microsoft.com/office/officeart/2018/2/layout/IconVerticalSolidList"/>
    <dgm:cxn modelId="{B967EDC6-8636-4491-8421-F1B0C4CB57FE}" type="presParOf" srcId="{DF160864-806D-4033-B0F7-767446513948}" destId="{C09D306C-DC81-415F-9DC4-8EC4B43E9DE1}" srcOrd="6" destOrd="0" presId="urn:microsoft.com/office/officeart/2018/2/layout/IconVerticalSolidList"/>
    <dgm:cxn modelId="{8BAB6FE0-EF5A-4E8C-A9DB-A323EB1A3C73}" type="presParOf" srcId="{C09D306C-DC81-415F-9DC4-8EC4B43E9DE1}" destId="{649B580F-C166-4AB2-944D-13C00F7EA217}" srcOrd="0" destOrd="0" presId="urn:microsoft.com/office/officeart/2018/2/layout/IconVerticalSolidList"/>
    <dgm:cxn modelId="{686B6961-4635-4726-88FC-FDD38A32EC60}" type="presParOf" srcId="{C09D306C-DC81-415F-9DC4-8EC4B43E9DE1}" destId="{670FB3B6-999C-411C-8633-DCF453B39CE9}" srcOrd="1" destOrd="0" presId="urn:microsoft.com/office/officeart/2018/2/layout/IconVerticalSolidList"/>
    <dgm:cxn modelId="{F2592BA0-F18C-4693-B7E7-F894E5A8BC61}" type="presParOf" srcId="{C09D306C-DC81-415F-9DC4-8EC4B43E9DE1}" destId="{14102663-C588-429A-91F7-54FA2E4B6168}" srcOrd="2" destOrd="0" presId="urn:microsoft.com/office/officeart/2018/2/layout/IconVerticalSolidList"/>
    <dgm:cxn modelId="{048CD31D-77D3-4EB2-AE4B-4946EF65BE68}" type="presParOf" srcId="{C09D306C-DC81-415F-9DC4-8EC4B43E9DE1}" destId="{6C47A775-1DEE-4DEC-A78E-29E65E9E52E5}" srcOrd="3" destOrd="0" presId="urn:microsoft.com/office/officeart/2018/2/layout/IconVerticalSolidList"/>
    <dgm:cxn modelId="{FDA4C551-E5A9-4058-91EE-3DB656B9C0D0}" type="presParOf" srcId="{DF160864-806D-4033-B0F7-767446513948}" destId="{5FE6401E-5213-4B68-85F5-3A5660AFD09A}" srcOrd="7" destOrd="0" presId="urn:microsoft.com/office/officeart/2018/2/layout/IconVerticalSolidList"/>
    <dgm:cxn modelId="{0997E981-35FC-49CF-A2E1-3ED3440B59E1}" type="presParOf" srcId="{DF160864-806D-4033-B0F7-767446513948}" destId="{D9BA7E64-B610-4BF0-9E10-DA7A708D8628}" srcOrd="8" destOrd="0" presId="urn:microsoft.com/office/officeart/2018/2/layout/IconVerticalSolidList"/>
    <dgm:cxn modelId="{AF48A327-1BB4-4CE7-8BD9-2F39FEB47D8B}" type="presParOf" srcId="{D9BA7E64-B610-4BF0-9E10-DA7A708D8628}" destId="{DE895BE2-F745-4808-9ACE-A52394FE60E9}" srcOrd="0" destOrd="0" presId="urn:microsoft.com/office/officeart/2018/2/layout/IconVerticalSolidList"/>
    <dgm:cxn modelId="{C02D5D9B-AC25-433A-8952-F497552C8F73}" type="presParOf" srcId="{D9BA7E64-B610-4BF0-9E10-DA7A708D8628}" destId="{8300F998-1622-4B46-9DA0-01517AB909F8}" srcOrd="1" destOrd="0" presId="urn:microsoft.com/office/officeart/2018/2/layout/IconVerticalSolidList"/>
    <dgm:cxn modelId="{05210B60-3166-4E3E-82EA-13AB2839764A}" type="presParOf" srcId="{D9BA7E64-B610-4BF0-9E10-DA7A708D8628}" destId="{9E9B32F8-8A77-488D-AAB6-8E876DF40797}" srcOrd="2" destOrd="0" presId="urn:microsoft.com/office/officeart/2018/2/layout/IconVerticalSolidList"/>
    <dgm:cxn modelId="{9017AEE1-53AE-4765-BA0D-9649A6BE835B}" type="presParOf" srcId="{D9BA7E64-B610-4BF0-9E10-DA7A708D8628}" destId="{FE85A164-98D4-42AF-BA30-599E6E9E14E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B01CB1-2869-43BF-AE01-4744B6F8B1B7}">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F938BF-81E2-4CE6-ADBD-60405A1BE3D7}">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Skapa en databas för att lagra nätverkstrafik och ML-resultat</a:t>
          </a:r>
        </a:p>
      </dsp:txBody>
      <dsp:txXfrm>
        <a:off x="100682" y="2427484"/>
        <a:ext cx="2370489" cy="720000"/>
      </dsp:txXfrm>
    </dsp:sp>
    <dsp:sp modelId="{E270EB45-EBEF-4D8D-A0A4-5A012059ACD5}">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6AB423-38AC-4641-B384-824047E25687}">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Träna en ML-modell som kan skilja mellan normal och skadlig trafik</a:t>
          </a:r>
        </a:p>
      </dsp:txBody>
      <dsp:txXfrm>
        <a:off x="2886007" y="2427484"/>
        <a:ext cx="2370489" cy="720000"/>
      </dsp:txXfrm>
    </dsp:sp>
    <dsp:sp modelId="{7D78AD79-A160-4E59-A74C-A12FF1C6463F}">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E2EE9B-3C86-449E-94F8-B8E65E10EC02}">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Automatisera analysen av ny data</a:t>
          </a:r>
        </a:p>
      </dsp:txBody>
      <dsp:txXfrm>
        <a:off x="5671332" y="2427484"/>
        <a:ext cx="2370489" cy="720000"/>
      </dsp:txXfrm>
    </dsp:sp>
    <dsp:sp modelId="{D9F92242-1E4A-473B-B042-7D91D62275F5}">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6AA7D7-50AA-4B63-9766-47F37CCF98C3}">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Visualisera resultaten i en användarvänlig rapport</a:t>
          </a:r>
        </a:p>
      </dsp:txBody>
      <dsp:txXfrm>
        <a:off x="8456657" y="2427484"/>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779DED-F232-48C2-A6F1-FD2242070E5F}">
      <dsp:nvSpPr>
        <dsp:cNvPr id="0" name=""/>
        <dsp:cNvSpPr/>
      </dsp:nvSpPr>
      <dsp:spPr>
        <a:xfrm>
          <a:off x="828914" y="119628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0828E0-B844-49B5-875B-419E7BFE97AA}">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Skriva och redigera din Python-kod</a:t>
          </a:r>
        </a:p>
      </dsp:txBody>
      <dsp:txXfrm>
        <a:off x="333914" y="2276522"/>
        <a:ext cx="1800000" cy="720000"/>
      </dsp:txXfrm>
    </dsp:sp>
    <dsp:sp modelId="{9AD7358C-DC3A-4DE9-A001-36DD81A4F8B5}">
      <dsp:nvSpPr>
        <dsp:cNvPr id="0" name=""/>
        <dsp:cNvSpPr/>
      </dsp:nvSpPr>
      <dsp:spPr>
        <a:xfrm>
          <a:off x="2943914" y="119628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03188C-1A8D-44DC-AF80-85DD44487EFC}">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Se koden i färg (så det blir lättare att läsa)</a:t>
          </a:r>
        </a:p>
      </dsp:txBody>
      <dsp:txXfrm>
        <a:off x="2448914" y="2276522"/>
        <a:ext cx="1800000" cy="720000"/>
      </dsp:txXfrm>
    </dsp:sp>
    <dsp:sp modelId="{A9F1523F-9A05-466C-8638-4C9DDDE4D17E}">
      <dsp:nvSpPr>
        <dsp:cNvPr id="0" name=""/>
        <dsp:cNvSpPr/>
      </dsp:nvSpPr>
      <dsp:spPr>
        <a:xfrm>
          <a:off x="5058914" y="11962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202ED7-A583-484E-B68F-7F8A5471F9E9}">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Få förslag på vad du ska skriva härnäst</a:t>
          </a:r>
        </a:p>
      </dsp:txBody>
      <dsp:txXfrm>
        <a:off x="4563914" y="2276522"/>
        <a:ext cx="1800000" cy="720000"/>
      </dsp:txXfrm>
    </dsp:sp>
    <dsp:sp modelId="{40343603-2184-446B-89FB-88BD5D2838A2}">
      <dsp:nvSpPr>
        <dsp:cNvPr id="0" name=""/>
        <dsp:cNvSpPr/>
      </dsp:nvSpPr>
      <dsp:spPr>
        <a:xfrm>
          <a:off x="7173914" y="119628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6E4142-5283-490B-AD64-3A8928595002}">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Upptäcka fel innan du kör koden</a:t>
          </a:r>
        </a:p>
      </dsp:txBody>
      <dsp:txXfrm>
        <a:off x="6678914" y="2276522"/>
        <a:ext cx="1800000" cy="720000"/>
      </dsp:txXfrm>
    </dsp:sp>
    <dsp:sp modelId="{AFDD04CF-C4D3-4DFB-B241-DE4D72B89F69}">
      <dsp:nvSpPr>
        <dsp:cNvPr id="0" name=""/>
        <dsp:cNvSpPr/>
      </dsp:nvSpPr>
      <dsp:spPr>
        <a:xfrm>
          <a:off x="9288914" y="119628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30B39A-41D8-4087-B6E4-07E832426CFE}">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Köra dina Python-skript med en knapptryckning</a:t>
          </a:r>
        </a:p>
      </dsp:txBody>
      <dsp:txXfrm>
        <a:off x="8793914" y="2276522"/>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0EC154-50B9-4968-8063-1B8DD3C14D42}">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63A9F0-87C5-4C22-BC58-655BE1D351B3}">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768289-6527-47A0-BE79-8DE0F613CFEF}">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Du har nu byggt ett komplett system där:</a:t>
          </a:r>
        </a:p>
      </dsp:txBody>
      <dsp:txXfrm>
        <a:off x="1059754" y="4307"/>
        <a:ext cx="5304469" cy="917536"/>
      </dsp:txXfrm>
    </dsp:sp>
    <dsp:sp modelId="{B79AAAED-4314-4847-BFB1-A12C945B92CF}">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74278E-3B83-40B3-8DB2-0B5FB515598D}">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31D564-9F33-49B0-9DD0-5C9FCC15AB48}">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 </a:t>
          </a:r>
          <a:r>
            <a:rPr lang="en-US" sz="1900" b="1" kern="1200"/>
            <a:t>Nätverkstrafik lagras i SQL Server</a:t>
          </a:r>
          <a:endParaRPr lang="en-US" sz="1900" kern="1200"/>
        </a:p>
      </dsp:txBody>
      <dsp:txXfrm>
        <a:off x="1059754" y="1151227"/>
        <a:ext cx="5304469" cy="917536"/>
      </dsp:txXfrm>
    </dsp:sp>
    <dsp:sp modelId="{32776ED9-4055-44E7-B218-0C082D66C552}">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D2DE49-251B-4CED-99F3-E68384C01BD9}">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DF86C4-64CE-40B9-9B5D-5457641876F3}">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 </a:t>
          </a:r>
          <a:r>
            <a:rPr lang="en-US" sz="1900" b="1" kern="1200"/>
            <a:t>En ML-modell är tränad</a:t>
          </a:r>
          <a:r>
            <a:rPr lang="en-US" sz="1900" kern="1200"/>
            <a:t> att känna igen attacker</a:t>
          </a:r>
        </a:p>
      </dsp:txBody>
      <dsp:txXfrm>
        <a:off x="1059754" y="2298147"/>
        <a:ext cx="5304469" cy="917536"/>
      </dsp:txXfrm>
    </dsp:sp>
    <dsp:sp modelId="{649B580F-C166-4AB2-944D-13C00F7EA217}">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0FB3B6-999C-411C-8633-DCF453B39CE9}">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7A775-1DEE-4DEC-A78E-29E65E9E52E5}">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 </a:t>
          </a:r>
          <a:r>
            <a:rPr lang="en-US" sz="1900" b="1" kern="1200"/>
            <a:t>Ett automatiserat skript analyserar ny data</a:t>
          </a:r>
          <a:r>
            <a:rPr lang="en-US" sz="1900" kern="1200"/>
            <a:t> och sparar resultat</a:t>
          </a:r>
        </a:p>
      </dsp:txBody>
      <dsp:txXfrm>
        <a:off x="1059754" y="3445068"/>
        <a:ext cx="5304469" cy="917536"/>
      </dsp:txXfrm>
    </dsp:sp>
    <dsp:sp modelId="{DE895BE2-F745-4808-9ACE-A52394FE60E9}">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00F998-1622-4B46-9DA0-01517AB909F8}">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85A164-98D4-42AF-BA30-599E6E9E14EE}">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 </a:t>
          </a:r>
          <a:r>
            <a:rPr lang="en-US" sz="1900" b="1" kern="1200"/>
            <a:t>Power BI visualiserar resultaten</a:t>
          </a:r>
          <a:r>
            <a:rPr lang="en-US" sz="1900" kern="1200"/>
            <a:t> i en interaktiv rapport</a:t>
          </a:r>
        </a:p>
      </dsp:txBody>
      <dsp:txXfrm>
        <a:off x="1059754" y="4591988"/>
        <a:ext cx="5304469" cy="91753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1524000" y="1122363"/>
            <a:ext cx="9144000" cy="2387600"/>
          </a:xfrm>
        </p:spPr>
        <p:txBody>
          <a:bodyPr anchor="b"/>
          <a:lstStyle>
            <a:lvl1pPr algn="ctr">
              <a:defRPr sz="6000"/>
            </a:lvl1pPr>
          </a:lstStyle>
          <a:p>
            <a:r>
              <a:rPr lang="sv-SE"/>
              <a:t>Klicka här för att ändra format</a:t>
            </a:r>
          </a:p>
        </p:txBody>
      </p:sp>
      <p:sp>
        <p:nvSpPr>
          <p:cNvPr id="3" name="Underrubri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2026-03-09</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784422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2026-03-09</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1322720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831850" y="1709738"/>
            <a:ext cx="10515600" cy="2852737"/>
          </a:xfrm>
        </p:spPr>
        <p:txBody>
          <a:bodyPr anchor="b"/>
          <a:lstStyle>
            <a:lvl1pPr>
              <a:defRPr sz="6000"/>
            </a:lvl1pPr>
          </a:lstStyle>
          <a:p>
            <a:r>
              <a:rPr lang="sv-SE"/>
              <a:t>Klicka här för att ändra format</a:t>
            </a:r>
          </a:p>
        </p:txBody>
      </p:sp>
      <p:sp>
        <p:nvSpPr>
          <p:cNvPr id="3" name="Platshållare för text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2026-03-09</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4186728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2026-03-09</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59236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839788" y="365125"/>
            <a:ext cx="10515600" cy="1325563"/>
          </a:xfrm>
        </p:spPr>
        <p:txBody>
          <a:bodyPr/>
          <a:lstStyle/>
          <a:p>
            <a:r>
              <a:rPr lang="sv-SE"/>
              <a:t>Klicka här för att ändra format</a:t>
            </a:r>
          </a:p>
        </p:txBody>
      </p:sp>
      <p:sp>
        <p:nvSpPr>
          <p:cNvPr id="3" name="Platshållare för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1560A13A-DB3F-4AD5-B6AF-BDA0278A0A39}" type="datetimeFigureOut">
              <a:rPr lang="sv-SE" smtClean="0"/>
              <a:t>2026-03-09</a:t>
            </a:fld>
            <a:endParaRPr lang="sv-SE"/>
          </a:p>
        </p:txBody>
      </p:sp>
      <p:sp>
        <p:nvSpPr>
          <p:cNvPr id="8" name="Platshållare för sidfot 7"/>
          <p:cNvSpPr>
            <a:spLocks noGrp="1"/>
          </p:cNvSpPr>
          <p:nvPr>
            <p:ph type="ftr" sz="quarter" idx="11"/>
          </p:nvPr>
        </p:nvSpPr>
        <p:spPr/>
        <p:txBody>
          <a:bodyPr/>
          <a:lstStyle/>
          <a:p>
            <a:endParaRPr lang="sv-SE"/>
          </a:p>
        </p:txBody>
      </p:sp>
      <p:sp>
        <p:nvSpPr>
          <p:cNvPr id="9" name="Platshållare för bildnummer 8"/>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277650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560A13A-DB3F-4AD5-B6AF-BDA0278A0A39}" type="datetimeFigureOut">
              <a:rPr lang="sv-SE" smtClean="0"/>
              <a:t>2026-03-09</a:t>
            </a:fld>
            <a:endParaRPr lang="sv-SE"/>
          </a:p>
        </p:txBody>
      </p:sp>
      <p:sp>
        <p:nvSpPr>
          <p:cNvPr id="4" name="Platshållare för sidfot 3"/>
          <p:cNvSpPr>
            <a:spLocks noGrp="1"/>
          </p:cNvSpPr>
          <p:nvPr>
            <p:ph type="ftr" sz="quarter" idx="11"/>
          </p:nvPr>
        </p:nvSpPr>
        <p:spPr/>
        <p:txBody>
          <a:bodyPr/>
          <a:lstStyle/>
          <a:p>
            <a:endParaRPr lang="sv-SE"/>
          </a:p>
        </p:txBody>
      </p:sp>
      <p:sp>
        <p:nvSpPr>
          <p:cNvPr id="5" name="Platshållare för bildnummer 4"/>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256609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1560A13A-DB3F-4AD5-B6AF-BDA0278A0A39}" type="datetimeFigureOut">
              <a:rPr lang="sv-SE" smtClean="0"/>
              <a:t>2026-03-09</a:t>
            </a:fld>
            <a:endParaRPr lang="sv-SE"/>
          </a:p>
        </p:txBody>
      </p:sp>
      <p:sp>
        <p:nvSpPr>
          <p:cNvPr id="3" name="Platshållare för sidfot 2"/>
          <p:cNvSpPr>
            <a:spLocks noGrp="1"/>
          </p:cNvSpPr>
          <p:nvPr>
            <p:ph type="ftr" sz="quarter" idx="11"/>
          </p:nvPr>
        </p:nvSpPr>
        <p:spPr/>
        <p:txBody>
          <a:bodyPr/>
          <a:lstStyle/>
          <a:p>
            <a:endParaRPr lang="sv-SE"/>
          </a:p>
        </p:txBody>
      </p:sp>
      <p:sp>
        <p:nvSpPr>
          <p:cNvPr id="4" name="Platshållare för bildnummer 3"/>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31107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innehåll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2026-03-09</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1548965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bild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2026-03-09</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4171453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2026-03-09</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2623719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724900" y="365125"/>
            <a:ext cx="2628900" cy="5811838"/>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2026-03-09</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71644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60A13A-DB3F-4AD5-B6AF-BDA0278A0A39}" type="datetimeFigureOut">
              <a:rPr lang="sv-SE" smtClean="0"/>
              <a:t>2026-03-09</a:t>
            </a:fld>
            <a:endParaRPr lang="sv-SE"/>
          </a:p>
        </p:txBody>
      </p:sp>
      <p:sp>
        <p:nvSpPr>
          <p:cNvPr id="5" name="Platshållare för sidfo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C2F05B-BAF9-488D-83DE-20A7CCFAC190}" type="slidenum">
              <a:rPr lang="sv-SE" smtClean="0"/>
              <a:t>‹#›</a:t>
            </a:fld>
            <a:endParaRPr lang="sv-SE"/>
          </a:p>
        </p:txBody>
      </p:sp>
    </p:spTree>
    <p:extLst>
      <p:ext uri="{BB962C8B-B14F-4D97-AF65-F5344CB8AC3E}">
        <p14:creationId xmlns:p14="http://schemas.microsoft.com/office/powerpoint/2010/main" val="3707285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microsoft.com/sv-se/sql-server/sql-server-download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docs.microsoft.com/sv-se/sql/ssms/download-sql-server-management-studio-ssm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python.or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code.visualstudio.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colab.research.google.co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p:cNvSpPr>
            <a:spLocks noGrp="1"/>
          </p:cNvSpPr>
          <p:nvPr>
            <p:ph type="ctrTitle"/>
          </p:nvPr>
        </p:nvSpPr>
        <p:spPr>
          <a:xfrm>
            <a:off x="2026693" y="1030406"/>
            <a:ext cx="8147713" cy="3081242"/>
          </a:xfrm>
        </p:spPr>
        <p:txBody>
          <a:bodyPr anchor="ctr">
            <a:normAutofit/>
          </a:bodyPr>
          <a:lstStyle/>
          <a:p>
            <a:r>
              <a:rPr lang="sv-SE" sz="4800">
                <a:solidFill>
                  <a:srgbClr val="FFFFFF"/>
                </a:solidFill>
                <a:ea typeface="+mj-lt"/>
                <a:cs typeface="+mj-lt"/>
              </a:rPr>
              <a:t>4.2 Maskininlärning för nätverkssäkerhet analys av stora datamängder (avancerad) </a:t>
            </a:r>
            <a:endParaRPr lang="sv-SE" sz="4800">
              <a:solidFill>
                <a:srgbClr val="FFFFFF"/>
              </a:solidFill>
            </a:endParaRPr>
          </a:p>
        </p:txBody>
      </p:sp>
      <p:sp>
        <p:nvSpPr>
          <p:cNvPr id="3" name="Underrubrik 2"/>
          <p:cNvSpPr>
            <a:spLocks noGrp="1"/>
          </p:cNvSpPr>
          <p:nvPr>
            <p:ph type="subTitle" idx="1"/>
          </p:nvPr>
        </p:nvSpPr>
        <p:spPr>
          <a:xfrm>
            <a:off x="1559943" y="5171093"/>
            <a:ext cx="9078628" cy="860620"/>
          </a:xfrm>
        </p:spPr>
        <p:txBody>
          <a:bodyPr vert="horz" lIns="91440" tIns="45720" rIns="91440" bIns="45720" rtlCol="0" anchor="ctr">
            <a:normAutofit/>
          </a:bodyPr>
          <a:lstStyle/>
          <a:p>
            <a:r>
              <a:rPr lang="sv-SE">
                <a:solidFill>
                  <a:srgbClr val="FFFFFF"/>
                </a:solidFill>
              </a:rPr>
              <a:t>Arseniy Buzyan</a:t>
            </a:r>
          </a:p>
        </p:txBody>
      </p:sp>
    </p:spTree>
    <p:extLst>
      <p:ext uri="{BB962C8B-B14F-4D97-AF65-F5344CB8AC3E}">
        <p14:creationId xmlns:p14="http://schemas.microsoft.com/office/powerpoint/2010/main" val="319437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E359E1AB-DAE2-F61A-B5A3-95647E55BBE3}"/>
              </a:ext>
            </a:extLst>
          </p:cNvPr>
          <p:cNvSpPr>
            <a:spLocks noGrp="1"/>
          </p:cNvSpPr>
          <p:nvPr>
            <p:ph type="title"/>
          </p:nvPr>
        </p:nvSpPr>
        <p:spPr>
          <a:xfrm>
            <a:off x="466722" y="586855"/>
            <a:ext cx="3201366" cy="3387497"/>
          </a:xfrm>
        </p:spPr>
        <p:txBody>
          <a:bodyPr anchor="b">
            <a:normAutofit/>
          </a:bodyPr>
          <a:lstStyle/>
          <a:p>
            <a:pPr algn="r"/>
            <a:r>
              <a:rPr lang="sv-SE" sz="4000" b="1">
                <a:highlight>
                  <a:srgbClr val="FFFFFF"/>
                </a:highlight>
              </a:rPr>
              <a:t>Översikt</a:t>
            </a:r>
            <a:endParaRPr lang="sv-SE" sz="4000"/>
          </a:p>
        </p:txBody>
      </p:sp>
      <p:sp>
        <p:nvSpPr>
          <p:cNvPr id="3" name="Platshållare för innehåll 2">
            <a:extLst>
              <a:ext uri="{FF2B5EF4-FFF2-40B4-BE49-F238E27FC236}">
                <a16:creationId xmlns:a16="http://schemas.microsoft.com/office/drawing/2014/main" id="{3B51C688-84C8-5DF8-E3B0-102DFF7957AF}"/>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sv-SE" sz="2000">
                <a:highlight>
                  <a:srgbClr val="FFFFFF"/>
                </a:highlight>
                <a:ea typeface="+mn-lt"/>
                <a:cs typeface="+mn-lt"/>
              </a:rPr>
              <a:t>I detta projekt bygger vi ett komplett system för att automatiskt upptäcka nätverksattacker med hjälp av maskininlärning. Systemet simulerar en verklig produktionsmiljö där data flödar från nätverksloggar, via en ML-modell, till en databas och slutligen presenteras i en interaktiv rapport.</a:t>
            </a:r>
            <a:endParaRPr lang="sv-SE" sz="2000"/>
          </a:p>
        </p:txBody>
      </p:sp>
    </p:spTree>
    <p:extLst>
      <p:ext uri="{BB962C8B-B14F-4D97-AF65-F5344CB8AC3E}">
        <p14:creationId xmlns:p14="http://schemas.microsoft.com/office/powerpoint/2010/main" val="2850343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06340090-38BA-568C-0423-16C094D08A79}"/>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Mål</a:t>
            </a:r>
            <a:endParaRPr lang="sv-SE" sz="4000">
              <a:solidFill>
                <a:srgbClr val="FFFFFF"/>
              </a:solidFill>
            </a:endParaRPr>
          </a:p>
        </p:txBody>
      </p:sp>
      <p:graphicFrame>
        <p:nvGraphicFramePr>
          <p:cNvPr id="25" name="Platshållare för innehåll 2">
            <a:extLst>
              <a:ext uri="{FF2B5EF4-FFF2-40B4-BE49-F238E27FC236}">
                <a16:creationId xmlns:a16="http://schemas.microsoft.com/office/drawing/2014/main" id="{78FE9E08-836B-32F9-5BB0-5093B3EB6461}"/>
              </a:ext>
            </a:extLst>
          </p:cNvPr>
          <p:cNvGraphicFramePr>
            <a:graphicFrameLocks noGrp="1"/>
          </p:cNvGraphicFramePr>
          <p:nvPr>
            <p:ph idx="1"/>
            <p:extLst>
              <p:ext uri="{D42A27DB-BD31-4B8C-83A1-F6EECF244321}">
                <p14:modId xmlns:p14="http://schemas.microsoft.com/office/powerpoint/2010/main" val="331358780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158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3B847AD7-755E-1C82-C57B-92F28F7D694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err="1">
                <a:solidFill>
                  <a:srgbClr val="FFFFFF"/>
                </a:solidFill>
                <a:latin typeface="+mj-lt"/>
                <a:ea typeface="+mj-ea"/>
                <a:cs typeface="+mj-cs"/>
              </a:rPr>
              <a:t>Teknologier</a:t>
            </a:r>
            <a:r>
              <a:rPr lang="en-US" sz="4000" kern="1200">
                <a:solidFill>
                  <a:srgbClr val="FFFFFF"/>
                </a:solidFill>
                <a:latin typeface="+mj-lt"/>
                <a:ea typeface="+mj-ea"/>
                <a:cs typeface="+mj-cs"/>
              </a:rPr>
              <a:t> </a:t>
            </a:r>
            <a:r>
              <a:rPr lang="en-US" sz="4000" kern="1200" err="1">
                <a:solidFill>
                  <a:srgbClr val="FFFFFF"/>
                </a:solidFill>
                <a:latin typeface="+mj-lt"/>
                <a:ea typeface="+mj-ea"/>
                <a:cs typeface="+mj-cs"/>
              </a:rPr>
              <a:t>som</a:t>
            </a:r>
            <a:r>
              <a:rPr lang="en-US" sz="4000" kern="1200">
                <a:solidFill>
                  <a:srgbClr val="FFFFFF"/>
                </a:solidFill>
                <a:latin typeface="+mj-lt"/>
                <a:ea typeface="+mj-ea"/>
                <a:cs typeface="+mj-cs"/>
              </a:rPr>
              <a:t> </a:t>
            </a:r>
            <a:r>
              <a:rPr lang="en-US" sz="4000" kern="1200" err="1">
                <a:solidFill>
                  <a:srgbClr val="FFFFFF"/>
                </a:solidFill>
                <a:latin typeface="+mj-lt"/>
                <a:ea typeface="+mj-ea"/>
                <a:cs typeface="+mj-cs"/>
              </a:rPr>
              <a:t>används</a:t>
            </a:r>
          </a:p>
        </p:txBody>
      </p:sp>
      <p:graphicFrame>
        <p:nvGraphicFramePr>
          <p:cNvPr id="5" name="Platshållare för innehåll 4">
            <a:extLst>
              <a:ext uri="{FF2B5EF4-FFF2-40B4-BE49-F238E27FC236}">
                <a16:creationId xmlns:a16="http://schemas.microsoft.com/office/drawing/2014/main" id="{5B799278-9640-FC0E-DAC6-0C9F920C0326}"/>
              </a:ext>
            </a:extLst>
          </p:cNvPr>
          <p:cNvGraphicFramePr>
            <a:graphicFrameLocks noGrp="1"/>
          </p:cNvGraphicFramePr>
          <p:nvPr>
            <p:ph idx="1"/>
          </p:nvPr>
        </p:nvGraphicFramePr>
        <p:xfrm>
          <a:off x="798935" y="1966293"/>
          <a:ext cx="10594129" cy="4452161"/>
        </p:xfrm>
        <a:graphic>
          <a:graphicData uri="http://schemas.openxmlformats.org/drawingml/2006/table">
            <a:tbl>
              <a:tblPr firstRow="1" bandRow="1">
                <a:solidFill>
                  <a:srgbClr val="F2F2F2">
                    <a:alpha val="30196"/>
                  </a:srgbClr>
                </a:solidFill>
                <a:tableStyleId>{5C22544A-7EE6-4342-B048-85BDC9FD1C3A}</a:tableStyleId>
              </a:tblPr>
              <a:tblGrid>
                <a:gridCol w="3118950">
                  <a:extLst>
                    <a:ext uri="{9D8B030D-6E8A-4147-A177-3AD203B41FA5}">
                      <a16:colId xmlns:a16="http://schemas.microsoft.com/office/drawing/2014/main" val="590252492"/>
                    </a:ext>
                  </a:extLst>
                </a:gridCol>
                <a:gridCol w="7475179">
                  <a:extLst>
                    <a:ext uri="{9D8B030D-6E8A-4147-A177-3AD203B41FA5}">
                      <a16:colId xmlns:a16="http://schemas.microsoft.com/office/drawing/2014/main" val="750216458"/>
                    </a:ext>
                  </a:extLst>
                </a:gridCol>
              </a:tblGrid>
              <a:tr h="636023">
                <a:tc>
                  <a:txBody>
                    <a:bodyPr/>
                    <a:lstStyle/>
                    <a:p>
                      <a:pPr algn="l">
                        <a:lnSpc>
                          <a:spcPts val="1875"/>
                        </a:lnSpc>
                        <a:buNone/>
                      </a:pPr>
                      <a:r>
                        <a:rPr lang="sv-SE" sz="2000" b="0" cap="none" spc="0">
                          <a:solidFill>
                            <a:schemeClr val="bg1"/>
                          </a:solidFill>
                          <a:effectLst/>
                          <a:latin typeface="quote-cjk-patch"/>
                        </a:rPr>
                        <a:t>Verktyg</a:t>
                      </a:r>
                    </a:p>
                  </a:txBody>
                  <a:tcPr marL="169004" marR="216672" marT="130003" marB="130003"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algn="l">
                        <a:lnSpc>
                          <a:spcPts val="1875"/>
                        </a:lnSpc>
                        <a:buNone/>
                      </a:pPr>
                      <a:r>
                        <a:rPr lang="sv-SE" sz="2000" b="0" cap="none" spc="0">
                          <a:solidFill>
                            <a:schemeClr val="bg1"/>
                          </a:solidFill>
                          <a:effectLst/>
                          <a:latin typeface="quote-cjk-patch"/>
                        </a:rPr>
                        <a:t>Syfte</a:t>
                      </a:r>
                    </a:p>
                  </a:txBody>
                  <a:tcPr marL="169004" marR="216672" marT="130003" marB="130003"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693337149"/>
                  </a:ext>
                </a:extLst>
              </a:tr>
              <a:tr h="636023">
                <a:tc>
                  <a:txBody>
                    <a:bodyPr/>
                    <a:lstStyle/>
                    <a:p>
                      <a:pPr>
                        <a:lnSpc>
                          <a:spcPts val="1875"/>
                        </a:lnSpc>
                        <a:buNone/>
                      </a:pPr>
                      <a:r>
                        <a:rPr lang="sv-SE" sz="2000" b="1" cap="none" spc="0">
                          <a:solidFill>
                            <a:schemeClr val="tx1"/>
                          </a:solidFill>
                          <a:effectLst/>
                          <a:latin typeface="quote-cjk-patch"/>
                        </a:rPr>
                        <a:t>SQL Server</a:t>
                      </a:r>
                      <a:endParaRPr lang="sv-SE" sz="2000" b="0" cap="none" spc="0">
                        <a:solidFill>
                          <a:schemeClr val="tx1"/>
                        </a:solidFill>
                        <a:effectLst/>
                        <a:latin typeface="quote-cjk-patch"/>
                      </a:endParaRPr>
                    </a:p>
                  </a:txBody>
                  <a:tcPr marL="169004" marR="216672" marT="130003" marB="130003"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nSpc>
                          <a:spcPts val="1875"/>
                        </a:lnSpc>
                        <a:buNone/>
                      </a:pPr>
                      <a:r>
                        <a:rPr lang="sv-SE" sz="2000" b="0" cap="none" spc="0">
                          <a:solidFill>
                            <a:schemeClr val="tx1"/>
                          </a:solidFill>
                          <a:effectLst/>
                          <a:latin typeface="quote-cjk-patch"/>
                        </a:rPr>
                        <a:t>Lagrar all data (rådata och ML-resultat)</a:t>
                      </a:r>
                    </a:p>
                  </a:txBody>
                  <a:tcPr marL="169004" marR="130003" marT="130003" marB="130003" anchor="ctr">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3648036744"/>
                  </a:ext>
                </a:extLst>
              </a:tr>
              <a:tr h="636023">
                <a:tc>
                  <a:txBody>
                    <a:bodyPr/>
                    <a:lstStyle/>
                    <a:p>
                      <a:pPr>
                        <a:lnSpc>
                          <a:spcPts val="1875"/>
                        </a:lnSpc>
                        <a:buNone/>
                      </a:pPr>
                      <a:r>
                        <a:rPr lang="sv-SE" sz="2000" b="1" cap="none" spc="0">
                          <a:solidFill>
                            <a:schemeClr val="tx1"/>
                          </a:solidFill>
                          <a:effectLst/>
                          <a:latin typeface="quote-cjk-patch"/>
                        </a:rPr>
                        <a:t>SSMS</a:t>
                      </a:r>
                      <a:endParaRPr lang="sv-SE" sz="2000" b="0" cap="none" spc="0">
                        <a:solidFill>
                          <a:schemeClr val="tx1"/>
                        </a:solidFill>
                        <a:effectLst/>
                        <a:latin typeface="quote-cjk-patch"/>
                      </a:endParaRPr>
                    </a:p>
                  </a:txBody>
                  <a:tcPr marL="169004" marR="216672" marT="130003" marB="1300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2000" b="0" cap="none" spc="0">
                          <a:solidFill>
                            <a:schemeClr val="tx1"/>
                          </a:solidFill>
                          <a:effectLst/>
                          <a:latin typeface="quote-cjk-patch"/>
                        </a:rPr>
                        <a:t>Hanterar databasen och skapar tabeller</a:t>
                      </a:r>
                    </a:p>
                  </a:txBody>
                  <a:tcPr marL="169004" marR="130003" marT="130003" marB="130003"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717476524"/>
                  </a:ext>
                </a:extLst>
              </a:tr>
              <a:tr h="636023">
                <a:tc>
                  <a:txBody>
                    <a:bodyPr/>
                    <a:lstStyle/>
                    <a:p>
                      <a:pPr>
                        <a:lnSpc>
                          <a:spcPts val="1875"/>
                        </a:lnSpc>
                        <a:buNone/>
                      </a:pPr>
                      <a:r>
                        <a:rPr lang="sv-SE" sz="2000" b="1" cap="none" spc="0">
                          <a:solidFill>
                            <a:schemeClr val="tx1"/>
                          </a:solidFill>
                          <a:effectLst/>
                          <a:latin typeface="quote-cjk-patch"/>
                        </a:rPr>
                        <a:t>Python</a:t>
                      </a:r>
                      <a:endParaRPr lang="sv-SE" sz="2000" b="0" cap="none" spc="0">
                        <a:solidFill>
                          <a:schemeClr val="tx1"/>
                        </a:solidFill>
                        <a:effectLst/>
                        <a:latin typeface="quote-cjk-patch"/>
                      </a:endParaRPr>
                    </a:p>
                  </a:txBody>
                  <a:tcPr marL="169004" marR="216672" marT="130003" marB="130003"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nSpc>
                          <a:spcPts val="1875"/>
                        </a:lnSpc>
                        <a:buNone/>
                      </a:pPr>
                      <a:r>
                        <a:rPr lang="sv-SE" sz="2000" b="0" cap="none" spc="0">
                          <a:solidFill>
                            <a:schemeClr val="tx1"/>
                          </a:solidFill>
                          <a:effectLst/>
                          <a:latin typeface="quote-cjk-patch"/>
                        </a:rPr>
                        <a:t>Programmeringsspråk för ML-modellen</a:t>
                      </a:r>
                    </a:p>
                  </a:txBody>
                  <a:tcPr marL="169004" marR="130003" marT="130003" marB="130003"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1586669153"/>
                  </a:ext>
                </a:extLst>
              </a:tr>
              <a:tr h="636023">
                <a:tc>
                  <a:txBody>
                    <a:bodyPr/>
                    <a:lstStyle/>
                    <a:p>
                      <a:pPr>
                        <a:lnSpc>
                          <a:spcPts val="1875"/>
                        </a:lnSpc>
                        <a:buNone/>
                      </a:pPr>
                      <a:r>
                        <a:rPr lang="sv-SE" sz="2000" b="1" cap="none" spc="0">
                          <a:solidFill>
                            <a:schemeClr val="tx1"/>
                          </a:solidFill>
                          <a:effectLst/>
                          <a:latin typeface="quote-cjk-patch"/>
                        </a:rPr>
                        <a:t>Google Colab</a:t>
                      </a:r>
                      <a:endParaRPr lang="sv-SE" sz="2000" b="0" cap="none" spc="0">
                        <a:solidFill>
                          <a:schemeClr val="tx1"/>
                        </a:solidFill>
                        <a:effectLst/>
                        <a:latin typeface="quote-cjk-patch"/>
                      </a:endParaRPr>
                    </a:p>
                  </a:txBody>
                  <a:tcPr marL="169004" marR="216672" marT="130003" marB="1300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2000" b="0" cap="none" spc="0">
                          <a:solidFill>
                            <a:schemeClr val="tx1"/>
                          </a:solidFill>
                          <a:effectLst/>
                          <a:latin typeface="quote-cjk-patch"/>
                        </a:rPr>
                        <a:t>Träningsmiljö för ML-modellen (gratis GPU)</a:t>
                      </a:r>
                    </a:p>
                  </a:txBody>
                  <a:tcPr marL="169004" marR="130003" marT="130003" marB="130003"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79492311"/>
                  </a:ext>
                </a:extLst>
              </a:tr>
              <a:tr h="636023">
                <a:tc>
                  <a:txBody>
                    <a:bodyPr/>
                    <a:lstStyle/>
                    <a:p>
                      <a:pPr>
                        <a:lnSpc>
                          <a:spcPts val="1875"/>
                        </a:lnSpc>
                        <a:buNone/>
                      </a:pPr>
                      <a:r>
                        <a:rPr lang="sv-SE" sz="2000" b="1" cap="none" spc="0">
                          <a:solidFill>
                            <a:schemeClr val="tx1"/>
                          </a:solidFill>
                          <a:effectLst/>
                          <a:latin typeface="quote-cjk-patch"/>
                        </a:rPr>
                        <a:t>VS Code</a:t>
                      </a:r>
                      <a:endParaRPr lang="sv-SE" sz="2000" b="0" cap="none" spc="0">
                        <a:solidFill>
                          <a:schemeClr val="tx1"/>
                        </a:solidFill>
                        <a:effectLst/>
                        <a:latin typeface="quote-cjk-patch"/>
                      </a:endParaRPr>
                    </a:p>
                  </a:txBody>
                  <a:tcPr marL="169004" marR="216672" marT="130003" marB="130003"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nSpc>
                          <a:spcPts val="1875"/>
                        </a:lnSpc>
                        <a:buNone/>
                      </a:pPr>
                      <a:r>
                        <a:rPr lang="sv-SE" sz="2000" b="0" cap="none" spc="0">
                          <a:solidFill>
                            <a:schemeClr val="tx1"/>
                          </a:solidFill>
                          <a:effectLst/>
                          <a:latin typeface="quote-cjk-patch"/>
                        </a:rPr>
                        <a:t>Utvecklingsmiljö för produktionsskript</a:t>
                      </a:r>
                    </a:p>
                  </a:txBody>
                  <a:tcPr marL="169004" marR="130003" marT="130003" marB="130003"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733153671"/>
                  </a:ext>
                </a:extLst>
              </a:tr>
              <a:tr h="636023">
                <a:tc>
                  <a:txBody>
                    <a:bodyPr/>
                    <a:lstStyle/>
                    <a:p>
                      <a:pPr>
                        <a:lnSpc>
                          <a:spcPts val="1875"/>
                        </a:lnSpc>
                        <a:buNone/>
                      </a:pPr>
                      <a:r>
                        <a:rPr lang="sv-SE" sz="2000" b="1" cap="none" spc="0">
                          <a:solidFill>
                            <a:schemeClr val="tx1"/>
                          </a:solidFill>
                          <a:effectLst/>
                          <a:latin typeface="quote-cjk-patch"/>
                        </a:rPr>
                        <a:t>Power BI</a:t>
                      </a:r>
                      <a:endParaRPr lang="sv-SE" sz="2000" b="0" cap="none" spc="0">
                        <a:solidFill>
                          <a:schemeClr val="tx1"/>
                        </a:solidFill>
                        <a:effectLst/>
                        <a:latin typeface="quote-cjk-patch"/>
                      </a:endParaRPr>
                    </a:p>
                  </a:txBody>
                  <a:tcPr marL="169004" marR="216672" marT="130003" marB="13000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2000" b="0" cap="none" spc="0">
                          <a:solidFill>
                            <a:schemeClr val="tx1"/>
                          </a:solidFill>
                          <a:effectLst/>
                          <a:latin typeface="quote-cjk-patch"/>
                        </a:rPr>
                        <a:t>Visualisering av resultat</a:t>
                      </a:r>
                    </a:p>
                  </a:txBody>
                  <a:tcPr marL="169004" marR="130003" marT="130003" marB="130003"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844023667"/>
                  </a:ext>
                </a:extLst>
              </a:tr>
            </a:tbl>
          </a:graphicData>
        </a:graphic>
      </p:graphicFrame>
    </p:spTree>
    <p:extLst>
      <p:ext uri="{BB962C8B-B14F-4D97-AF65-F5344CB8AC3E}">
        <p14:creationId xmlns:p14="http://schemas.microsoft.com/office/powerpoint/2010/main" val="3458845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9E00E24-700E-CE69-D141-6750767D8A2C}"/>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err="1">
                <a:solidFill>
                  <a:srgbClr val="FFFFFF"/>
                </a:solidFill>
                <a:latin typeface="+mj-lt"/>
                <a:ea typeface="+mj-ea"/>
                <a:cs typeface="+mj-cs"/>
              </a:rPr>
              <a:t>Projektets</a:t>
            </a:r>
            <a:r>
              <a:rPr lang="en-US" sz="4800" kern="1200">
                <a:solidFill>
                  <a:srgbClr val="FFFFFF"/>
                </a:solidFill>
                <a:latin typeface="+mj-lt"/>
                <a:ea typeface="+mj-ea"/>
                <a:cs typeface="+mj-cs"/>
              </a:rPr>
              <a:t> 12 </a:t>
            </a:r>
            <a:r>
              <a:rPr lang="en-US" sz="4800" kern="1200" err="1">
                <a:solidFill>
                  <a:srgbClr val="FFFFFF"/>
                </a:solidFill>
                <a:latin typeface="+mj-lt"/>
                <a:ea typeface="+mj-ea"/>
                <a:cs typeface="+mj-cs"/>
              </a:rPr>
              <a:t>steg</a:t>
            </a:r>
            <a:r>
              <a:rPr lang="en-US" sz="4800" kern="1200">
                <a:solidFill>
                  <a:srgbClr val="FFFFFF"/>
                </a:solidFill>
                <a:latin typeface="+mj-lt"/>
                <a:ea typeface="+mj-ea"/>
                <a:cs typeface="+mj-cs"/>
              </a:rPr>
              <a:t> – </a:t>
            </a:r>
            <a:r>
              <a:rPr lang="en-US" sz="4800" kern="1200" err="1">
                <a:solidFill>
                  <a:srgbClr val="FFFFFF"/>
                </a:solidFill>
                <a:latin typeface="+mj-lt"/>
                <a:ea typeface="+mj-ea"/>
                <a:cs typeface="+mj-cs"/>
              </a:rPr>
              <a:t>från</a:t>
            </a:r>
            <a:r>
              <a:rPr lang="en-US" sz="4800" kern="1200">
                <a:solidFill>
                  <a:srgbClr val="FFFFFF"/>
                </a:solidFill>
                <a:latin typeface="+mj-lt"/>
                <a:ea typeface="+mj-ea"/>
                <a:cs typeface="+mj-cs"/>
              </a:rPr>
              <a:t> installation till </a:t>
            </a:r>
            <a:r>
              <a:rPr lang="en-US" sz="4800" kern="1200" err="1">
                <a:solidFill>
                  <a:srgbClr val="FFFFFF"/>
                </a:solidFill>
                <a:latin typeface="+mj-lt"/>
                <a:ea typeface="+mj-ea"/>
                <a:cs typeface="+mj-cs"/>
              </a:rPr>
              <a:t>färdig</a:t>
            </a:r>
            <a:r>
              <a:rPr lang="en-US" sz="4800" kern="1200">
                <a:solidFill>
                  <a:srgbClr val="FFFFFF"/>
                </a:solidFill>
                <a:latin typeface="+mj-lt"/>
                <a:ea typeface="+mj-ea"/>
                <a:cs typeface="+mj-cs"/>
              </a:rPr>
              <a:t> rapport</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8797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4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854603FC-A9B4-343C-26BC-EE31E4ADE189}"/>
              </a:ext>
            </a:extLst>
          </p:cNvPr>
          <p:cNvGraphicFramePr>
            <a:graphicFrameLocks noGrp="1"/>
          </p:cNvGraphicFramePr>
          <p:nvPr>
            <p:ph idx="1"/>
            <p:extLst>
              <p:ext uri="{D42A27DB-BD31-4B8C-83A1-F6EECF244321}">
                <p14:modId xmlns:p14="http://schemas.microsoft.com/office/powerpoint/2010/main" val="1939898642"/>
              </p:ext>
            </p:extLst>
          </p:nvPr>
        </p:nvGraphicFramePr>
        <p:xfrm>
          <a:off x="488830" y="445698"/>
          <a:ext cx="11263849" cy="5969165"/>
        </p:xfrm>
        <a:graphic>
          <a:graphicData uri="http://schemas.openxmlformats.org/drawingml/2006/table">
            <a:tbl>
              <a:tblPr firstRow="1" bandRow="1">
                <a:solidFill>
                  <a:srgbClr val="F7F7F7"/>
                </a:solidFill>
                <a:tableStyleId>{5C22544A-7EE6-4342-B048-85BDC9FD1C3A}</a:tableStyleId>
              </a:tblPr>
              <a:tblGrid>
                <a:gridCol w="361926">
                  <a:extLst>
                    <a:ext uri="{9D8B030D-6E8A-4147-A177-3AD203B41FA5}">
                      <a16:colId xmlns:a16="http://schemas.microsoft.com/office/drawing/2014/main" val="1283766115"/>
                    </a:ext>
                  </a:extLst>
                </a:gridCol>
                <a:gridCol w="1801646">
                  <a:extLst>
                    <a:ext uri="{9D8B030D-6E8A-4147-A177-3AD203B41FA5}">
                      <a16:colId xmlns:a16="http://schemas.microsoft.com/office/drawing/2014/main" val="3225716845"/>
                    </a:ext>
                  </a:extLst>
                </a:gridCol>
                <a:gridCol w="3397071">
                  <a:extLst>
                    <a:ext uri="{9D8B030D-6E8A-4147-A177-3AD203B41FA5}">
                      <a16:colId xmlns:a16="http://schemas.microsoft.com/office/drawing/2014/main" val="2573874493"/>
                    </a:ext>
                  </a:extLst>
                </a:gridCol>
                <a:gridCol w="3324591">
                  <a:extLst>
                    <a:ext uri="{9D8B030D-6E8A-4147-A177-3AD203B41FA5}">
                      <a16:colId xmlns:a16="http://schemas.microsoft.com/office/drawing/2014/main" val="3927968421"/>
                    </a:ext>
                  </a:extLst>
                </a:gridCol>
                <a:gridCol w="2378615">
                  <a:extLst>
                    <a:ext uri="{9D8B030D-6E8A-4147-A177-3AD203B41FA5}">
                      <a16:colId xmlns:a16="http://schemas.microsoft.com/office/drawing/2014/main" val="1281192893"/>
                    </a:ext>
                  </a:extLst>
                </a:gridCol>
              </a:tblGrid>
              <a:tr h="330397">
                <a:tc>
                  <a:txBody>
                    <a:bodyPr/>
                    <a:lstStyle/>
                    <a:p>
                      <a:pPr algn="ctr">
                        <a:lnSpc>
                          <a:spcPct val="100000"/>
                        </a:lnSpc>
                        <a:buNone/>
                      </a:pPr>
                      <a:r>
                        <a:rPr lang="sv-SE" sz="1000" b="1" cap="all" spc="60">
                          <a:solidFill>
                            <a:schemeClr val="tx1"/>
                          </a:solidFill>
                          <a:effectLst/>
                          <a:latin typeface="quote-cjk-patch"/>
                        </a:rPr>
                        <a:t>N</a:t>
                      </a:r>
                    </a:p>
                  </a:txBody>
                  <a:tcPr marL="87181" marR="87181" marT="87181" marB="87181" anchor="ctr">
                    <a:lnL w="12700" cmpd="sng">
                      <a:noFill/>
                    </a:lnL>
                    <a:lnR w="12700" cmpd="sng">
                      <a:noFill/>
                    </a:lnR>
                    <a:lnT w="12700" cmpd="sng">
                      <a:noFill/>
                    </a:lnT>
                    <a:lnB w="38100" cmpd="sng">
                      <a:noFill/>
                    </a:lnB>
                    <a:noFill/>
                  </a:tcPr>
                </a:tc>
                <a:tc>
                  <a:txBody>
                    <a:bodyPr/>
                    <a:lstStyle/>
                    <a:p>
                      <a:pPr algn="ctr">
                        <a:lnSpc>
                          <a:spcPct val="100000"/>
                        </a:lnSpc>
                        <a:buNone/>
                      </a:pPr>
                      <a:r>
                        <a:rPr lang="sv-SE" sz="1000" b="1" cap="all" spc="60">
                          <a:solidFill>
                            <a:schemeClr val="tx1"/>
                          </a:solidFill>
                          <a:effectLst/>
                          <a:latin typeface="quote-cjk-patch"/>
                        </a:rPr>
                        <a:t>Namn</a:t>
                      </a:r>
                    </a:p>
                  </a:txBody>
                  <a:tcPr marL="87181" marR="87181" marT="87181" marB="87181" anchor="ctr">
                    <a:lnL w="12700" cmpd="sng">
                      <a:noFill/>
                    </a:lnL>
                    <a:lnR w="12700" cmpd="sng">
                      <a:noFill/>
                    </a:lnR>
                    <a:lnT w="12700" cmpd="sng">
                      <a:noFill/>
                    </a:lnT>
                    <a:lnB w="38100" cmpd="sng">
                      <a:noFill/>
                    </a:lnB>
                    <a:noFill/>
                  </a:tcPr>
                </a:tc>
                <a:tc>
                  <a:txBody>
                    <a:bodyPr/>
                    <a:lstStyle/>
                    <a:p>
                      <a:pPr algn="ctr">
                        <a:lnSpc>
                          <a:spcPct val="100000"/>
                        </a:lnSpc>
                        <a:buNone/>
                      </a:pPr>
                      <a:r>
                        <a:rPr lang="sv-SE" sz="1000" b="1" cap="all" spc="60">
                          <a:solidFill>
                            <a:schemeClr val="tx1"/>
                          </a:solidFill>
                          <a:effectLst/>
                          <a:latin typeface="quote-cjk-patch"/>
                        </a:rPr>
                        <a:t>Vad gör vi?</a:t>
                      </a:r>
                    </a:p>
                  </a:txBody>
                  <a:tcPr marL="87181" marR="87181" marT="87181" marB="87181" anchor="ctr">
                    <a:lnL w="12700" cmpd="sng">
                      <a:noFill/>
                    </a:lnL>
                    <a:lnR w="12700" cmpd="sng">
                      <a:noFill/>
                    </a:lnR>
                    <a:lnT w="12700" cmpd="sng">
                      <a:noFill/>
                    </a:lnT>
                    <a:lnB w="38100" cmpd="sng">
                      <a:noFill/>
                    </a:lnB>
                    <a:noFill/>
                  </a:tcPr>
                </a:tc>
                <a:tc>
                  <a:txBody>
                    <a:bodyPr/>
                    <a:lstStyle/>
                    <a:p>
                      <a:pPr algn="ctr">
                        <a:lnSpc>
                          <a:spcPct val="100000"/>
                        </a:lnSpc>
                        <a:buNone/>
                      </a:pPr>
                      <a:r>
                        <a:rPr lang="sv-SE" sz="1000" b="1" cap="all" spc="60">
                          <a:solidFill>
                            <a:schemeClr val="tx1"/>
                          </a:solidFill>
                          <a:effectLst/>
                          <a:latin typeface="quote-cjk-patch"/>
                        </a:rPr>
                        <a:t>Varför?</a:t>
                      </a:r>
                    </a:p>
                  </a:txBody>
                  <a:tcPr marL="87181" marR="87181" marT="87181" marB="87181" anchor="ctr">
                    <a:lnL w="12700" cmpd="sng">
                      <a:noFill/>
                    </a:lnL>
                    <a:lnR w="12700" cmpd="sng">
                      <a:noFill/>
                    </a:lnR>
                    <a:lnT w="12700" cmpd="sng">
                      <a:noFill/>
                    </a:lnT>
                    <a:lnB w="38100" cmpd="sng">
                      <a:noFill/>
                    </a:lnB>
                    <a:noFill/>
                  </a:tcPr>
                </a:tc>
                <a:tc>
                  <a:txBody>
                    <a:bodyPr/>
                    <a:lstStyle/>
                    <a:p>
                      <a:pPr algn="ctr">
                        <a:lnSpc>
                          <a:spcPct val="100000"/>
                        </a:lnSpc>
                        <a:buNone/>
                      </a:pPr>
                      <a:r>
                        <a:rPr lang="sv-SE" sz="1000" b="1" cap="all" spc="60">
                          <a:solidFill>
                            <a:schemeClr val="tx1"/>
                          </a:solidFill>
                          <a:effectLst/>
                          <a:latin typeface="quote-cjk-patch"/>
                        </a:rPr>
                        <a:t>Koppling till nästa steg</a:t>
                      </a:r>
                    </a:p>
                  </a:txBody>
                  <a:tcPr marL="87181" marR="87181" marT="87181" marB="87181" anchor="ctr">
                    <a:lnL w="12700" cmpd="sng">
                      <a:noFill/>
                    </a:lnL>
                    <a:lnR w="12700" cmpd="sng">
                      <a:noFill/>
                    </a:lnR>
                    <a:lnT w="12700" cmpd="sng">
                      <a:noFill/>
                    </a:lnT>
                    <a:lnB w="38100" cmpd="sng">
                      <a:noFill/>
                    </a:lnB>
                    <a:noFill/>
                  </a:tcPr>
                </a:tc>
                <a:extLst>
                  <a:ext uri="{0D108BD9-81ED-4DB2-BD59-A6C34878D82A}">
                    <a16:rowId xmlns:a16="http://schemas.microsoft.com/office/drawing/2014/main" val="2896496877"/>
                  </a:ext>
                </a:extLst>
              </a:tr>
              <a:tr h="455213">
                <a:tc>
                  <a:txBody>
                    <a:bodyPr/>
                    <a:lstStyle/>
                    <a:p>
                      <a:pPr algn="ctr">
                        <a:lnSpc>
                          <a:spcPct val="100000"/>
                        </a:lnSpc>
                        <a:buNone/>
                      </a:pPr>
                      <a:r>
                        <a:rPr lang="sv-SE" sz="1100" b="1" cap="none" spc="0">
                          <a:solidFill>
                            <a:schemeClr val="tx1"/>
                          </a:solidFill>
                          <a:effectLst/>
                          <a:latin typeface="quote-cjk-patch"/>
                        </a:rPr>
                        <a:t>1</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lnSpc>
                          <a:spcPct val="100000"/>
                        </a:lnSpc>
                        <a:buNone/>
                      </a:pPr>
                      <a:r>
                        <a:rPr lang="sv-SE" sz="1100" b="1" cap="none" spc="0">
                          <a:solidFill>
                            <a:schemeClr val="tx1"/>
                          </a:solidFill>
                          <a:effectLst/>
                          <a:latin typeface="quote-cjk-patch"/>
                        </a:rPr>
                        <a:t>Installera SQL Server</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Installerar databasmotorn där all data ska lagras.</a:t>
                      </a:r>
                    </a:p>
                  </a:txBody>
                  <a:tcPr marL="50967" marR="43336" marT="39206" marB="58121"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Utan en databas har vi ingen plats att spara varken rådata eller resultat.</a:t>
                      </a:r>
                    </a:p>
                  </a:txBody>
                  <a:tcPr marL="50967" marR="43336" marT="39206" marB="58121"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Ger oss en grund att bygga vidare på.</a:t>
                      </a:r>
                    </a:p>
                  </a:txBody>
                  <a:tcPr marL="50967" marR="26001" marT="39206" marB="58121"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2826335083"/>
                  </a:ext>
                </a:extLst>
              </a:tr>
              <a:tr h="455213">
                <a:tc>
                  <a:txBody>
                    <a:bodyPr/>
                    <a:lstStyle/>
                    <a:p>
                      <a:pPr algn="ctr">
                        <a:lnSpc>
                          <a:spcPct val="100000"/>
                        </a:lnSpc>
                        <a:buNone/>
                      </a:pPr>
                      <a:r>
                        <a:rPr lang="sv-SE" sz="1100" b="1" cap="none" spc="0">
                          <a:solidFill>
                            <a:schemeClr val="tx1"/>
                          </a:solidFill>
                          <a:effectLst/>
                          <a:latin typeface="quote-cjk-patch"/>
                        </a:rPr>
                        <a:t>2</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1" cap="none" spc="0">
                          <a:solidFill>
                            <a:schemeClr val="tx1"/>
                          </a:solidFill>
                          <a:effectLst/>
                          <a:latin typeface="quote-cjk-patch"/>
                        </a:rPr>
                        <a:t>Installera SSMS</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Installerar det grafiska verktyget för att hantera SQL Server.</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För att enkelt kunna skapa tabeller, skriva frågor och se datan.</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Gör att vi kan arbeta med databasen utan att skriva kod.</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328817120"/>
                  </a:ext>
                </a:extLst>
              </a:tr>
              <a:tr h="455213">
                <a:tc>
                  <a:txBody>
                    <a:bodyPr/>
                    <a:lstStyle/>
                    <a:p>
                      <a:pPr algn="ctr">
                        <a:lnSpc>
                          <a:spcPct val="100000"/>
                        </a:lnSpc>
                        <a:buNone/>
                      </a:pPr>
                      <a:r>
                        <a:rPr lang="sv-SE" sz="1100" b="1" cap="none" spc="0">
                          <a:solidFill>
                            <a:schemeClr val="tx1"/>
                          </a:solidFill>
                          <a:effectLst/>
                          <a:latin typeface="quote-cjk-patch"/>
                        </a:rPr>
                        <a:t>3</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1" cap="none" spc="0">
                          <a:solidFill>
                            <a:schemeClr val="tx1"/>
                          </a:solidFill>
                          <a:effectLst/>
                          <a:latin typeface="quote-cjk-patch"/>
                        </a:rPr>
                        <a:t>Koppla SSMS till SQL Server</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Ansluter verktyget till databasmotorn.</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För att kunna börja bygga vår databasstruktur.</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Nu är vi redo att skapa själva databasen.</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939783435"/>
                  </a:ext>
                </a:extLst>
              </a:tr>
              <a:tr h="455213">
                <a:tc>
                  <a:txBody>
                    <a:bodyPr/>
                    <a:lstStyle/>
                    <a:p>
                      <a:pPr algn="ctr">
                        <a:lnSpc>
                          <a:spcPct val="100000"/>
                        </a:lnSpc>
                        <a:buNone/>
                      </a:pPr>
                      <a:r>
                        <a:rPr lang="sv-SE" sz="1100" b="1" cap="none" spc="0">
                          <a:solidFill>
                            <a:schemeClr val="tx1"/>
                          </a:solidFill>
                          <a:effectLst/>
                          <a:latin typeface="quote-cjk-patch"/>
                        </a:rPr>
                        <a:t>4</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1" cap="none" spc="0">
                          <a:solidFill>
                            <a:schemeClr val="tx1"/>
                          </a:solidFill>
                          <a:effectLst/>
                          <a:latin typeface="quote-cjk-patch"/>
                        </a:rPr>
                        <a:t>Installera Python</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Installerar programmeringsspråket som används för ML-modellen.</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Python har alla bibliotek vi behöver för maskininlärning.</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Grunden för all kod vi ska skriva.</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015622395"/>
                  </a:ext>
                </a:extLst>
              </a:tr>
              <a:tr h="455213">
                <a:tc>
                  <a:txBody>
                    <a:bodyPr/>
                    <a:lstStyle/>
                    <a:p>
                      <a:pPr algn="ctr">
                        <a:lnSpc>
                          <a:spcPct val="100000"/>
                        </a:lnSpc>
                        <a:buNone/>
                      </a:pPr>
                      <a:r>
                        <a:rPr lang="sv-SE" sz="1100" b="1" cap="none" spc="0">
                          <a:solidFill>
                            <a:schemeClr val="tx1"/>
                          </a:solidFill>
                          <a:effectLst/>
                          <a:latin typeface="quote-cjk-patch"/>
                        </a:rPr>
                        <a:t>5</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1" cap="none" spc="0">
                          <a:solidFill>
                            <a:schemeClr val="tx1"/>
                          </a:solidFill>
                          <a:effectLst/>
                          <a:latin typeface="quote-cjk-patch"/>
                        </a:rPr>
                        <a:t>Installera VS Code</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Installerar en avancerad textredigerare för att skriva Python-kod.</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Ger oss en bekväm miljö att utveckla och köra våra skript i.</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Här kommer vi att skriva produktionskoden.</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286961069"/>
                  </a:ext>
                </a:extLst>
              </a:tr>
              <a:tr h="455213">
                <a:tc>
                  <a:txBody>
                    <a:bodyPr/>
                    <a:lstStyle/>
                    <a:p>
                      <a:pPr algn="ctr">
                        <a:lnSpc>
                          <a:spcPct val="100000"/>
                        </a:lnSpc>
                        <a:buNone/>
                      </a:pPr>
                      <a:r>
                        <a:rPr lang="sv-SE" sz="1100" b="1" cap="none" spc="0">
                          <a:solidFill>
                            <a:schemeClr val="tx1"/>
                          </a:solidFill>
                          <a:effectLst/>
                          <a:latin typeface="quote-cjk-patch"/>
                        </a:rPr>
                        <a:t>6</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1" cap="none" spc="0">
                          <a:solidFill>
                            <a:schemeClr val="tx1"/>
                          </a:solidFill>
                          <a:effectLst/>
                          <a:latin typeface="quote-cjk-patch"/>
                        </a:rPr>
                        <a:t>Installera Python-tillägg i VS Code</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Lägger till stöd för Python i VS Code.</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Får färgkodning, felmarkering och möjlighet att köra Python direkt.</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Gör utvecklingen mycket enklare.</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878804753"/>
                  </a:ext>
                </a:extLst>
              </a:tr>
              <a:tr h="455213">
                <a:tc>
                  <a:txBody>
                    <a:bodyPr/>
                    <a:lstStyle/>
                    <a:p>
                      <a:pPr algn="ctr">
                        <a:lnSpc>
                          <a:spcPct val="100000"/>
                        </a:lnSpc>
                        <a:buNone/>
                      </a:pPr>
                      <a:r>
                        <a:rPr lang="sv-SE" sz="1100" b="1" cap="none" spc="0">
                          <a:solidFill>
                            <a:schemeClr val="tx1"/>
                          </a:solidFill>
                          <a:effectLst/>
                          <a:latin typeface="quote-cjk-patch"/>
                        </a:rPr>
                        <a:t>7</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1" cap="none" spc="0">
                          <a:solidFill>
                            <a:schemeClr val="tx1"/>
                          </a:solidFill>
                          <a:effectLst/>
                          <a:latin typeface="quote-cjk-patch"/>
                        </a:rPr>
                        <a:t>Skapa databasen</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Skapar en tom databas med namnet </a:t>
                      </a:r>
                      <a:r>
                        <a:rPr lang="sv-SE" sz="1100" b="0" cap="none" spc="0">
                          <a:solidFill>
                            <a:schemeClr val="tx1"/>
                          </a:solidFill>
                          <a:effectLst/>
                          <a:latin typeface="Menlo"/>
                        </a:rPr>
                        <a:t>NetworkSecurityML</a:t>
                      </a:r>
                      <a:r>
                        <a:rPr lang="sv-SE" sz="1100" b="0" cap="none" spc="0">
                          <a:solidFill>
                            <a:schemeClr val="tx1"/>
                          </a:solidFill>
                          <a:effectLst/>
                          <a:latin typeface="quote-cjk-patch"/>
                        </a:rPr>
                        <a:t>.</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För att organisera all data på en plats.</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Nu har vi en tom hylla att fylla med tabeller.</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204065457"/>
                  </a:ext>
                </a:extLst>
              </a:tr>
              <a:tr h="631425">
                <a:tc>
                  <a:txBody>
                    <a:bodyPr/>
                    <a:lstStyle/>
                    <a:p>
                      <a:pPr algn="ctr">
                        <a:lnSpc>
                          <a:spcPct val="100000"/>
                        </a:lnSpc>
                        <a:buNone/>
                      </a:pPr>
                      <a:r>
                        <a:rPr lang="sv-SE" sz="1100" b="1" cap="none" spc="0">
                          <a:solidFill>
                            <a:schemeClr val="tx1"/>
                          </a:solidFill>
                          <a:effectLst/>
                          <a:latin typeface="quote-cjk-patch"/>
                        </a:rPr>
                        <a:t>8</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1" cap="none" spc="0">
                          <a:solidFill>
                            <a:schemeClr val="tx1"/>
                          </a:solidFill>
                          <a:effectLst/>
                          <a:latin typeface="quote-cjk-patch"/>
                        </a:rPr>
                        <a:t>Skapa tabeller</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Skapar tre tabeller: </a:t>
                      </a:r>
                      <a:r>
                        <a:rPr lang="sv-SE" sz="1100" b="0" cap="none" spc="0">
                          <a:solidFill>
                            <a:schemeClr val="tx1"/>
                          </a:solidFill>
                          <a:effectLst/>
                          <a:latin typeface="Menlo"/>
                        </a:rPr>
                        <a:t>NetworkTrafficLogs</a:t>
                      </a:r>
                      <a:r>
                        <a:rPr lang="sv-SE" sz="1100" b="0" cap="none" spc="0">
                          <a:solidFill>
                            <a:schemeClr val="tx1"/>
                          </a:solidFill>
                          <a:effectLst/>
                          <a:latin typeface="quote-cjk-patch"/>
                        </a:rPr>
                        <a:t>, </a:t>
                      </a:r>
                      <a:r>
                        <a:rPr lang="sv-SE" sz="1100" b="0" cap="none" spc="0">
                          <a:solidFill>
                            <a:schemeClr val="tx1"/>
                          </a:solidFill>
                          <a:effectLst/>
                          <a:latin typeface="Menlo"/>
                        </a:rPr>
                        <a:t>ThreatDetections</a:t>
                      </a:r>
                      <a:r>
                        <a:rPr lang="sv-SE" sz="1100" b="0" cap="none" spc="0">
                          <a:solidFill>
                            <a:schemeClr val="tx1"/>
                          </a:solidFill>
                          <a:effectLst/>
                          <a:latin typeface="quote-cjk-patch"/>
                        </a:rPr>
                        <a:t>, </a:t>
                      </a:r>
                      <a:r>
                        <a:rPr lang="sv-SE" sz="1100" b="0" cap="none" spc="0">
                          <a:solidFill>
                            <a:schemeClr val="tx1"/>
                          </a:solidFill>
                          <a:effectLst/>
                          <a:latin typeface="Menlo"/>
                        </a:rPr>
                        <a:t>SecurityMetrics</a:t>
                      </a:r>
                      <a:r>
                        <a:rPr lang="sv-SE" sz="1100" b="0" cap="none" spc="0">
                          <a:solidFill>
                            <a:schemeClr val="tx1"/>
                          </a:solidFill>
                          <a:effectLst/>
                          <a:latin typeface="quote-cjk-patch"/>
                        </a:rPr>
                        <a:t>.</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Varje tabell är som ett Excel-ark som lagrar olika typer av data.</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Datan har nu en struktur att lagras i.</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872487045"/>
                  </a:ext>
                </a:extLst>
              </a:tr>
              <a:tr h="455213">
                <a:tc>
                  <a:txBody>
                    <a:bodyPr/>
                    <a:lstStyle/>
                    <a:p>
                      <a:pPr algn="ctr">
                        <a:lnSpc>
                          <a:spcPct val="100000"/>
                        </a:lnSpc>
                        <a:buNone/>
                      </a:pPr>
                      <a:r>
                        <a:rPr lang="sv-SE" sz="1100" b="1" cap="none" spc="0">
                          <a:solidFill>
                            <a:schemeClr val="tx1"/>
                          </a:solidFill>
                          <a:effectLst/>
                          <a:latin typeface="quote-cjk-patch"/>
                        </a:rPr>
                        <a:t>9</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1" cap="none" spc="0">
                          <a:solidFill>
                            <a:schemeClr val="tx1"/>
                          </a:solidFill>
                          <a:effectLst/>
                          <a:latin typeface="quote-cjk-patch"/>
                        </a:rPr>
                        <a:t>Träna ML-modell i Google Colab</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Bygger och tränar en Random Forest-modell på simulerad nätverkstrafik.</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Modellen lär sig känna igen mönster för attacker.</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Resultatet blir en tränad modellfil (</a:t>
                      </a:r>
                      <a:r>
                        <a:rPr lang="sv-SE" sz="1100" b="0" cap="none" spc="0">
                          <a:solidFill>
                            <a:schemeClr val="tx1"/>
                          </a:solidFill>
                          <a:effectLst/>
                          <a:latin typeface="Menlo"/>
                        </a:rPr>
                        <a:t>.pkl</a:t>
                      </a:r>
                      <a:r>
                        <a:rPr lang="sv-SE" sz="1100" b="0" cap="none" spc="0">
                          <a:solidFill>
                            <a:schemeClr val="tx1"/>
                          </a:solidFill>
                          <a:effectLst/>
                          <a:latin typeface="quote-cjk-patch"/>
                        </a:rPr>
                        <a:t>).</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630933660"/>
                  </a:ext>
                </a:extLst>
              </a:tr>
              <a:tr h="455213">
                <a:tc>
                  <a:txBody>
                    <a:bodyPr/>
                    <a:lstStyle/>
                    <a:p>
                      <a:pPr algn="ctr">
                        <a:lnSpc>
                          <a:spcPct val="100000"/>
                        </a:lnSpc>
                        <a:buNone/>
                      </a:pPr>
                      <a:r>
                        <a:rPr lang="sv-SE" sz="1100" b="1" cap="none" spc="0">
                          <a:solidFill>
                            <a:schemeClr val="tx1"/>
                          </a:solidFill>
                          <a:effectLst/>
                          <a:latin typeface="quote-cjk-patch"/>
                        </a:rPr>
                        <a:t>10</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1" cap="none" spc="0">
                          <a:solidFill>
                            <a:schemeClr val="tx1"/>
                          </a:solidFill>
                          <a:effectLst/>
                          <a:latin typeface="quote-cjk-patch"/>
                        </a:rPr>
                        <a:t>Koppla modell till databas</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Skapar ett Python-skript som hämtar ny data, analyserar den och sparar resultat.</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Automatiserar hela analysprocessen från rådata till resultat.</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Databasen fylls nu med ML-resultat.</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273476190"/>
                  </a:ext>
                </a:extLst>
              </a:tr>
              <a:tr h="455213">
                <a:tc>
                  <a:txBody>
                    <a:bodyPr/>
                    <a:lstStyle/>
                    <a:p>
                      <a:pPr algn="ctr">
                        <a:lnSpc>
                          <a:spcPct val="100000"/>
                        </a:lnSpc>
                        <a:buNone/>
                      </a:pPr>
                      <a:r>
                        <a:rPr lang="sv-SE" sz="1100" b="1" cap="none" spc="0">
                          <a:solidFill>
                            <a:schemeClr val="tx1"/>
                          </a:solidFill>
                          <a:effectLst/>
                          <a:latin typeface="quote-cjk-patch"/>
                        </a:rPr>
                        <a:t>11</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1" cap="none" spc="0">
                          <a:solidFill>
                            <a:schemeClr val="tx1"/>
                          </a:solidFill>
                          <a:effectLst/>
                          <a:latin typeface="quote-cjk-patch"/>
                        </a:rPr>
                        <a:t>Koppla Power BI till SQL Server</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Ansluter Power BI till databasen för att hämta data.</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För att kunna visualisera ML-resultaten.</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lnSpc>
                          <a:spcPct val="100000"/>
                        </a:lnSpc>
                        <a:buNone/>
                      </a:pPr>
                      <a:r>
                        <a:rPr lang="sv-SE" sz="1100" b="0" cap="none" spc="0">
                          <a:solidFill>
                            <a:schemeClr val="tx1"/>
                          </a:solidFill>
                          <a:effectLst/>
                          <a:latin typeface="quote-cjk-patch"/>
                        </a:rPr>
                        <a:t>Datan är nu tillgänglig för rapportskapande.</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254077611"/>
                  </a:ext>
                </a:extLst>
              </a:tr>
              <a:tr h="455213">
                <a:tc>
                  <a:txBody>
                    <a:bodyPr/>
                    <a:lstStyle/>
                    <a:p>
                      <a:pPr algn="ctr">
                        <a:lnSpc>
                          <a:spcPct val="100000"/>
                        </a:lnSpc>
                        <a:buNone/>
                      </a:pPr>
                      <a:r>
                        <a:rPr lang="sv-SE" sz="1100" b="1" cap="none" spc="0">
                          <a:solidFill>
                            <a:schemeClr val="tx1"/>
                          </a:solidFill>
                          <a:effectLst/>
                          <a:latin typeface="quote-cjk-patch"/>
                        </a:rPr>
                        <a:t>12</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1" cap="none" spc="0">
                          <a:solidFill>
                            <a:schemeClr val="tx1"/>
                          </a:solidFill>
                          <a:effectLst/>
                          <a:latin typeface="quote-cjk-patch"/>
                        </a:rPr>
                        <a:t>Skapa Power BI-rapport</a:t>
                      </a:r>
                      <a:endParaRPr lang="sv-SE" sz="1100" b="0" cap="none" spc="0">
                        <a:solidFill>
                          <a:schemeClr val="tx1"/>
                        </a:solidFill>
                        <a:effectLst/>
                        <a:latin typeface="quote-cjk-patch"/>
                      </a:endParaRP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Bygger diagram och tabeller som visar attackstatistik, trender och modellens säkerhet.</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Gör resultaten begripliga och användbara för en analytiker.</a:t>
                      </a:r>
                    </a:p>
                  </a:txBody>
                  <a:tcPr marL="50967" marR="43336"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lnSpc>
                          <a:spcPct val="100000"/>
                        </a:lnSpc>
                        <a:buNone/>
                      </a:pPr>
                      <a:r>
                        <a:rPr lang="sv-SE" sz="1100" b="0" cap="none" spc="0">
                          <a:solidFill>
                            <a:schemeClr val="tx1"/>
                          </a:solidFill>
                          <a:effectLst/>
                          <a:latin typeface="quote-cjk-patch"/>
                        </a:rPr>
                        <a:t>Projektet är klart – från rådata till insikt!</a:t>
                      </a:r>
                    </a:p>
                  </a:txBody>
                  <a:tcPr marL="50967" marR="26001" marT="39206" marB="58121"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945171192"/>
                  </a:ext>
                </a:extLst>
              </a:tr>
            </a:tbl>
          </a:graphicData>
        </a:graphic>
      </p:graphicFrame>
    </p:spTree>
    <p:extLst>
      <p:ext uri="{BB962C8B-B14F-4D97-AF65-F5344CB8AC3E}">
        <p14:creationId xmlns:p14="http://schemas.microsoft.com/office/powerpoint/2010/main" val="3516520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C9D5C4D8-79D7-74A1-7B01-C0E589481E60}"/>
              </a:ext>
            </a:extLst>
          </p:cNvPr>
          <p:cNvSpPr>
            <a:spLocks noGrp="1"/>
          </p:cNvSpPr>
          <p:nvPr>
            <p:ph type="title"/>
          </p:nvPr>
        </p:nvSpPr>
        <p:spPr>
          <a:xfrm>
            <a:off x="466722" y="586855"/>
            <a:ext cx="3201366" cy="3387497"/>
          </a:xfrm>
        </p:spPr>
        <p:txBody>
          <a:bodyPr anchor="b">
            <a:normAutofit/>
          </a:bodyPr>
          <a:lstStyle/>
          <a:p>
            <a:pPr algn="r"/>
            <a:r>
              <a:rPr lang="sv-SE" sz="4000">
                <a:solidFill>
                  <a:srgbClr val="FFFFFF"/>
                </a:solidFill>
                <a:ea typeface="+mj-lt"/>
                <a:cs typeface="+mj-lt"/>
              </a:rPr>
              <a:t>Flödet i projektet – så hänger allt ihop</a:t>
            </a:r>
          </a:p>
        </p:txBody>
      </p:sp>
      <p:sp>
        <p:nvSpPr>
          <p:cNvPr id="3" name="Platshållare för innehåll 2">
            <a:extLst>
              <a:ext uri="{FF2B5EF4-FFF2-40B4-BE49-F238E27FC236}">
                <a16:creationId xmlns:a16="http://schemas.microsoft.com/office/drawing/2014/main" id="{789537B6-7D66-8CB1-2E1E-414DD078B172}"/>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sv-SE" sz="2000">
                <a:ea typeface="+mn-lt"/>
                <a:cs typeface="+mn-lt"/>
              </a:rPr>
              <a:t>[Steg 1-6] Installation</a:t>
            </a:r>
            <a:endParaRPr lang="sv-SE" sz="2000"/>
          </a:p>
          <a:p>
            <a:r>
              <a:rPr lang="sv-SE" sz="2000">
                <a:ea typeface="+mn-lt"/>
                <a:cs typeface="+mn-lt"/>
              </a:rPr>
              <a:t>    ↓</a:t>
            </a:r>
            <a:endParaRPr lang="sv-SE" sz="2000"/>
          </a:p>
          <a:p>
            <a:r>
              <a:rPr lang="sv-SE" sz="2000">
                <a:ea typeface="+mn-lt"/>
                <a:cs typeface="+mn-lt"/>
              </a:rPr>
              <a:t>[Steg 7-8] Databas med tabeller (SQL Server)</a:t>
            </a:r>
            <a:endParaRPr lang="sv-SE" sz="2000"/>
          </a:p>
          <a:p>
            <a:r>
              <a:rPr lang="sv-SE" sz="2000">
                <a:ea typeface="+mn-lt"/>
                <a:cs typeface="+mn-lt"/>
              </a:rPr>
              <a:t>    ↓</a:t>
            </a:r>
            <a:endParaRPr lang="sv-SE" sz="2000"/>
          </a:p>
          <a:p>
            <a:r>
              <a:rPr lang="sv-SE" sz="2000">
                <a:ea typeface="+mn-lt"/>
                <a:cs typeface="+mn-lt"/>
              </a:rPr>
              <a:t>[Steg 9] Träna ML-modell (Google Colab) → .pkl-fil</a:t>
            </a:r>
            <a:endParaRPr lang="sv-SE" sz="2000"/>
          </a:p>
          <a:p>
            <a:r>
              <a:rPr lang="sv-SE" sz="2000">
                <a:ea typeface="+mn-lt"/>
                <a:cs typeface="+mn-lt"/>
              </a:rPr>
              <a:t>    ↓</a:t>
            </a:r>
            <a:endParaRPr lang="sv-SE" sz="2000"/>
          </a:p>
          <a:p>
            <a:r>
              <a:rPr lang="sv-SE" sz="2000">
                <a:ea typeface="+mn-lt"/>
                <a:cs typeface="+mn-lt"/>
              </a:rPr>
              <a:t>[Steg 10] Python-skript läser ny data från SQL, analyserar med .pkl-fil, sparar resultat i SQL</a:t>
            </a:r>
            <a:endParaRPr lang="sv-SE" sz="2000"/>
          </a:p>
          <a:p>
            <a:r>
              <a:rPr lang="sv-SE" sz="2000">
                <a:ea typeface="+mn-lt"/>
                <a:cs typeface="+mn-lt"/>
              </a:rPr>
              <a:t>    ↓</a:t>
            </a:r>
            <a:endParaRPr lang="sv-SE" sz="2000"/>
          </a:p>
          <a:p>
            <a:r>
              <a:rPr lang="sv-SE" sz="2000">
                <a:ea typeface="+mn-lt"/>
                <a:cs typeface="+mn-lt"/>
              </a:rPr>
              <a:t>[Steg 11] Power BI hämtar data från SQL Server</a:t>
            </a:r>
            <a:endParaRPr lang="sv-SE" sz="2000"/>
          </a:p>
          <a:p>
            <a:r>
              <a:rPr lang="sv-SE" sz="2000">
                <a:ea typeface="+mn-lt"/>
                <a:cs typeface="+mn-lt"/>
              </a:rPr>
              <a:t>    ↓</a:t>
            </a:r>
            <a:endParaRPr lang="sv-SE" sz="2000"/>
          </a:p>
          <a:p>
            <a:r>
              <a:rPr lang="sv-SE" sz="2000">
                <a:ea typeface="+mn-lt"/>
                <a:cs typeface="+mn-lt"/>
              </a:rPr>
              <a:t>[Steg 12] Rapport visualiserar attacker, trender och modellens prestanda</a:t>
            </a:r>
            <a:endParaRPr lang="sv-SE" sz="2000"/>
          </a:p>
        </p:txBody>
      </p:sp>
    </p:spTree>
    <p:extLst>
      <p:ext uri="{BB962C8B-B14F-4D97-AF65-F5344CB8AC3E}">
        <p14:creationId xmlns:p14="http://schemas.microsoft.com/office/powerpoint/2010/main" val="197538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05C30CFF-FC31-E2CD-F2B4-E1B356BB793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err="1">
                <a:solidFill>
                  <a:srgbClr val="FFFFFF"/>
                </a:solidFill>
                <a:latin typeface="+mj-lt"/>
                <a:ea typeface="+mj-ea"/>
                <a:cs typeface="+mj-cs"/>
              </a:rPr>
              <a:t>Sammanfattning</a:t>
            </a:r>
          </a:p>
        </p:txBody>
      </p:sp>
      <p:graphicFrame>
        <p:nvGraphicFramePr>
          <p:cNvPr id="5" name="Platshållare för innehåll 4">
            <a:extLst>
              <a:ext uri="{FF2B5EF4-FFF2-40B4-BE49-F238E27FC236}">
                <a16:creationId xmlns:a16="http://schemas.microsoft.com/office/drawing/2014/main" id="{9707AEA0-C6F6-B4B5-91ED-AA37F69B83A9}"/>
              </a:ext>
            </a:extLst>
          </p:cNvPr>
          <p:cNvGraphicFramePr>
            <a:graphicFrameLocks noGrp="1"/>
          </p:cNvGraphicFramePr>
          <p:nvPr>
            <p:ph idx="1"/>
          </p:nvPr>
        </p:nvGraphicFramePr>
        <p:xfrm>
          <a:off x="965663" y="1966293"/>
          <a:ext cx="10260672" cy="4452162"/>
        </p:xfrm>
        <a:graphic>
          <a:graphicData uri="http://schemas.openxmlformats.org/drawingml/2006/table">
            <a:tbl>
              <a:tblPr firstRow="1" bandRow="1">
                <a:solidFill>
                  <a:srgbClr val="F2F2F2">
                    <a:alpha val="45098"/>
                  </a:srgbClr>
                </a:solidFill>
                <a:tableStyleId>{5C22544A-7EE6-4342-B048-85BDC9FD1C3A}</a:tableStyleId>
              </a:tblPr>
              <a:tblGrid>
                <a:gridCol w="2753518">
                  <a:extLst>
                    <a:ext uri="{9D8B030D-6E8A-4147-A177-3AD203B41FA5}">
                      <a16:colId xmlns:a16="http://schemas.microsoft.com/office/drawing/2014/main" val="602173367"/>
                    </a:ext>
                  </a:extLst>
                </a:gridCol>
                <a:gridCol w="7507154">
                  <a:extLst>
                    <a:ext uri="{9D8B030D-6E8A-4147-A177-3AD203B41FA5}">
                      <a16:colId xmlns:a16="http://schemas.microsoft.com/office/drawing/2014/main" val="1312871312"/>
                    </a:ext>
                  </a:extLst>
                </a:gridCol>
              </a:tblGrid>
              <a:tr h="644184">
                <a:tc>
                  <a:txBody>
                    <a:bodyPr/>
                    <a:lstStyle/>
                    <a:p>
                      <a:pPr algn="l">
                        <a:lnSpc>
                          <a:spcPts val="1875"/>
                        </a:lnSpc>
                        <a:buNone/>
                      </a:pPr>
                      <a:r>
                        <a:rPr lang="sv-SE" sz="2000" b="0" cap="none" spc="0">
                          <a:solidFill>
                            <a:schemeClr val="bg1"/>
                          </a:solidFill>
                          <a:effectLst/>
                          <a:latin typeface="quote-cjk-patch"/>
                        </a:rPr>
                        <a:t>Område</a:t>
                      </a:r>
                    </a:p>
                  </a:txBody>
                  <a:tcPr marL="130559" marR="217599" marT="130559" marB="135999" anchor="ctr">
                    <a:lnL w="12700" cmpd="sng">
                      <a:noFill/>
                    </a:lnL>
                    <a:lnR w="12700" cmpd="sng">
                      <a:noFill/>
                    </a:lnR>
                    <a:lnT w="19050" cap="flat" cmpd="sng" algn="ctr">
                      <a:noFill/>
                      <a:prstDash val="solid"/>
                    </a:lnT>
                    <a:lnB w="38100" cmpd="sng">
                      <a:noFill/>
                    </a:lnB>
                    <a:solidFill>
                      <a:schemeClr val="tx1"/>
                    </a:solidFill>
                  </a:tcPr>
                </a:tc>
                <a:tc>
                  <a:txBody>
                    <a:bodyPr/>
                    <a:lstStyle/>
                    <a:p>
                      <a:pPr algn="l">
                        <a:lnSpc>
                          <a:spcPts val="1875"/>
                        </a:lnSpc>
                        <a:buNone/>
                      </a:pPr>
                      <a:r>
                        <a:rPr lang="sv-SE" sz="2000" b="0" cap="none" spc="0">
                          <a:solidFill>
                            <a:schemeClr val="bg1"/>
                          </a:solidFill>
                          <a:effectLst/>
                          <a:latin typeface="quote-cjk-patch"/>
                        </a:rPr>
                        <a:t>Förklaring</a:t>
                      </a:r>
                    </a:p>
                  </a:txBody>
                  <a:tcPr marL="217599" marR="217599" marT="130559" marB="135999"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3153751324"/>
                  </a:ext>
                </a:extLst>
              </a:tr>
              <a:tr h="634663">
                <a:tc>
                  <a:txBody>
                    <a:bodyPr/>
                    <a:lstStyle/>
                    <a:p>
                      <a:pPr>
                        <a:lnSpc>
                          <a:spcPts val="1875"/>
                        </a:lnSpc>
                        <a:buNone/>
                      </a:pPr>
                      <a:r>
                        <a:rPr lang="sv-SE" sz="1700" b="1" cap="none" spc="0">
                          <a:solidFill>
                            <a:schemeClr val="tx1"/>
                          </a:solidFill>
                          <a:effectLst/>
                          <a:latin typeface="quote-cjk-patch"/>
                        </a:rPr>
                        <a:t>Målet</a:t>
                      </a:r>
                      <a:endParaRPr lang="sv-SE" sz="1700" b="0" cap="none" spc="0">
                        <a:solidFill>
                          <a:schemeClr val="tx1"/>
                        </a:solidFill>
                        <a:effectLst/>
                        <a:latin typeface="quote-cjk-patch"/>
                      </a:endParaRPr>
                    </a:p>
                  </a:txBody>
                  <a:tcPr marL="130559" marR="217599" marT="130559" marB="135999"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lnSpc>
                          <a:spcPts val="1875"/>
                        </a:lnSpc>
                        <a:buNone/>
                      </a:pPr>
                      <a:r>
                        <a:rPr lang="sv-SE" sz="1700" b="0" cap="none" spc="0">
                          <a:solidFill>
                            <a:schemeClr val="tx1"/>
                          </a:solidFill>
                          <a:effectLst/>
                          <a:latin typeface="quote-cjk-patch"/>
                        </a:rPr>
                        <a:t>Bygga ett automatiskt system för att upptäcka nätverksattacker med ML</a:t>
                      </a:r>
                    </a:p>
                  </a:txBody>
                  <a:tcPr marL="217599" marR="130559" marT="130559" marB="135999"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565984722"/>
                  </a:ext>
                </a:extLst>
              </a:tr>
              <a:tr h="634663">
                <a:tc>
                  <a:txBody>
                    <a:bodyPr/>
                    <a:lstStyle/>
                    <a:p>
                      <a:pPr>
                        <a:lnSpc>
                          <a:spcPts val="1875"/>
                        </a:lnSpc>
                        <a:buNone/>
                      </a:pPr>
                      <a:r>
                        <a:rPr lang="sv-SE" sz="1700" b="1" cap="none" spc="0">
                          <a:solidFill>
                            <a:schemeClr val="tx1"/>
                          </a:solidFill>
                          <a:effectLst/>
                          <a:latin typeface="quote-cjk-patch"/>
                        </a:rPr>
                        <a:t>Databasen</a:t>
                      </a:r>
                      <a:endParaRPr lang="sv-SE" sz="1700" b="0" cap="none" spc="0">
                        <a:solidFill>
                          <a:schemeClr val="tx1"/>
                        </a:solidFill>
                        <a:effectLst/>
                        <a:latin typeface="quote-cjk-patch"/>
                      </a:endParaRPr>
                    </a:p>
                  </a:txBody>
                  <a:tcPr marL="130559" marR="217599" marT="130559" marB="13599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nSpc>
                          <a:spcPts val="1875"/>
                        </a:lnSpc>
                        <a:buNone/>
                      </a:pPr>
                      <a:r>
                        <a:rPr lang="sv-SE" sz="1700" b="0" cap="none" spc="0">
                          <a:solidFill>
                            <a:schemeClr val="tx1"/>
                          </a:solidFill>
                          <a:effectLst/>
                          <a:latin typeface="quote-cjk-patch"/>
                        </a:rPr>
                        <a:t>Lagrar både rådata och resultat (SQL Server)</a:t>
                      </a:r>
                    </a:p>
                  </a:txBody>
                  <a:tcPr marL="217599" marR="130559" marT="130559" marB="13599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225499487"/>
                  </a:ext>
                </a:extLst>
              </a:tr>
              <a:tr h="634663">
                <a:tc>
                  <a:txBody>
                    <a:bodyPr/>
                    <a:lstStyle/>
                    <a:p>
                      <a:pPr>
                        <a:lnSpc>
                          <a:spcPts val="1875"/>
                        </a:lnSpc>
                        <a:buNone/>
                      </a:pPr>
                      <a:r>
                        <a:rPr lang="sv-SE" sz="1700" b="1" cap="none" spc="0">
                          <a:solidFill>
                            <a:schemeClr val="tx1"/>
                          </a:solidFill>
                          <a:effectLst/>
                          <a:latin typeface="quote-cjk-patch"/>
                        </a:rPr>
                        <a:t>ML-modellen</a:t>
                      </a:r>
                      <a:endParaRPr lang="sv-SE" sz="1700" b="0" cap="none" spc="0">
                        <a:solidFill>
                          <a:schemeClr val="tx1"/>
                        </a:solidFill>
                        <a:effectLst/>
                        <a:latin typeface="quote-cjk-patch"/>
                      </a:endParaRPr>
                    </a:p>
                  </a:txBody>
                  <a:tcPr marL="130559" marR="217599" marT="130559" marB="13599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lnSpc>
                          <a:spcPts val="1650"/>
                        </a:lnSpc>
                        <a:buNone/>
                      </a:pPr>
                      <a:r>
                        <a:rPr lang="sv-SE" sz="1700" b="0" cap="none" spc="0">
                          <a:solidFill>
                            <a:schemeClr val="tx1"/>
                          </a:solidFill>
                          <a:effectLst/>
                          <a:latin typeface="quote-cjk-patch"/>
                        </a:rPr>
                        <a:t>Tränas i Google Colab och sparas som en </a:t>
                      </a:r>
                      <a:r>
                        <a:rPr lang="sv-SE" sz="1700" b="0" cap="none" spc="0">
                          <a:solidFill>
                            <a:schemeClr val="tx1"/>
                          </a:solidFill>
                          <a:effectLst/>
                          <a:latin typeface="Menlo"/>
                        </a:rPr>
                        <a:t>.pkl</a:t>
                      </a:r>
                      <a:r>
                        <a:rPr lang="sv-SE" sz="1700" b="0" cap="none" spc="0">
                          <a:solidFill>
                            <a:schemeClr val="tx1"/>
                          </a:solidFill>
                          <a:effectLst/>
                          <a:latin typeface="quote-cjk-patch"/>
                        </a:rPr>
                        <a:t>-fil</a:t>
                      </a:r>
                    </a:p>
                  </a:txBody>
                  <a:tcPr marL="217599" marR="130559" marT="130559" marB="13599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494966344"/>
                  </a:ext>
                </a:extLst>
              </a:tr>
              <a:tr h="634663">
                <a:tc>
                  <a:txBody>
                    <a:bodyPr/>
                    <a:lstStyle/>
                    <a:p>
                      <a:pPr>
                        <a:lnSpc>
                          <a:spcPts val="1875"/>
                        </a:lnSpc>
                        <a:buNone/>
                      </a:pPr>
                      <a:r>
                        <a:rPr lang="sv-SE" sz="1700" b="1" cap="none" spc="0">
                          <a:solidFill>
                            <a:schemeClr val="tx1"/>
                          </a:solidFill>
                          <a:effectLst/>
                          <a:latin typeface="quote-cjk-patch"/>
                        </a:rPr>
                        <a:t>Automation</a:t>
                      </a:r>
                      <a:endParaRPr lang="sv-SE" sz="1700" b="0" cap="none" spc="0">
                        <a:solidFill>
                          <a:schemeClr val="tx1"/>
                        </a:solidFill>
                        <a:effectLst/>
                        <a:latin typeface="quote-cjk-patch"/>
                      </a:endParaRPr>
                    </a:p>
                  </a:txBody>
                  <a:tcPr marL="130559" marR="217599" marT="130559" marB="13599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nSpc>
                          <a:spcPts val="1875"/>
                        </a:lnSpc>
                        <a:buNone/>
                      </a:pPr>
                      <a:r>
                        <a:rPr lang="sv-SE" sz="1700" b="0" cap="none" spc="0">
                          <a:solidFill>
                            <a:schemeClr val="tx1"/>
                          </a:solidFill>
                          <a:effectLst/>
                          <a:latin typeface="quote-cjk-patch"/>
                        </a:rPr>
                        <a:t>Python-skript körs regelbundet (manuellt eller schemalagt)</a:t>
                      </a:r>
                    </a:p>
                  </a:txBody>
                  <a:tcPr marL="217599" marR="130559" marT="130559" marB="13599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953247446"/>
                  </a:ext>
                </a:extLst>
              </a:tr>
              <a:tr h="634663">
                <a:tc>
                  <a:txBody>
                    <a:bodyPr/>
                    <a:lstStyle/>
                    <a:p>
                      <a:pPr>
                        <a:lnSpc>
                          <a:spcPts val="1875"/>
                        </a:lnSpc>
                        <a:buNone/>
                      </a:pPr>
                      <a:r>
                        <a:rPr lang="sv-SE" sz="1700" b="1" cap="none" spc="0">
                          <a:solidFill>
                            <a:schemeClr val="tx1"/>
                          </a:solidFill>
                          <a:effectLst/>
                          <a:latin typeface="quote-cjk-patch"/>
                        </a:rPr>
                        <a:t>Visualisering</a:t>
                      </a:r>
                      <a:endParaRPr lang="sv-SE" sz="1700" b="0" cap="none" spc="0">
                        <a:solidFill>
                          <a:schemeClr val="tx1"/>
                        </a:solidFill>
                        <a:effectLst/>
                        <a:latin typeface="quote-cjk-patch"/>
                      </a:endParaRPr>
                    </a:p>
                  </a:txBody>
                  <a:tcPr marL="130559" marR="217599" marT="130559" marB="13599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lnSpc>
                          <a:spcPts val="1875"/>
                        </a:lnSpc>
                        <a:buNone/>
                      </a:pPr>
                      <a:r>
                        <a:rPr lang="sv-SE" sz="1700" b="0" cap="none" spc="0">
                          <a:solidFill>
                            <a:schemeClr val="tx1"/>
                          </a:solidFill>
                          <a:effectLst/>
                          <a:latin typeface="quote-cjk-patch"/>
                        </a:rPr>
                        <a:t>Power BI visar resultaten i en interaktiv rapport</a:t>
                      </a:r>
                    </a:p>
                  </a:txBody>
                  <a:tcPr marL="217599" marR="130559" marT="130559" marB="13599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410728516"/>
                  </a:ext>
                </a:extLst>
              </a:tr>
              <a:tr h="634663">
                <a:tc>
                  <a:txBody>
                    <a:bodyPr/>
                    <a:lstStyle/>
                    <a:p>
                      <a:pPr>
                        <a:lnSpc>
                          <a:spcPts val="1875"/>
                        </a:lnSpc>
                        <a:buNone/>
                      </a:pPr>
                      <a:r>
                        <a:rPr lang="sv-SE" sz="1700" b="1" cap="none" spc="0">
                          <a:solidFill>
                            <a:schemeClr val="tx1"/>
                          </a:solidFill>
                          <a:effectLst/>
                          <a:latin typeface="quote-cjk-patch"/>
                        </a:rPr>
                        <a:t>Resultat</a:t>
                      </a:r>
                      <a:endParaRPr lang="sv-SE" sz="1700" b="0" cap="none" spc="0">
                        <a:solidFill>
                          <a:schemeClr val="tx1"/>
                        </a:solidFill>
                        <a:effectLst/>
                        <a:latin typeface="quote-cjk-patch"/>
                      </a:endParaRPr>
                    </a:p>
                  </a:txBody>
                  <a:tcPr marL="130559" marR="217599" marT="130559" marB="13599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nSpc>
                          <a:spcPts val="1875"/>
                        </a:lnSpc>
                        <a:buNone/>
                      </a:pPr>
                      <a:r>
                        <a:rPr lang="sv-SE" sz="1700" b="0" cap="none" spc="0">
                          <a:solidFill>
                            <a:schemeClr val="tx1"/>
                          </a:solidFill>
                          <a:effectLst/>
                          <a:latin typeface="quote-cjk-patch"/>
                        </a:rPr>
                        <a:t>Ett komplett produktionsflöde från rådata till insikt</a:t>
                      </a:r>
                    </a:p>
                  </a:txBody>
                  <a:tcPr marL="217599" marR="130559" marT="130559" marB="13599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4167565589"/>
                  </a:ext>
                </a:extLst>
              </a:tr>
            </a:tbl>
          </a:graphicData>
        </a:graphic>
      </p:graphicFrame>
    </p:spTree>
    <p:extLst>
      <p:ext uri="{BB962C8B-B14F-4D97-AF65-F5344CB8AC3E}">
        <p14:creationId xmlns:p14="http://schemas.microsoft.com/office/powerpoint/2010/main" val="1048762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D81453C8-71CD-C4D4-ED42-8868AE077CDA}"/>
              </a:ext>
            </a:extLst>
          </p:cNvPr>
          <p:cNvSpPr>
            <a:spLocks noGrp="1"/>
          </p:cNvSpPr>
          <p:nvPr>
            <p:ph type="title"/>
          </p:nvPr>
        </p:nvSpPr>
        <p:spPr>
          <a:xfrm>
            <a:off x="1371597" y="348865"/>
            <a:ext cx="10044023" cy="877729"/>
          </a:xfrm>
        </p:spPr>
        <p:txBody>
          <a:bodyPr anchor="ctr">
            <a:normAutofit/>
          </a:bodyPr>
          <a:lstStyle/>
          <a:p>
            <a:r>
              <a:rPr lang="sv-SE" sz="3100">
                <a:solidFill>
                  <a:srgbClr val="FFFFFF"/>
                </a:solidFill>
                <a:ea typeface="+mj-lt"/>
                <a:cs typeface="+mj-lt"/>
              </a:rPr>
              <a:t>Steg 1: Installera SQL Server (Databasmotorn). Vanliga frågor</a:t>
            </a:r>
            <a:r>
              <a:rPr lang="sv-SE" sz="3100">
                <a:solidFill>
                  <a:srgbClr val="FFFFFF"/>
                </a:solidFill>
              </a:rPr>
              <a:t> </a:t>
            </a:r>
          </a:p>
        </p:txBody>
      </p:sp>
      <p:graphicFrame>
        <p:nvGraphicFramePr>
          <p:cNvPr id="5" name="Platshållare för innehåll 4">
            <a:extLst>
              <a:ext uri="{FF2B5EF4-FFF2-40B4-BE49-F238E27FC236}">
                <a16:creationId xmlns:a16="http://schemas.microsoft.com/office/drawing/2014/main" id="{18AF4F4F-C7CF-C7E8-9DE5-5E40FF7E04EB}"/>
              </a:ext>
            </a:extLst>
          </p:cNvPr>
          <p:cNvGraphicFramePr>
            <a:graphicFrameLocks noGrp="1"/>
          </p:cNvGraphicFramePr>
          <p:nvPr>
            <p:ph idx="1"/>
            <p:extLst>
              <p:ext uri="{D42A27DB-BD31-4B8C-83A1-F6EECF244321}">
                <p14:modId xmlns:p14="http://schemas.microsoft.com/office/powerpoint/2010/main" val="3502249205"/>
              </p:ext>
            </p:extLst>
          </p:nvPr>
        </p:nvGraphicFramePr>
        <p:xfrm>
          <a:off x="106180" y="1705131"/>
          <a:ext cx="11987485" cy="5014500"/>
        </p:xfrm>
        <a:graphic>
          <a:graphicData uri="http://schemas.openxmlformats.org/drawingml/2006/table">
            <a:tbl>
              <a:tblPr firstRow="1" bandRow="1">
                <a:tableStyleId>{9D7B26C5-4107-4FEC-AEDC-1716B250A1EF}</a:tableStyleId>
              </a:tblPr>
              <a:tblGrid>
                <a:gridCol w="3671454">
                  <a:extLst>
                    <a:ext uri="{9D8B030D-6E8A-4147-A177-3AD203B41FA5}">
                      <a16:colId xmlns:a16="http://schemas.microsoft.com/office/drawing/2014/main" val="224596923"/>
                    </a:ext>
                  </a:extLst>
                </a:gridCol>
                <a:gridCol w="8316031">
                  <a:extLst>
                    <a:ext uri="{9D8B030D-6E8A-4147-A177-3AD203B41FA5}">
                      <a16:colId xmlns:a16="http://schemas.microsoft.com/office/drawing/2014/main" val="1560125191"/>
                    </a:ext>
                  </a:extLst>
                </a:gridCol>
              </a:tblGrid>
              <a:tr h="599698">
                <a:tc>
                  <a:txBody>
                    <a:bodyPr/>
                    <a:lstStyle/>
                    <a:p>
                      <a:pPr algn="l">
                        <a:lnSpc>
                          <a:spcPts val="1875"/>
                        </a:lnSpc>
                        <a:buNone/>
                      </a:pPr>
                      <a:r>
                        <a:rPr lang="sv-SE" sz="2800" b="1">
                          <a:effectLst/>
                        </a:rPr>
                        <a:t>Fråga</a:t>
                      </a:r>
                      <a:endParaRPr lang="sv-SE" sz="2800" b="0">
                        <a:effectLst/>
                        <a:latin typeface="quote-cjk-patch"/>
                      </a:endParaRPr>
                    </a:p>
                  </a:txBody>
                  <a:tcPr marL="94758" marR="157930" marT="98706" marB="98706" anchor="ctr"/>
                </a:tc>
                <a:tc>
                  <a:txBody>
                    <a:bodyPr/>
                    <a:lstStyle/>
                    <a:p>
                      <a:pPr algn="l">
                        <a:lnSpc>
                          <a:spcPts val="1875"/>
                        </a:lnSpc>
                        <a:buNone/>
                      </a:pPr>
                      <a:r>
                        <a:rPr lang="sv-SE" sz="2800" b="1">
                          <a:effectLst/>
                        </a:rPr>
                        <a:t>Svar</a:t>
                      </a:r>
                      <a:endParaRPr lang="sv-SE" sz="2800" b="0">
                        <a:effectLst/>
                        <a:latin typeface="quote-cjk-patch"/>
                      </a:endParaRPr>
                    </a:p>
                  </a:txBody>
                  <a:tcPr marL="157930" marR="157930" marT="98706" marB="98706" anchor="ctr"/>
                </a:tc>
                <a:extLst>
                  <a:ext uri="{0D108BD9-81ED-4DB2-BD59-A6C34878D82A}">
                    <a16:rowId xmlns:a16="http://schemas.microsoft.com/office/drawing/2014/main" val="3585436073"/>
                  </a:ext>
                </a:extLst>
              </a:tr>
              <a:tr h="1224915">
                <a:tc>
                  <a:txBody>
                    <a:bodyPr/>
                    <a:lstStyle/>
                    <a:p>
                      <a:pPr>
                        <a:lnSpc>
                          <a:spcPts val="1875"/>
                        </a:lnSpc>
                        <a:buNone/>
                      </a:pPr>
                      <a:r>
                        <a:rPr lang="sv-SE" sz="1900" b="1">
                          <a:effectLst/>
                        </a:rPr>
                        <a:t>Vad är skillnaden på SQL Server och SSMS?</a:t>
                      </a:r>
                      <a:endParaRPr lang="sv-SE" sz="1900" b="0">
                        <a:effectLst/>
                        <a:latin typeface="quote-cjk-patch"/>
                      </a:endParaRPr>
                    </a:p>
                  </a:txBody>
                  <a:tcPr marL="94758" marR="157930" marT="98706" marB="98706" anchor="ctr"/>
                </a:tc>
                <a:tc>
                  <a:txBody>
                    <a:bodyPr/>
                    <a:lstStyle/>
                    <a:p>
                      <a:pPr>
                        <a:lnSpc>
                          <a:spcPts val="1875"/>
                        </a:lnSpc>
                        <a:buNone/>
                      </a:pPr>
                      <a:r>
                        <a:rPr lang="sv-SE" sz="1900" b="0">
                          <a:effectLst/>
                        </a:rPr>
                        <a:t>SQL Server är </a:t>
                      </a:r>
                      <a:r>
                        <a:rPr lang="sv-SE" sz="1900" b="1">
                          <a:effectLst/>
                        </a:rPr>
                        <a:t>motorn</a:t>
                      </a:r>
                      <a:r>
                        <a:rPr lang="sv-SE" sz="1900" b="0">
                          <a:effectLst/>
                        </a:rPr>
                        <a:t> (databasen). SSMS är </a:t>
                      </a:r>
                      <a:r>
                        <a:rPr lang="sv-SE" sz="1900" b="1">
                          <a:effectLst/>
                        </a:rPr>
                        <a:t>kontrollpanelen</a:t>
                      </a:r>
                      <a:r>
                        <a:rPr lang="sv-SE" sz="1900" b="0">
                          <a:effectLst/>
                        </a:rPr>
                        <a:t> (verktyget) som du använder för att prata med motorn. De installeras separat.</a:t>
                      </a:r>
                      <a:endParaRPr lang="sv-SE" sz="1900" b="0">
                        <a:effectLst/>
                        <a:latin typeface="quote-cjk-patch"/>
                      </a:endParaRPr>
                    </a:p>
                  </a:txBody>
                  <a:tcPr marL="157930" marR="94758" marT="98706" marB="98706" anchor="ctr"/>
                </a:tc>
                <a:extLst>
                  <a:ext uri="{0D108BD9-81ED-4DB2-BD59-A6C34878D82A}">
                    <a16:rowId xmlns:a16="http://schemas.microsoft.com/office/drawing/2014/main" val="4041281297"/>
                  </a:ext>
                </a:extLst>
              </a:tr>
              <a:tr h="918687">
                <a:tc>
                  <a:txBody>
                    <a:bodyPr/>
                    <a:lstStyle/>
                    <a:p>
                      <a:pPr>
                        <a:lnSpc>
                          <a:spcPts val="1875"/>
                        </a:lnSpc>
                        <a:buNone/>
                      </a:pPr>
                      <a:r>
                        <a:rPr lang="sv-SE" sz="1900" b="1">
                          <a:effectLst/>
                        </a:rPr>
                        <a:t>Behöver jag betala för SQL Server?</a:t>
                      </a:r>
                      <a:endParaRPr lang="sv-SE" sz="1900" b="0">
                        <a:effectLst/>
                        <a:latin typeface="quote-cjk-patch"/>
                      </a:endParaRPr>
                    </a:p>
                  </a:txBody>
                  <a:tcPr marL="94758" marR="157930" marT="98706" marB="98706" anchor="ctr"/>
                </a:tc>
                <a:tc>
                  <a:txBody>
                    <a:bodyPr/>
                    <a:lstStyle/>
                    <a:p>
                      <a:pPr>
                        <a:lnSpc>
                          <a:spcPts val="1875"/>
                        </a:lnSpc>
                        <a:buNone/>
                      </a:pPr>
                      <a:r>
                        <a:rPr lang="sv-SE" sz="1900" b="0">
                          <a:effectLst/>
                        </a:rPr>
                        <a:t>Nej, </a:t>
                      </a:r>
                      <a:r>
                        <a:rPr lang="sv-SE" sz="1900" b="1">
                          <a:effectLst/>
                        </a:rPr>
                        <a:t>SQL Server Developer Edition</a:t>
                      </a:r>
                      <a:r>
                        <a:rPr lang="sv-SE" sz="1900" b="0">
                          <a:effectLst/>
                        </a:rPr>
                        <a:t> är helt gratis för utveckling och testning.</a:t>
                      </a:r>
                      <a:endParaRPr lang="sv-SE" sz="1900" b="0">
                        <a:effectLst/>
                        <a:latin typeface="quote-cjk-patch"/>
                      </a:endParaRPr>
                    </a:p>
                  </a:txBody>
                  <a:tcPr marL="157930" marR="94758" marT="98706" marB="98706" anchor="ctr"/>
                </a:tc>
                <a:extLst>
                  <a:ext uri="{0D108BD9-81ED-4DB2-BD59-A6C34878D82A}">
                    <a16:rowId xmlns:a16="http://schemas.microsoft.com/office/drawing/2014/main" val="1181040141"/>
                  </a:ext>
                </a:extLst>
              </a:tr>
              <a:tr h="1135600">
                <a:tc>
                  <a:txBody>
                    <a:bodyPr/>
                    <a:lstStyle/>
                    <a:p>
                      <a:pPr>
                        <a:lnSpc>
                          <a:spcPts val="1875"/>
                        </a:lnSpc>
                        <a:buNone/>
                      </a:pPr>
                      <a:r>
                        <a:rPr lang="sv-SE" sz="1900" b="1">
                          <a:effectLst/>
                        </a:rPr>
                        <a:t>Vad är "localhost"?</a:t>
                      </a:r>
                      <a:endParaRPr lang="sv-SE" sz="1900" b="0">
                        <a:effectLst/>
                        <a:latin typeface="quote-cjk-patch"/>
                      </a:endParaRPr>
                    </a:p>
                  </a:txBody>
                  <a:tcPr marL="94758" marR="157930" marT="98706" marB="98706" anchor="ctr"/>
                </a:tc>
                <a:tc>
                  <a:txBody>
                    <a:bodyPr/>
                    <a:lstStyle/>
                    <a:p>
                      <a:pPr>
                        <a:lnSpc>
                          <a:spcPts val="1650"/>
                        </a:lnSpc>
                        <a:buNone/>
                      </a:pPr>
                      <a:r>
                        <a:rPr lang="sv-SE" sz="1900" b="0">
                          <a:effectLst/>
                        </a:rPr>
                        <a:t>localhost är en speciell adress som alltid pekar på din egen dator. Det är det enklaste sättet att ansluta till en lokalt installerad SQL Server.</a:t>
                      </a:r>
                      <a:endParaRPr lang="sv-SE" sz="1900" b="0">
                        <a:effectLst/>
                        <a:latin typeface="quote-cjk-patch"/>
                      </a:endParaRPr>
                    </a:p>
                  </a:txBody>
                  <a:tcPr marL="157930" marR="94758" marT="98706" marB="98706" anchor="ctr"/>
                </a:tc>
                <a:extLst>
                  <a:ext uri="{0D108BD9-81ED-4DB2-BD59-A6C34878D82A}">
                    <a16:rowId xmlns:a16="http://schemas.microsoft.com/office/drawing/2014/main" val="2583774297"/>
                  </a:ext>
                </a:extLst>
              </a:tr>
              <a:tr h="1135600">
                <a:tc>
                  <a:txBody>
                    <a:bodyPr/>
                    <a:lstStyle/>
                    <a:p>
                      <a:pPr>
                        <a:lnSpc>
                          <a:spcPts val="1875"/>
                        </a:lnSpc>
                        <a:buNone/>
                      </a:pPr>
                      <a:r>
                        <a:rPr lang="sv-SE" sz="1900" b="1">
                          <a:effectLst/>
                        </a:rPr>
                        <a:t>Vad gör jag om jag tappar bort servernamnet?</a:t>
                      </a:r>
                      <a:endParaRPr lang="sv-SE" sz="1900" b="0">
                        <a:effectLst/>
                        <a:latin typeface="quote-cjk-patch"/>
                      </a:endParaRPr>
                    </a:p>
                  </a:txBody>
                  <a:tcPr marL="94758" marR="157930" marT="98706" marB="98706" anchor="ctr"/>
                </a:tc>
                <a:tc>
                  <a:txBody>
                    <a:bodyPr/>
                    <a:lstStyle/>
                    <a:p>
                      <a:pPr>
                        <a:lnSpc>
                          <a:spcPts val="1650"/>
                        </a:lnSpc>
                        <a:buNone/>
                      </a:pPr>
                      <a:r>
                        <a:rPr lang="sv-SE" sz="1900" b="0">
                          <a:effectLst/>
                        </a:rPr>
                        <a:t>Du kan alltid hitta det senare i </a:t>
                      </a:r>
                      <a:r>
                        <a:rPr lang="sv-SE" sz="1900" b="1">
                          <a:effectLst/>
                        </a:rPr>
                        <a:t>SQL Server Configuration Manager</a:t>
                      </a:r>
                      <a:r>
                        <a:rPr lang="sv-SE" sz="1900" b="0">
                          <a:effectLst/>
                        </a:rPr>
                        <a:t> eller genom att öppna kommandotolken och skriva hostname.</a:t>
                      </a:r>
                      <a:endParaRPr lang="sv-SE" sz="1900" b="0">
                        <a:effectLst/>
                        <a:latin typeface="quote-cjk-patch"/>
                      </a:endParaRPr>
                    </a:p>
                  </a:txBody>
                  <a:tcPr marL="157930" marR="94758" marT="98706" marB="98706" anchor="ctr"/>
                </a:tc>
                <a:extLst>
                  <a:ext uri="{0D108BD9-81ED-4DB2-BD59-A6C34878D82A}">
                    <a16:rowId xmlns:a16="http://schemas.microsoft.com/office/drawing/2014/main" val="2989118103"/>
                  </a:ext>
                </a:extLst>
              </a:tr>
            </a:tbl>
          </a:graphicData>
        </a:graphic>
      </p:graphicFrame>
    </p:spTree>
    <p:extLst>
      <p:ext uri="{BB962C8B-B14F-4D97-AF65-F5344CB8AC3E}">
        <p14:creationId xmlns:p14="http://schemas.microsoft.com/office/powerpoint/2010/main" val="4130834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E9FA30AB-7350-FA5B-D9F8-6C9512B133F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Steg 1: </a:t>
            </a:r>
            <a:r>
              <a:rPr lang="en-US" sz="2500" kern="1200" err="1">
                <a:solidFill>
                  <a:srgbClr val="FFFFFF"/>
                </a:solidFill>
                <a:latin typeface="+mj-lt"/>
                <a:ea typeface="+mj-ea"/>
                <a:cs typeface="+mj-cs"/>
              </a:rPr>
              <a:t>Installera</a:t>
            </a:r>
            <a:r>
              <a:rPr lang="en-US" sz="2500" kern="1200">
                <a:solidFill>
                  <a:srgbClr val="FFFFFF"/>
                </a:solidFill>
                <a:latin typeface="+mj-lt"/>
                <a:ea typeface="+mj-ea"/>
                <a:cs typeface="+mj-cs"/>
              </a:rPr>
              <a:t> SQL Server (</a:t>
            </a:r>
            <a:r>
              <a:rPr lang="en-US" sz="2500" kern="1200" err="1">
                <a:solidFill>
                  <a:srgbClr val="FFFFFF"/>
                </a:solidFill>
                <a:latin typeface="+mj-lt"/>
                <a:ea typeface="+mj-ea"/>
                <a:cs typeface="+mj-cs"/>
              </a:rPr>
              <a:t>Databasmotorn</a:t>
            </a:r>
            <a:r>
              <a:rPr lang="en-US" sz="2500" kern="1200">
                <a:solidFill>
                  <a:srgbClr val="FFFFFF"/>
                </a:solidFill>
                <a:latin typeface="+mj-lt"/>
                <a:ea typeface="+mj-ea"/>
                <a:cs typeface="+mj-cs"/>
              </a:rPr>
              <a:t>)</a:t>
            </a:r>
            <a:br>
              <a:rPr lang="en-US" sz="2500" kern="1200">
                <a:solidFill>
                  <a:srgbClr val="FFFFFF"/>
                </a:solidFill>
                <a:latin typeface="+mj-lt"/>
                <a:ea typeface="+mj-ea"/>
                <a:cs typeface="+mj-cs"/>
              </a:rPr>
            </a:br>
            <a:r>
              <a:rPr lang="en-US" sz="2500" kern="1200">
                <a:solidFill>
                  <a:srgbClr val="FFFFFF"/>
                </a:solidFill>
                <a:latin typeface="+mj-lt"/>
                <a:ea typeface="+mj-ea"/>
                <a:cs typeface="+mj-cs"/>
              </a:rPr>
              <a:t>SQL Server </a:t>
            </a:r>
            <a:r>
              <a:rPr lang="en-US" sz="2500" kern="1200" err="1">
                <a:solidFill>
                  <a:srgbClr val="FFFFFF"/>
                </a:solidFill>
                <a:latin typeface="+mj-lt"/>
                <a:ea typeface="+mj-ea"/>
                <a:cs typeface="+mj-cs"/>
              </a:rPr>
              <a:t>är</a:t>
            </a:r>
            <a:r>
              <a:rPr lang="en-US" sz="2500" kern="1200">
                <a:solidFill>
                  <a:srgbClr val="FFFFFF"/>
                </a:solidFill>
                <a:latin typeface="+mj-lt"/>
                <a:ea typeface="+mj-ea"/>
                <a:cs typeface="+mj-cs"/>
              </a:rPr>
              <a:t> </a:t>
            </a:r>
            <a:r>
              <a:rPr lang="en-US" sz="2500" kern="1200" err="1">
                <a:solidFill>
                  <a:srgbClr val="FFFFFF"/>
                </a:solidFill>
                <a:latin typeface="+mj-lt"/>
                <a:ea typeface="+mj-ea"/>
                <a:cs typeface="+mj-cs"/>
              </a:rPr>
              <a:t>själva</a:t>
            </a:r>
            <a:r>
              <a:rPr lang="en-US" sz="2500" kern="1200">
                <a:solidFill>
                  <a:srgbClr val="FFFFFF"/>
                </a:solidFill>
                <a:latin typeface="+mj-lt"/>
                <a:ea typeface="+mj-ea"/>
                <a:cs typeface="+mj-cs"/>
              </a:rPr>
              <a:t> </a:t>
            </a:r>
            <a:r>
              <a:rPr lang="en-US" sz="2500" kern="1200" err="1">
                <a:solidFill>
                  <a:srgbClr val="FFFFFF"/>
                </a:solidFill>
                <a:latin typeface="+mj-lt"/>
                <a:ea typeface="+mj-ea"/>
                <a:cs typeface="+mj-cs"/>
              </a:rPr>
              <a:t>motorn</a:t>
            </a:r>
            <a:r>
              <a:rPr lang="en-US" sz="2500" kern="1200">
                <a:solidFill>
                  <a:srgbClr val="FFFFFF"/>
                </a:solidFill>
                <a:latin typeface="+mj-lt"/>
                <a:ea typeface="+mj-ea"/>
                <a:cs typeface="+mj-cs"/>
              </a:rPr>
              <a:t> </a:t>
            </a:r>
            <a:r>
              <a:rPr lang="en-US" sz="2500" kern="1200" err="1">
                <a:solidFill>
                  <a:srgbClr val="FFFFFF"/>
                </a:solidFill>
                <a:latin typeface="+mj-lt"/>
                <a:ea typeface="+mj-ea"/>
                <a:cs typeface="+mj-cs"/>
              </a:rPr>
              <a:t>som</a:t>
            </a:r>
            <a:r>
              <a:rPr lang="en-US" sz="2500" kern="1200">
                <a:solidFill>
                  <a:srgbClr val="FFFFFF"/>
                </a:solidFill>
                <a:latin typeface="+mj-lt"/>
                <a:ea typeface="+mj-ea"/>
                <a:cs typeface="+mj-cs"/>
              </a:rPr>
              <a:t> </a:t>
            </a:r>
            <a:r>
              <a:rPr lang="en-US" sz="2500" kern="1200" err="1">
                <a:solidFill>
                  <a:srgbClr val="FFFFFF"/>
                </a:solidFill>
                <a:latin typeface="+mj-lt"/>
                <a:ea typeface="+mj-ea"/>
                <a:cs typeface="+mj-cs"/>
              </a:rPr>
              <a:t>lagrar</a:t>
            </a:r>
            <a:r>
              <a:rPr lang="en-US" sz="2500" kern="1200">
                <a:solidFill>
                  <a:srgbClr val="FFFFFF"/>
                </a:solidFill>
                <a:latin typeface="+mj-lt"/>
                <a:ea typeface="+mj-ea"/>
                <a:cs typeface="+mj-cs"/>
              </a:rPr>
              <a:t> och </a:t>
            </a:r>
            <a:r>
              <a:rPr lang="en-US" sz="2500" kern="1200" err="1">
                <a:solidFill>
                  <a:srgbClr val="FFFFFF"/>
                </a:solidFill>
                <a:latin typeface="+mj-lt"/>
                <a:ea typeface="+mj-ea"/>
                <a:cs typeface="+mj-cs"/>
              </a:rPr>
              <a:t>hanterar</a:t>
            </a:r>
            <a:r>
              <a:rPr lang="en-US" sz="2500" kern="1200">
                <a:solidFill>
                  <a:srgbClr val="FFFFFF"/>
                </a:solidFill>
                <a:latin typeface="+mj-lt"/>
                <a:ea typeface="+mj-ea"/>
                <a:cs typeface="+mj-cs"/>
              </a:rPr>
              <a:t> all data.</a:t>
            </a:r>
          </a:p>
        </p:txBody>
      </p:sp>
      <p:graphicFrame>
        <p:nvGraphicFramePr>
          <p:cNvPr id="5" name="Platshållare för innehåll 4">
            <a:extLst>
              <a:ext uri="{FF2B5EF4-FFF2-40B4-BE49-F238E27FC236}">
                <a16:creationId xmlns:a16="http://schemas.microsoft.com/office/drawing/2014/main" id="{A8BE37CC-13F4-7B27-C056-34487999C916}"/>
              </a:ext>
            </a:extLst>
          </p:cNvPr>
          <p:cNvGraphicFramePr>
            <a:graphicFrameLocks noGrp="1"/>
          </p:cNvGraphicFramePr>
          <p:nvPr>
            <p:ph idx="1"/>
            <p:extLst>
              <p:ext uri="{D42A27DB-BD31-4B8C-83A1-F6EECF244321}">
                <p14:modId xmlns:p14="http://schemas.microsoft.com/office/powerpoint/2010/main" val="388828775"/>
              </p:ext>
            </p:extLst>
          </p:nvPr>
        </p:nvGraphicFramePr>
        <p:xfrm>
          <a:off x="1258" y="1576181"/>
          <a:ext cx="12176285" cy="5271529"/>
        </p:xfrm>
        <a:graphic>
          <a:graphicData uri="http://schemas.openxmlformats.org/drawingml/2006/table">
            <a:tbl>
              <a:tblPr firstRow="1" bandRow="1">
                <a:tableStyleId>{9D7B26C5-4107-4FEC-AEDC-1716B250A1EF}</a:tableStyleId>
              </a:tblPr>
              <a:tblGrid>
                <a:gridCol w="601115">
                  <a:extLst>
                    <a:ext uri="{9D8B030D-6E8A-4147-A177-3AD203B41FA5}">
                      <a16:colId xmlns:a16="http://schemas.microsoft.com/office/drawing/2014/main" val="3209639397"/>
                    </a:ext>
                  </a:extLst>
                </a:gridCol>
                <a:gridCol w="2115471">
                  <a:extLst>
                    <a:ext uri="{9D8B030D-6E8A-4147-A177-3AD203B41FA5}">
                      <a16:colId xmlns:a16="http://schemas.microsoft.com/office/drawing/2014/main" val="2935016823"/>
                    </a:ext>
                  </a:extLst>
                </a:gridCol>
                <a:gridCol w="9459699">
                  <a:extLst>
                    <a:ext uri="{9D8B030D-6E8A-4147-A177-3AD203B41FA5}">
                      <a16:colId xmlns:a16="http://schemas.microsoft.com/office/drawing/2014/main" val="3588628609"/>
                    </a:ext>
                  </a:extLst>
                </a:gridCol>
              </a:tblGrid>
              <a:tr h="368986">
                <a:tc>
                  <a:txBody>
                    <a:bodyPr/>
                    <a:lstStyle/>
                    <a:p>
                      <a:pPr algn="ctr">
                        <a:lnSpc>
                          <a:spcPct val="100000"/>
                        </a:lnSpc>
                        <a:buNone/>
                      </a:pPr>
                      <a:r>
                        <a:rPr lang="sv-SE" sz="1600" b="1">
                          <a:effectLst/>
                        </a:rPr>
                        <a:t>Steg</a:t>
                      </a:r>
                      <a:endParaRPr lang="sv-SE" sz="1600" b="0">
                        <a:effectLst/>
                        <a:latin typeface="quote-cjk-patch"/>
                      </a:endParaRPr>
                    </a:p>
                  </a:txBody>
                  <a:tcPr marL="63824" marR="106373" marT="66483" marB="66483" anchor="ctr"/>
                </a:tc>
                <a:tc>
                  <a:txBody>
                    <a:bodyPr/>
                    <a:lstStyle/>
                    <a:p>
                      <a:pPr algn="ctr">
                        <a:lnSpc>
                          <a:spcPct val="100000"/>
                        </a:lnSpc>
                        <a:buNone/>
                      </a:pPr>
                      <a:r>
                        <a:rPr lang="sv-SE" sz="1600" b="1">
                          <a:effectLst/>
                        </a:rPr>
                        <a:t>Vad ska du göra?</a:t>
                      </a:r>
                      <a:endParaRPr lang="sv-SE" sz="1600" b="0">
                        <a:effectLst/>
                        <a:latin typeface="quote-cjk-patch"/>
                      </a:endParaRPr>
                    </a:p>
                  </a:txBody>
                  <a:tcPr marL="106373" marR="106373" marT="66483" marB="66483" anchor="ctr"/>
                </a:tc>
                <a:tc>
                  <a:txBody>
                    <a:bodyPr/>
                    <a:lstStyle/>
                    <a:p>
                      <a:pPr algn="ctr">
                        <a:lnSpc>
                          <a:spcPct val="100000"/>
                        </a:lnSpc>
                        <a:buNone/>
                      </a:pPr>
                      <a:r>
                        <a:rPr lang="sv-SE" sz="1600" b="1">
                          <a:effectLst/>
                        </a:rPr>
                        <a:t>Instruktioner (anpassat för nybörjare)</a:t>
                      </a:r>
                      <a:endParaRPr lang="sv-SE" sz="1600" b="0">
                        <a:effectLst/>
                        <a:latin typeface="quote-cjk-patch"/>
                      </a:endParaRPr>
                    </a:p>
                  </a:txBody>
                  <a:tcPr marL="106373" marR="106373" marT="66483" marB="66483" anchor="ctr"/>
                </a:tc>
                <a:extLst>
                  <a:ext uri="{0D108BD9-81ED-4DB2-BD59-A6C34878D82A}">
                    <a16:rowId xmlns:a16="http://schemas.microsoft.com/office/drawing/2014/main" val="944628508"/>
                  </a:ext>
                </a:extLst>
              </a:tr>
              <a:tr h="617488">
                <a:tc>
                  <a:txBody>
                    <a:bodyPr/>
                    <a:lstStyle/>
                    <a:p>
                      <a:pPr algn="ctr">
                        <a:lnSpc>
                          <a:spcPct val="100000"/>
                        </a:lnSpc>
                        <a:buNone/>
                      </a:pPr>
                      <a:r>
                        <a:rPr lang="sv-SE" sz="1400" b="1">
                          <a:effectLst/>
                        </a:rPr>
                        <a:t>1</a:t>
                      </a:r>
                      <a:endParaRPr lang="sv-SE" sz="1400" b="0">
                        <a:effectLst/>
                        <a:latin typeface="quote-cjk-patch"/>
                      </a:endParaRPr>
                    </a:p>
                  </a:txBody>
                  <a:tcPr marL="63824" marR="106373" marT="66483" marB="66483" anchor="ctr"/>
                </a:tc>
                <a:tc>
                  <a:txBody>
                    <a:bodyPr/>
                    <a:lstStyle/>
                    <a:p>
                      <a:pPr algn="ctr">
                        <a:lnSpc>
                          <a:spcPct val="100000"/>
                        </a:lnSpc>
                        <a:buNone/>
                      </a:pPr>
                      <a:r>
                        <a:rPr lang="sv-SE" sz="1400" b="1">
                          <a:effectLst/>
                        </a:rPr>
                        <a:t>Ladda ner installationsfilen</a:t>
                      </a:r>
                      <a:endParaRPr lang="sv-SE" sz="1400" b="0">
                        <a:effectLst/>
                        <a:latin typeface="quote-cjk-patch"/>
                      </a:endParaRPr>
                    </a:p>
                  </a:txBody>
                  <a:tcPr marL="106373" marR="106373" marT="66483" marB="66483" anchor="ctr"/>
                </a:tc>
                <a:tc>
                  <a:txBody>
                    <a:bodyPr/>
                    <a:lstStyle/>
                    <a:p>
                      <a:pPr algn="l">
                        <a:lnSpc>
                          <a:spcPct val="100000"/>
                        </a:lnSpc>
                        <a:buNone/>
                      </a:pPr>
                      <a:r>
                        <a:rPr lang="sv-SE" sz="1400" b="0">
                          <a:effectLst/>
                        </a:rPr>
                        <a:t>Gå till </a:t>
                      </a:r>
                      <a:r>
                        <a:rPr lang="sv-SE" sz="1400" b="0" u="none" strike="noStrike">
                          <a:solidFill>
                            <a:srgbClr val="3964FE"/>
                          </a:solidFill>
                          <a:effectLst/>
                          <a:hlinkClick r:id="rId2"/>
                        </a:rPr>
                        <a:t>Microsofts officiella sida för SQL Server</a:t>
                      </a:r>
                      <a:r>
                        <a:rPr lang="sv-SE" sz="1400" b="0">
                          <a:effectLst/>
                        </a:rPr>
                        <a:t>. Klicka på knappen </a:t>
                      </a:r>
                      <a:r>
                        <a:rPr lang="sv-SE" sz="1400" b="1">
                          <a:effectLst/>
                        </a:rPr>
                        <a:t>"Ladda ner nu"</a:t>
                      </a:r>
                      <a:r>
                        <a:rPr lang="sv-SE" sz="1400" b="0">
                          <a:effectLst/>
                        </a:rPr>
                        <a:t> för </a:t>
                      </a:r>
                      <a:r>
                        <a:rPr lang="sv-SE" sz="1400" b="1">
                          <a:effectLst/>
                        </a:rPr>
                        <a:t>SQL Server 2022 Developer</a:t>
                      </a:r>
                      <a:r>
                        <a:rPr lang="sv-SE" sz="1400" b="0">
                          <a:effectLst/>
                        </a:rPr>
                        <a:t>. Developer-versionen är </a:t>
                      </a:r>
                      <a:r>
                        <a:rPr lang="sv-SE" sz="1400" b="1">
                          <a:effectLst/>
                        </a:rPr>
                        <a:t>helt gratis</a:t>
                      </a:r>
                      <a:r>
                        <a:rPr lang="sv-SE" sz="1400" b="0">
                          <a:effectLst/>
                        </a:rPr>
                        <a:t> för utveckling och testning.</a:t>
                      </a:r>
                      <a:endParaRPr lang="sv-SE" sz="1400" b="0">
                        <a:effectLst/>
                        <a:latin typeface="quote-cjk-patch"/>
                      </a:endParaRPr>
                    </a:p>
                  </a:txBody>
                  <a:tcPr marL="106373" marR="106373" marT="66483" marB="66483" anchor="ctr"/>
                </a:tc>
                <a:extLst>
                  <a:ext uri="{0D108BD9-81ED-4DB2-BD59-A6C34878D82A}">
                    <a16:rowId xmlns:a16="http://schemas.microsoft.com/office/drawing/2014/main" val="605114991"/>
                  </a:ext>
                </a:extLst>
              </a:tr>
              <a:tr h="594897">
                <a:tc>
                  <a:txBody>
                    <a:bodyPr/>
                    <a:lstStyle/>
                    <a:p>
                      <a:pPr algn="ctr">
                        <a:lnSpc>
                          <a:spcPct val="100000"/>
                        </a:lnSpc>
                        <a:buNone/>
                      </a:pPr>
                      <a:r>
                        <a:rPr lang="sv-SE" sz="1400" b="1">
                          <a:effectLst/>
                        </a:rPr>
                        <a:t>2</a:t>
                      </a:r>
                      <a:endParaRPr lang="sv-SE" sz="1400" b="0">
                        <a:effectLst/>
                        <a:latin typeface="quote-cjk-patch"/>
                      </a:endParaRPr>
                    </a:p>
                  </a:txBody>
                  <a:tcPr marL="63824" marR="106373" marT="66483" marB="66483" anchor="ctr"/>
                </a:tc>
                <a:tc>
                  <a:txBody>
                    <a:bodyPr/>
                    <a:lstStyle/>
                    <a:p>
                      <a:pPr algn="ctr">
                        <a:lnSpc>
                          <a:spcPct val="100000"/>
                        </a:lnSpc>
                        <a:buNone/>
                      </a:pPr>
                      <a:r>
                        <a:rPr lang="sv-SE" sz="1400" b="1">
                          <a:effectLst/>
                        </a:rPr>
                        <a:t>Starta installationen</a:t>
                      </a:r>
                      <a:endParaRPr lang="sv-SE" sz="1400" b="0">
                        <a:effectLst/>
                        <a:latin typeface="quote-cjk-patch"/>
                      </a:endParaRPr>
                    </a:p>
                  </a:txBody>
                  <a:tcPr marL="106373" marR="106373" marT="66483" marB="66483" anchor="ctr"/>
                </a:tc>
                <a:tc>
                  <a:txBody>
                    <a:bodyPr/>
                    <a:lstStyle/>
                    <a:p>
                      <a:pPr algn="l">
                        <a:lnSpc>
                          <a:spcPct val="100000"/>
                        </a:lnSpc>
                        <a:buNone/>
                      </a:pPr>
                      <a:r>
                        <a:rPr lang="sv-SE" sz="1400" b="0">
                          <a:effectLst/>
                        </a:rPr>
                        <a:t>Öppna den nedladdade filen (den heter något i stil med SQL2022-SSEI-Dev.exe). Välj installationsläget </a:t>
                      </a:r>
                      <a:r>
                        <a:rPr lang="sv-SE" sz="1400" b="1">
                          <a:effectLst/>
                        </a:rPr>
                        <a:t>"Grundläggande"</a:t>
                      </a:r>
                      <a:r>
                        <a:rPr lang="sv-SE" sz="1400" b="0">
                          <a:effectLst/>
                        </a:rPr>
                        <a:t> (Basic). Detta är enklast för nybörjare och kräver minst antal val.</a:t>
                      </a:r>
                      <a:endParaRPr lang="sv-SE" sz="1400" b="0">
                        <a:effectLst/>
                        <a:latin typeface="quote-cjk-patch"/>
                      </a:endParaRPr>
                    </a:p>
                  </a:txBody>
                  <a:tcPr marL="106373" marR="106373" marT="66483" marB="66483" anchor="ctr"/>
                </a:tc>
                <a:extLst>
                  <a:ext uri="{0D108BD9-81ED-4DB2-BD59-A6C34878D82A}">
                    <a16:rowId xmlns:a16="http://schemas.microsoft.com/office/drawing/2014/main" val="1164847502"/>
                  </a:ext>
                </a:extLst>
              </a:tr>
              <a:tr h="594897">
                <a:tc>
                  <a:txBody>
                    <a:bodyPr/>
                    <a:lstStyle/>
                    <a:p>
                      <a:pPr algn="ctr">
                        <a:lnSpc>
                          <a:spcPct val="100000"/>
                        </a:lnSpc>
                        <a:buNone/>
                      </a:pPr>
                      <a:r>
                        <a:rPr lang="sv-SE" sz="1400" b="1">
                          <a:effectLst/>
                        </a:rPr>
                        <a:t>3</a:t>
                      </a:r>
                      <a:endParaRPr lang="sv-SE" sz="1400" b="0">
                        <a:effectLst/>
                        <a:latin typeface="quote-cjk-patch"/>
                      </a:endParaRPr>
                    </a:p>
                  </a:txBody>
                  <a:tcPr marL="63824" marR="106373" marT="66483" marB="66483" anchor="ctr"/>
                </a:tc>
                <a:tc>
                  <a:txBody>
                    <a:bodyPr/>
                    <a:lstStyle/>
                    <a:p>
                      <a:pPr algn="ctr">
                        <a:lnSpc>
                          <a:spcPct val="100000"/>
                        </a:lnSpc>
                        <a:buNone/>
                      </a:pPr>
                      <a:r>
                        <a:rPr lang="sv-SE" sz="1400" b="1">
                          <a:effectLst/>
                        </a:rPr>
                        <a:t>Godkänn licensvillkoren</a:t>
                      </a:r>
                      <a:endParaRPr lang="sv-SE" sz="1400" b="0">
                        <a:effectLst/>
                        <a:latin typeface="quote-cjk-patch"/>
                      </a:endParaRPr>
                    </a:p>
                  </a:txBody>
                  <a:tcPr marL="106373" marR="106373" marT="66483" marB="66483" anchor="ctr"/>
                </a:tc>
                <a:tc>
                  <a:txBody>
                    <a:bodyPr/>
                    <a:lstStyle/>
                    <a:p>
                      <a:pPr algn="l">
                        <a:lnSpc>
                          <a:spcPct val="100000"/>
                        </a:lnSpc>
                        <a:buNone/>
                      </a:pPr>
                      <a:r>
                        <a:rPr lang="sv-SE" sz="1400" b="0">
                          <a:effectLst/>
                        </a:rPr>
                        <a:t>Läs igenom och klicka på </a:t>
                      </a:r>
                      <a:r>
                        <a:rPr lang="sv-SE" sz="1400" b="1">
                          <a:effectLst/>
                        </a:rPr>
                        <a:t>"Acceptera"</a:t>
                      </a:r>
                      <a:r>
                        <a:rPr lang="sv-SE" sz="1400" b="0">
                          <a:effectLst/>
                        </a:rPr>
                        <a:t> för att godkänna licensvillkoren.</a:t>
                      </a:r>
                      <a:endParaRPr lang="sv-SE" sz="1400" b="0">
                        <a:effectLst/>
                        <a:latin typeface="quote-cjk-patch"/>
                      </a:endParaRPr>
                    </a:p>
                  </a:txBody>
                  <a:tcPr marL="106373" marR="106373" marT="66483" marB="66483" anchor="ctr"/>
                </a:tc>
                <a:extLst>
                  <a:ext uri="{0D108BD9-81ED-4DB2-BD59-A6C34878D82A}">
                    <a16:rowId xmlns:a16="http://schemas.microsoft.com/office/drawing/2014/main" val="2966190724"/>
                  </a:ext>
                </a:extLst>
              </a:tr>
              <a:tr h="594897">
                <a:tc>
                  <a:txBody>
                    <a:bodyPr/>
                    <a:lstStyle/>
                    <a:p>
                      <a:pPr algn="ctr">
                        <a:lnSpc>
                          <a:spcPct val="100000"/>
                        </a:lnSpc>
                        <a:buNone/>
                      </a:pPr>
                      <a:r>
                        <a:rPr lang="sv-SE" sz="1400" b="1">
                          <a:effectLst/>
                        </a:rPr>
                        <a:t>4</a:t>
                      </a:r>
                      <a:endParaRPr lang="sv-SE" sz="1400" b="0">
                        <a:effectLst/>
                        <a:latin typeface="quote-cjk-patch"/>
                      </a:endParaRPr>
                    </a:p>
                  </a:txBody>
                  <a:tcPr marL="63824" marR="106373" marT="66483" marB="66483" anchor="ctr"/>
                </a:tc>
                <a:tc>
                  <a:txBody>
                    <a:bodyPr/>
                    <a:lstStyle/>
                    <a:p>
                      <a:pPr algn="ctr">
                        <a:lnSpc>
                          <a:spcPct val="100000"/>
                        </a:lnSpc>
                        <a:buNone/>
                      </a:pPr>
                      <a:r>
                        <a:rPr lang="sv-SE" sz="1400" b="1">
                          <a:effectLst/>
                        </a:rPr>
                        <a:t>Välj installationsplats</a:t>
                      </a:r>
                      <a:endParaRPr lang="sv-SE" sz="1400" b="0">
                        <a:effectLst/>
                        <a:latin typeface="quote-cjk-patch"/>
                      </a:endParaRPr>
                    </a:p>
                  </a:txBody>
                  <a:tcPr marL="106373" marR="106373" marT="66483" marB="66483" anchor="ctr"/>
                </a:tc>
                <a:tc>
                  <a:txBody>
                    <a:bodyPr/>
                    <a:lstStyle/>
                    <a:p>
                      <a:pPr algn="l">
                        <a:lnSpc>
                          <a:spcPct val="100000"/>
                        </a:lnSpc>
                        <a:buNone/>
                      </a:pPr>
                      <a:r>
                        <a:rPr lang="sv-SE" sz="1400" b="0">
                          <a:effectLst/>
                        </a:rPr>
                        <a:t>Välj var på datorn SQL Server ska installeras. Standardinställningen (C:\Program Files\Microsoft SQL Server\) är oftast bäst för nybörjare.</a:t>
                      </a:r>
                      <a:endParaRPr lang="sv-SE" sz="1400" b="0">
                        <a:effectLst/>
                        <a:latin typeface="quote-cjk-patch"/>
                      </a:endParaRPr>
                    </a:p>
                  </a:txBody>
                  <a:tcPr marL="106373" marR="106373" marT="66483" marB="66483" anchor="ctr"/>
                </a:tc>
                <a:extLst>
                  <a:ext uri="{0D108BD9-81ED-4DB2-BD59-A6C34878D82A}">
                    <a16:rowId xmlns:a16="http://schemas.microsoft.com/office/drawing/2014/main" val="4230260910"/>
                  </a:ext>
                </a:extLst>
              </a:tr>
              <a:tr h="368986">
                <a:tc>
                  <a:txBody>
                    <a:bodyPr/>
                    <a:lstStyle/>
                    <a:p>
                      <a:pPr algn="ctr">
                        <a:lnSpc>
                          <a:spcPct val="100000"/>
                        </a:lnSpc>
                        <a:buNone/>
                      </a:pPr>
                      <a:r>
                        <a:rPr lang="sv-SE" sz="1400" b="1">
                          <a:effectLst/>
                        </a:rPr>
                        <a:t>5</a:t>
                      </a:r>
                      <a:endParaRPr lang="sv-SE" sz="1400" b="0">
                        <a:effectLst/>
                        <a:latin typeface="quote-cjk-patch"/>
                      </a:endParaRPr>
                    </a:p>
                  </a:txBody>
                  <a:tcPr marL="63824" marR="106373" marT="66483" marB="66483" anchor="ctr"/>
                </a:tc>
                <a:tc>
                  <a:txBody>
                    <a:bodyPr/>
                    <a:lstStyle/>
                    <a:p>
                      <a:pPr algn="ctr">
                        <a:lnSpc>
                          <a:spcPct val="100000"/>
                        </a:lnSpc>
                        <a:buNone/>
                      </a:pPr>
                      <a:r>
                        <a:rPr lang="sv-SE" sz="1400" b="1">
                          <a:effectLst/>
                        </a:rPr>
                        <a:t>Installera</a:t>
                      </a:r>
                      <a:endParaRPr lang="sv-SE" sz="1400" b="0">
                        <a:effectLst/>
                        <a:latin typeface="quote-cjk-patch"/>
                      </a:endParaRPr>
                    </a:p>
                  </a:txBody>
                  <a:tcPr marL="106373" marR="106373" marT="66483" marB="66483" anchor="ctr"/>
                </a:tc>
                <a:tc>
                  <a:txBody>
                    <a:bodyPr/>
                    <a:lstStyle/>
                    <a:p>
                      <a:pPr algn="l">
                        <a:lnSpc>
                          <a:spcPct val="100000"/>
                        </a:lnSpc>
                        <a:buNone/>
                      </a:pPr>
                      <a:r>
                        <a:rPr lang="sv-SE" sz="1400" b="0">
                          <a:effectLst/>
                        </a:rPr>
                        <a:t>Klicka på knappen </a:t>
                      </a:r>
                      <a:r>
                        <a:rPr lang="sv-SE" sz="1400" b="1">
                          <a:effectLst/>
                        </a:rPr>
                        <a:t>"Installera"</a:t>
                      </a:r>
                      <a:r>
                        <a:rPr lang="sv-SE" sz="1400" b="0">
                          <a:effectLst/>
                        </a:rPr>
                        <a:t>. Installationen tar några minuter. Du ser en grön förloppsindikator.</a:t>
                      </a:r>
                      <a:endParaRPr lang="sv-SE" sz="1400" b="0">
                        <a:effectLst/>
                        <a:latin typeface="quote-cjk-patch"/>
                      </a:endParaRPr>
                    </a:p>
                  </a:txBody>
                  <a:tcPr marL="106373" marR="106373" marT="66483" marB="66483" anchor="ctr"/>
                </a:tc>
                <a:extLst>
                  <a:ext uri="{0D108BD9-81ED-4DB2-BD59-A6C34878D82A}">
                    <a16:rowId xmlns:a16="http://schemas.microsoft.com/office/drawing/2014/main" val="499044561"/>
                  </a:ext>
                </a:extLst>
              </a:tr>
              <a:tr h="1754572">
                <a:tc>
                  <a:txBody>
                    <a:bodyPr/>
                    <a:lstStyle/>
                    <a:p>
                      <a:pPr algn="ctr">
                        <a:lnSpc>
                          <a:spcPct val="100000"/>
                        </a:lnSpc>
                        <a:buNone/>
                      </a:pPr>
                      <a:r>
                        <a:rPr lang="sv-SE" sz="1400" b="1">
                          <a:effectLst/>
                        </a:rPr>
                        <a:t>6</a:t>
                      </a:r>
                      <a:endParaRPr lang="sv-SE" sz="1400" b="0">
                        <a:effectLst/>
                        <a:latin typeface="quote-cjk-patch"/>
                      </a:endParaRPr>
                    </a:p>
                  </a:txBody>
                  <a:tcPr marL="63824" marR="106373" marT="66483" marB="66483" anchor="ctr"/>
                </a:tc>
                <a:tc>
                  <a:txBody>
                    <a:bodyPr/>
                    <a:lstStyle/>
                    <a:p>
                      <a:pPr algn="ctr">
                        <a:lnSpc>
                          <a:spcPct val="100000"/>
                        </a:lnSpc>
                        <a:buNone/>
                      </a:pPr>
                      <a:r>
                        <a:rPr lang="sv-SE" sz="1400" b="1">
                          <a:effectLst/>
                        </a:rPr>
                        <a:t>Notera servernamnet!</a:t>
                      </a:r>
                      <a:endParaRPr lang="sv-SE" sz="1400" b="0">
                        <a:effectLst/>
                        <a:latin typeface="quote-cjk-patch"/>
                      </a:endParaRPr>
                    </a:p>
                  </a:txBody>
                  <a:tcPr marL="106373" marR="106373" marT="66483" marB="66483" anchor="ctr"/>
                </a:tc>
                <a:tc>
                  <a:txBody>
                    <a:bodyPr/>
                    <a:lstStyle/>
                    <a:p>
                      <a:pPr algn="l">
                        <a:lnSpc>
                          <a:spcPct val="100000"/>
                        </a:lnSpc>
                        <a:buNone/>
                      </a:pPr>
                      <a:r>
                        <a:rPr lang="sv-SE" sz="1400" b="0">
                          <a:effectLst/>
                        </a:rPr>
                        <a:t>När installationen är klar visas ett fönster med information. </a:t>
                      </a:r>
                      <a:r>
                        <a:rPr lang="sv-SE" sz="1400" b="1">
                          <a:effectLst/>
                        </a:rPr>
                        <a:t>Det viktigaste här är servernamnet</a:t>
                      </a:r>
                      <a:r>
                        <a:rPr lang="sv-SE" sz="1400" b="0">
                          <a:effectLst/>
                        </a:rPr>
                        <a:t>. Det ser oftast ut som din dators namn, till exempel:</a:t>
                      </a:r>
                      <a:br>
                        <a:rPr lang="sv-SE" sz="1400" b="0">
                          <a:effectLst/>
                        </a:rPr>
                      </a:br>
                      <a:r>
                        <a:rPr lang="sv-SE" sz="1400" b="0">
                          <a:effectLst/>
                        </a:rPr>
                        <a:t>•</a:t>
                      </a:r>
                      <a:r>
                        <a:rPr lang="sv-SE" sz="1800" b="0">
                          <a:effectLst/>
                        </a:rPr>
                        <a:t> </a:t>
                      </a:r>
                      <a:r>
                        <a:rPr lang="sv-SE" sz="1800" b="1">
                          <a:effectLst/>
                          <a:highlight>
                            <a:srgbClr val="FF0000"/>
                          </a:highlight>
                        </a:rPr>
                        <a:t>localhost</a:t>
                      </a:r>
                      <a:br>
                        <a:rPr lang="sv-SE" sz="1400" b="0">
                          <a:effectLst/>
                        </a:rPr>
                      </a:br>
                      <a:r>
                        <a:rPr lang="sv-SE" sz="1400" b="0">
                          <a:effectLst/>
                        </a:rPr>
                        <a:t>• DESKTOP-ABC123</a:t>
                      </a:r>
                      <a:br>
                        <a:rPr lang="sv-SE" sz="1400" b="0">
                          <a:effectLst/>
                        </a:rPr>
                      </a:br>
                      <a:r>
                        <a:rPr lang="sv-SE" sz="1400" b="0">
                          <a:effectLst/>
                        </a:rPr>
                        <a:t>• (localdb)\MSSQLLocalDB (om du valde LocalDB)</a:t>
                      </a:r>
                      <a:br>
                        <a:rPr lang="sv-SE" sz="1400" b="0">
                          <a:effectLst/>
                        </a:rPr>
                      </a:br>
                      <a:br>
                        <a:rPr lang="sv-SE" sz="1400" b="0">
                          <a:effectLst/>
                        </a:rPr>
                      </a:br>
                      <a:r>
                        <a:rPr lang="sv-SE" sz="1400" b="1">
                          <a:effectLst/>
                        </a:rPr>
                        <a:t>Spara detta namn!</a:t>
                      </a:r>
                      <a:r>
                        <a:rPr lang="sv-SE" sz="1400" b="0">
                          <a:effectLst/>
                        </a:rPr>
                        <a:t> Du kommer att behöva det för att ansluta till databasen senare.</a:t>
                      </a:r>
                      <a:endParaRPr lang="sv-SE" sz="1400" b="0">
                        <a:effectLst/>
                        <a:latin typeface="quote-cjk-patch"/>
                      </a:endParaRPr>
                    </a:p>
                  </a:txBody>
                  <a:tcPr marL="106373" marR="106373" marT="66483" marB="66483" anchor="ctr"/>
                </a:tc>
                <a:extLst>
                  <a:ext uri="{0D108BD9-81ED-4DB2-BD59-A6C34878D82A}">
                    <a16:rowId xmlns:a16="http://schemas.microsoft.com/office/drawing/2014/main" val="1692195091"/>
                  </a:ext>
                </a:extLst>
              </a:tr>
              <a:tr h="368986">
                <a:tc>
                  <a:txBody>
                    <a:bodyPr/>
                    <a:lstStyle/>
                    <a:p>
                      <a:pPr algn="ctr">
                        <a:lnSpc>
                          <a:spcPct val="100000"/>
                        </a:lnSpc>
                        <a:buNone/>
                      </a:pPr>
                      <a:r>
                        <a:rPr lang="sv-SE" sz="1400" b="1">
                          <a:effectLst/>
                        </a:rPr>
                        <a:t>7</a:t>
                      </a:r>
                      <a:endParaRPr lang="sv-SE" sz="1400" b="0">
                        <a:effectLst/>
                        <a:latin typeface="quote-cjk-patch"/>
                      </a:endParaRPr>
                    </a:p>
                  </a:txBody>
                  <a:tcPr marL="63824" marR="106373" marT="66483" marB="66483" anchor="ctr"/>
                </a:tc>
                <a:tc>
                  <a:txBody>
                    <a:bodyPr/>
                    <a:lstStyle/>
                    <a:p>
                      <a:pPr algn="ctr">
                        <a:lnSpc>
                          <a:spcPct val="100000"/>
                        </a:lnSpc>
                        <a:buNone/>
                      </a:pPr>
                      <a:r>
                        <a:rPr lang="sv-SE" sz="1400" b="1">
                          <a:effectLst/>
                        </a:rPr>
                        <a:t>Installation klar!</a:t>
                      </a:r>
                      <a:endParaRPr lang="sv-SE" sz="1400" b="0">
                        <a:effectLst/>
                        <a:latin typeface="quote-cjk-patch"/>
                      </a:endParaRPr>
                    </a:p>
                  </a:txBody>
                  <a:tcPr marL="106373" marR="106373" marT="66483" marB="66483" anchor="ctr"/>
                </a:tc>
                <a:tc>
                  <a:txBody>
                    <a:bodyPr/>
                    <a:lstStyle/>
                    <a:p>
                      <a:pPr algn="l">
                        <a:lnSpc>
                          <a:spcPct val="100000"/>
                        </a:lnSpc>
                        <a:buNone/>
                      </a:pPr>
                      <a:r>
                        <a:rPr lang="sv-SE" sz="1400" b="0">
                          <a:effectLst/>
                        </a:rPr>
                        <a:t>Klicka på </a:t>
                      </a:r>
                      <a:r>
                        <a:rPr lang="sv-SE" sz="1400" b="1">
                          <a:effectLst/>
                        </a:rPr>
                        <a:t>"Stäng"</a:t>
                      </a:r>
                      <a:r>
                        <a:rPr lang="sv-SE" sz="1400" b="0">
                          <a:effectLst/>
                        </a:rPr>
                        <a:t> (Close). SQL Server är nu installerat och körs som en tjänst i bakgrunden.</a:t>
                      </a:r>
                      <a:endParaRPr lang="sv-SE" sz="1400" b="0">
                        <a:effectLst/>
                        <a:latin typeface="quote-cjk-patch"/>
                      </a:endParaRPr>
                    </a:p>
                  </a:txBody>
                  <a:tcPr marL="106373" marR="106373" marT="66483" marB="66483" anchor="ctr"/>
                </a:tc>
                <a:extLst>
                  <a:ext uri="{0D108BD9-81ED-4DB2-BD59-A6C34878D82A}">
                    <a16:rowId xmlns:a16="http://schemas.microsoft.com/office/drawing/2014/main" val="1658673156"/>
                  </a:ext>
                </a:extLst>
              </a:tr>
            </a:tbl>
          </a:graphicData>
        </a:graphic>
      </p:graphicFrame>
    </p:spTree>
    <p:extLst>
      <p:ext uri="{BB962C8B-B14F-4D97-AF65-F5344CB8AC3E}">
        <p14:creationId xmlns:p14="http://schemas.microsoft.com/office/powerpoint/2010/main" val="4217814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Rubrik 1">
            <a:extLst>
              <a:ext uri="{FF2B5EF4-FFF2-40B4-BE49-F238E27FC236}">
                <a16:creationId xmlns:a16="http://schemas.microsoft.com/office/drawing/2014/main" id="{D74E3AD7-380A-F5A7-118B-C8EBAF9E4EDA}"/>
              </a:ext>
            </a:extLst>
          </p:cNvPr>
          <p:cNvSpPr>
            <a:spLocks noGrp="1"/>
          </p:cNvSpPr>
          <p:nvPr>
            <p:ph type="title"/>
          </p:nvPr>
        </p:nvSpPr>
        <p:spPr>
          <a:xfrm>
            <a:off x="786385" y="841248"/>
            <a:ext cx="5129600" cy="5340097"/>
          </a:xfrm>
        </p:spPr>
        <p:txBody>
          <a:bodyPr anchor="ctr">
            <a:normAutofit/>
          </a:bodyPr>
          <a:lstStyle/>
          <a:p>
            <a:r>
              <a:rPr lang="sv-SE" sz="4800">
                <a:solidFill>
                  <a:schemeClr val="bg1"/>
                </a:solidFill>
                <a:ea typeface="+mj-lt"/>
                <a:cs typeface="+mj-lt"/>
              </a:rPr>
              <a:t>Steg 2: Installera SSMS (SQL Server Management Studio).</a:t>
            </a:r>
            <a:endParaRPr lang="sv-SE" sz="4800">
              <a:solidFill>
                <a:schemeClr val="bg1"/>
              </a:solidFill>
            </a:endParaRPr>
          </a:p>
        </p:txBody>
      </p:sp>
      <p:sp>
        <p:nvSpPr>
          <p:cNvPr id="3" name="Platshållare för innehåll 2">
            <a:extLst>
              <a:ext uri="{FF2B5EF4-FFF2-40B4-BE49-F238E27FC236}">
                <a16:creationId xmlns:a16="http://schemas.microsoft.com/office/drawing/2014/main" id="{7C5121CB-3751-0C91-A029-E1EC8BA67EF2}"/>
              </a:ext>
            </a:extLst>
          </p:cNvPr>
          <p:cNvSpPr>
            <a:spLocks noGrp="1"/>
          </p:cNvSpPr>
          <p:nvPr>
            <p:ph idx="1"/>
          </p:nvPr>
        </p:nvSpPr>
        <p:spPr>
          <a:xfrm>
            <a:off x="6464410" y="841247"/>
            <a:ext cx="4484536" cy="5340097"/>
          </a:xfrm>
        </p:spPr>
        <p:txBody>
          <a:bodyPr vert="horz" lIns="91440" tIns="45720" rIns="91440" bIns="45720" rtlCol="0" anchor="ctr">
            <a:normAutofit/>
          </a:bodyPr>
          <a:lstStyle/>
          <a:p>
            <a:r>
              <a:rPr lang="sv-SE" sz="1800">
                <a:solidFill>
                  <a:schemeClr val="tx2"/>
                </a:solidFill>
                <a:ea typeface="+mn-lt"/>
                <a:cs typeface="+mn-lt"/>
              </a:rPr>
              <a:t>SSMS är kontrollpanelen eller verktyget för att prata med din databas.</a:t>
            </a:r>
            <a:endParaRPr lang="sv-SE" sz="1800">
              <a:solidFill>
                <a:schemeClr val="tx2"/>
              </a:solidFill>
            </a:endParaRPr>
          </a:p>
          <a:p>
            <a:pPr marL="0" indent="0">
              <a:buNone/>
            </a:pPr>
            <a:r>
              <a:rPr lang="sv-SE" sz="1800">
                <a:solidFill>
                  <a:schemeClr val="tx2"/>
                </a:solidFill>
                <a:highlight>
                  <a:srgbClr val="FFFFFF"/>
                </a:highlight>
                <a:ea typeface="+mn-lt"/>
                <a:cs typeface="+mn-lt"/>
              </a:rPr>
              <a:t>Med SSMS får du ett grafiskt fönster där du kan:</a:t>
            </a:r>
            <a:endParaRPr lang="sv-SE" sz="1800">
              <a:solidFill>
                <a:schemeClr val="tx2"/>
              </a:solidFill>
              <a:ea typeface="+mn-lt"/>
              <a:cs typeface="+mn-lt"/>
            </a:endParaRPr>
          </a:p>
          <a:p>
            <a:r>
              <a:rPr lang="sv-SE" sz="1800">
                <a:solidFill>
                  <a:schemeClr val="tx2"/>
                </a:solidFill>
                <a:highlight>
                  <a:srgbClr val="FFFFFF"/>
                </a:highlight>
                <a:ea typeface="+mn-lt"/>
                <a:cs typeface="+mn-lt"/>
              </a:rPr>
              <a:t>Skapa nya databaser</a:t>
            </a:r>
            <a:endParaRPr lang="sv-SE" sz="1800">
              <a:solidFill>
                <a:schemeClr val="tx2"/>
              </a:solidFill>
            </a:endParaRPr>
          </a:p>
          <a:p>
            <a:r>
              <a:rPr lang="sv-SE" sz="1800">
                <a:solidFill>
                  <a:schemeClr val="tx2"/>
                </a:solidFill>
                <a:highlight>
                  <a:srgbClr val="FFFFFF"/>
                </a:highlight>
                <a:ea typeface="+mn-lt"/>
                <a:cs typeface="+mn-lt"/>
              </a:rPr>
              <a:t>Bygga tabeller (som Excel-ark)</a:t>
            </a:r>
            <a:endParaRPr lang="sv-SE" sz="1800">
              <a:solidFill>
                <a:schemeClr val="tx2"/>
              </a:solidFill>
            </a:endParaRPr>
          </a:p>
          <a:p>
            <a:r>
              <a:rPr lang="sv-SE" sz="1800">
                <a:solidFill>
                  <a:schemeClr val="tx2"/>
                </a:solidFill>
                <a:highlight>
                  <a:srgbClr val="FFFFFF"/>
                </a:highlight>
                <a:ea typeface="+mn-lt"/>
                <a:cs typeface="+mn-lt"/>
              </a:rPr>
              <a:t>Skriva och köra frågor</a:t>
            </a:r>
            <a:endParaRPr lang="sv-SE" sz="1800">
              <a:solidFill>
                <a:schemeClr val="tx2"/>
              </a:solidFill>
            </a:endParaRPr>
          </a:p>
          <a:p>
            <a:r>
              <a:rPr lang="sv-SE" sz="1800">
                <a:solidFill>
                  <a:schemeClr val="tx2"/>
                </a:solidFill>
                <a:highlight>
                  <a:srgbClr val="FFFFFF"/>
                </a:highlight>
                <a:ea typeface="+mn-lt"/>
                <a:cs typeface="+mn-lt"/>
              </a:rPr>
              <a:t>Se och redigera data</a:t>
            </a:r>
            <a:endParaRPr lang="sv-SE" sz="1800">
              <a:solidFill>
                <a:schemeClr val="tx2"/>
              </a:solidFill>
            </a:endParaRPr>
          </a:p>
          <a:p>
            <a:r>
              <a:rPr lang="sv-SE" sz="1800">
                <a:solidFill>
                  <a:schemeClr val="tx2"/>
                </a:solidFill>
                <a:highlight>
                  <a:srgbClr val="FFFFFF"/>
                </a:highlight>
                <a:ea typeface="+mn-lt"/>
                <a:cs typeface="+mn-lt"/>
              </a:rPr>
              <a:t>Hantera säkerhet och användare</a:t>
            </a:r>
            <a:endParaRPr lang="sv-SE" sz="1800">
              <a:solidFill>
                <a:schemeClr val="tx2"/>
              </a:solidFill>
            </a:endParaRPr>
          </a:p>
          <a:p>
            <a:r>
              <a:rPr lang="sv-SE" sz="1800">
                <a:solidFill>
                  <a:schemeClr val="tx2"/>
                </a:solidFill>
                <a:ea typeface="+mn-lt"/>
                <a:cs typeface="+mn-lt"/>
              </a:rPr>
              <a:t>Vi behöver ett användarvänligt sätt att bygga vår databasstruktur. SSMS är bron mellan dig som utvecklare och den underliggande datamotorn. Utan SSMS kan vi inte skapa de tabeller som vårt nätverkssäkerhetsprojekt behöver .</a:t>
            </a:r>
            <a:endParaRPr lang="sv-SE" sz="1800">
              <a:solidFill>
                <a:schemeClr val="tx2"/>
              </a:solidFill>
            </a:endParaRPr>
          </a:p>
        </p:txBody>
      </p:sp>
    </p:spTree>
    <p:extLst>
      <p:ext uri="{BB962C8B-B14F-4D97-AF65-F5344CB8AC3E}">
        <p14:creationId xmlns:p14="http://schemas.microsoft.com/office/powerpoint/2010/main" val="3097990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4638A2F2-F640-2713-B681-CE4B53F4882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Steg-för-</a:t>
            </a:r>
            <a:r>
              <a:rPr lang="en-US" sz="3700" kern="1200" err="1">
                <a:solidFill>
                  <a:srgbClr val="FFFFFF"/>
                </a:solidFill>
                <a:latin typeface="+mj-lt"/>
                <a:ea typeface="+mj-ea"/>
                <a:cs typeface="+mj-cs"/>
              </a:rPr>
              <a:t>steg</a:t>
            </a:r>
            <a:r>
              <a:rPr lang="en-US" sz="3700" kern="1200">
                <a:solidFill>
                  <a:srgbClr val="FFFFFF"/>
                </a:solidFill>
                <a:latin typeface="+mj-lt"/>
                <a:ea typeface="+mj-ea"/>
                <a:cs typeface="+mj-cs"/>
              </a:rPr>
              <a:t> </a:t>
            </a:r>
            <a:r>
              <a:rPr lang="en-US" sz="3700" kern="1200" err="1">
                <a:solidFill>
                  <a:srgbClr val="FFFFFF"/>
                </a:solidFill>
                <a:latin typeface="+mj-lt"/>
                <a:ea typeface="+mj-ea"/>
                <a:cs typeface="+mj-cs"/>
              </a:rPr>
              <a:t>instruktioner</a:t>
            </a:r>
            <a:r>
              <a:rPr lang="en-US" sz="3700" kern="1200">
                <a:solidFill>
                  <a:srgbClr val="FFFFFF"/>
                </a:solidFill>
                <a:latin typeface="+mj-lt"/>
                <a:ea typeface="+mj-ea"/>
                <a:cs typeface="+mj-cs"/>
              </a:rPr>
              <a:t> för SSMS-installation</a:t>
            </a:r>
          </a:p>
        </p:txBody>
      </p:sp>
      <p:graphicFrame>
        <p:nvGraphicFramePr>
          <p:cNvPr id="5" name="Platshållare för innehåll 4">
            <a:extLst>
              <a:ext uri="{FF2B5EF4-FFF2-40B4-BE49-F238E27FC236}">
                <a16:creationId xmlns:a16="http://schemas.microsoft.com/office/drawing/2014/main" id="{B3B31FE2-7429-775E-ACE3-9C97FDF41674}"/>
              </a:ext>
            </a:extLst>
          </p:cNvPr>
          <p:cNvGraphicFramePr>
            <a:graphicFrameLocks noGrp="1"/>
          </p:cNvGraphicFramePr>
          <p:nvPr>
            <p:ph idx="1"/>
            <p:extLst>
              <p:ext uri="{D42A27DB-BD31-4B8C-83A1-F6EECF244321}">
                <p14:modId xmlns:p14="http://schemas.microsoft.com/office/powerpoint/2010/main" val="1835864695"/>
              </p:ext>
            </p:extLst>
          </p:nvPr>
        </p:nvGraphicFramePr>
        <p:xfrm>
          <a:off x="-1" y="1424065"/>
          <a:ext cx="12214547" cy="5329632"/>
        </p:xfrm>
        <a:graphic>
          <a:graphicData uri="http://schemas.openxmlformats.org/drawingml/2006/table">
            <a:tbl>
              <a:tblPr firstRow="1" bandRow="1">
                <a:solidFill>
                  <a:schemeClr val="bg1">
                    <a:lumMod val="95000"/>
                  </a:schemeClr>
                </a:solidFill>
                <a:tableStyleId>{5C22544A-7EE6-4342-B048-85BDC9FD1C3A}</a:tableStyleId>
              </a:tblPr>
              <a:tblGrid>
                <a:gridCol w="751708">
                  <a:extLst>
                    <a:ext uri="{9D8B030D-6E8A-4147-A177-3AD203B41FA5}">
                      <a16:colId xmlns:a16="http://schemas.microsoft.com/office/drawing/2014/main" val="3203964858"/>
                    </a:ext>
                  </a:extLst>
                </a:gridCol>
                <a:gridCol w="2478280">
                  <a:extLst>
                    <a:ext uri="{9D8B030D-6E8A-4147-A177-3AD203B41FA5}">
                      <a16:colId xmlns:a16="http://schemas.microsoft.com/office/drawing/2014/main" val="3592234635"/>
                    </a:ext>
                  </a:extLst>
                </a:gridCol>
                <a:gridCol w="8984559">
                  <a:extLst>
                    <a:ext uri="{9D8B030D-6E8A-4147-A177-3AD203B41FA5}">
                      <a16:colId xmlns:a16="http://schemas.microsoft.com/office/drawing/2014/main" val="1715362840"/>
                    </a:ext>
                  </a:extLst>
                </a:gridCol>
              </a:tblGrid>
              <a:tr h="469131">
                <a:tc>
                  <a:txBody>
                    <a:bodyPr/>
                    <a:lstStyle/>
                    <a:p>
                      <a:pPr algn="ctr">
                        <a:lnSpc>
                          <a:spcPct val="100000"/>
                        </a:lnSpc>
                        <a:buNone/>
                      </a:pPr>
                      <a:r>
                        <a:rPr lang="sv-SE" sz="1600" b="1" cap="none" spc="0">
                          <a:solidFill>
                            <a:schemeClr val="tx1"/>
                          </a:solidFill>
                          <a:effectLst/>
                          <a:latin typeface="quote-cjk-patch"/>
                        </a:rPr>
                        <a:t>Steg</a:t>
                      </a:r>
                    </a:p>
                  </a:txBody>
                  <a:tcPr marL="58072" marR="138266" marT="16592" marB="124439"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ctr">
                        <a:lnSpc>
                          <a:spcPct val="100000"/>
                        </a:lnSpc>
                        <a:buNone/>
                      </a:pPr>
                      <a:r>
                        <a:rPr lang="sv-SE" sz="1600" b="1" cap="none" spc="0">
                          <a:solidFill>
                            <a:schemeClr val="tx1"/>
                          </a:solidFill>
                          <a:effectLst/>
                          <a:latin typeface="quote-cjk-patch"/>
                        </a:rPr>
                        <a:t>Vad ska du göra?</a:t>
                      </a:r>
                    </a:p>
                  </a:txBody>
                  <a:tcPr marL="58072" marR="138266" marT="16592" marB="124439"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ctr">
                        <a:lnSpc>
                          <a:spcPct val="100000"/>
                        </a:lnSpc>
                        <a:buNone/>
                      </a:pPr>
                      <a:r>
                        <a:rPr lang="sv-SE" sz="1600" b="1" cap="none" spc="0">
                          <a:solidFill>
                            <a:schemeClr val="tx1"/>
                          </a:solidFill>
                          <a:effectLst/>
                          <a:latin typeface="quote-cjk-patch"/>
                        </a:rPr>
                        <a:t>Instruktioner (anpassat för nybörjare)</a:t>
                      </a:r>
                    </a:p>
                  </a:txBody>
                  <a:tcPr marL="58072" marR="138266" marT="16592" marB="124439"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500868455"/>
                  </a:ext>
                </a:extLst>
              </a:tr>
              <a:tr h="599872">
                <a:tc>
                  <a:txBody>
                    <a:bodyPr/>
                    <a:lstStyle/>
                    <a:p>
                      <a:pPr algn="ctr">
                        <a:lnSpc>
                          <a:spcPct val="100000"/>
                        </a:lnSpc>
                        <a:buNone/>
                      </a:pPr>
                      <a:r>
                        <a:rPr lang="sv-SE" sz="1200" b="1" cap="none" spc="0">
                          <a:solidFill>
                            <a:schemeClr val="tx1"/>
                          </a:solidFill>
                          <a:effectLst/>
                          <a:latin typeface="quote-cjk-patch"/>
                        </a:rPr>
                        <a:t>1</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gn="ctr">
                        <a:lnSpc>
                          <a:spcPct val="100000"/>
                        </a:lnSpc>
                        <a:buNone/>
                      </a:pPr>
                      <a:r>
                        <a:rPr lang="sv-SE" sz="1200" b="1" cap="none" spc="0">
                          <a:solidFill>
                            <a:schemeClr val="tx1"/>
                          </a:solidFill>
                          <a:effectLst/>
                          <a:latin typeface="quote-cjk-patch"/>
                        </a:rPr>
                        <a:t>Ladda ner installationsfilen</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gn="ctr">
                        <a:lnSpc>
                          <a:spcPct val="100000"/>
                        </a:lnSpc>
                        <a:buNone/>
                      </a:pPr>
                      <a:r>
                        <a:rPr lang="sv-SE" sz="1200" b="0" cap="none" spc="0">
                          <a:solidFill>
                            <a:schemeClr val="tx1"/>
                          </a:solidFill>
                          <a:effectLst/>
                          <a:latin typeface="quote-cjk-patch"/>
                        </a:rPr>
                        <a:t>Gå till </a:t>
                      </a:r>
                      <a:r>
                        <a:rPr lang="sv-SE" sz="1200" b="0" u="none" strike="noStrike" cap="none" spc="0">
                          <a:solidFill>
                            <a:schemeClr val="tx1"/>
                          </a:solidFill>
                          <a:effectLst/>
                          <a:latin typeface="quote-cjk-patch"/>
                          <a:hlinkClick r:id="rId2">
                            <a:extLst>
                              <a:ext uri="{A12FA001-AC4F-418D-AE19-62706E023703}">
                                <ahyp:hlinkClr xmlns:ahyp="http://schemas.microsoft.com/office/drawing/2018/hyperlinkcolor" val="tx"/>
                              </a:ext>
                            </a:extLst>
                          </a:hlinkClick>
                        </a:rPr>
                        <a:t>Microsofts officiella sida för SSMS</a:t>
                      </a:r>
                      <a:r>
                        <a:rPr lang="sv-SE" sz="1200" b="0" cap="none" spc="0">
                          <a:solidFill>
                            <a:schemeClr val="tx1"/>
                          </a:solidFill>
                          <a:effectLst/>
                          <a:latin typeface="quote-cjk-patch"/>
                        </a:rPr>
                        <a:t>. Klicka på länken för att ladda ner den senaste versionen (filen heter något i stil med </a:t>
                      </a:r>
                      <a:r>
                        <a:rPr lang="sv-SE" sz="1200" b="0" cap="none" spc="0">
                          <a:solidFill>
                            <a:schemeClr val="tx1"/>
                          </a:solidFill>
                          <a:effectLst/>
                          <a:latin typeface="Menlo"/>
                        </a:rPr>
                        <a:t>SSMS-Setup-SVE.exe</a:t>
                      </a:r>
                      <a:r>
                        <a:rPr lang="sv-SE" sz="1200" b="0" cap="none" spc="0">
                          <a:solidFill>
                            <a:schemeClr val="tx1"/>
                          </a:solidFill>
                          <a:effectLst/>
                          <a:latin typeface="quote-cjk-patch"/>
                        </a:rPr>
                        <a:t>).</a:t>
                      </a:r>
                    </a:p>
                  </a:txBody>
                  <a:tcPr marL="58072" marR="138266" marT="16592" marB="124439"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3952644802"/>
                  </a:ext>
                </a:extLst>
              </a:tr>
              <a:tr h="407605">
                <a:tc>
                  <a:txBody>
                    <a:bodyPr/>
                    <a:lstStyle/>
                    <a:p>
                      <a:pPr algn="ctr">
                        <a:lnSpc>
                          <a:spcPct val="100000"/>
                        </a:lnSpc>
                        <a:buNone/>
                      </a:pPr>
                      <a:r>
                        <a:rPr lang="sv-SE" sz="1200" b="1" cap="none" spc="0">
                          <a:solidFill>
                            <a:schemeClr val="tx1"/>
                          </a:solidFill>
                          <a:effectLst/>
                          <a:latin typeface="quote-cjk-patch"/>
                        </a:rPr>
                        <a:t>2</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1" cap="none" spc="0">
                          <a:solidFill>
                            <a:schemeClr val="tx1"/>
                          </a:solidFill>
                          <a:effectLst/>
                          <a:latin typeface="quote-cjk-patch"/>
                        </a:rPr>
                        <a:t>Starta installationen</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0" cap="none" spc="0">
                          <a:solidFill>
                            <a:schemeClr val="tx1"/>
                          </a:solidFill>
                          <a:effectLst/>
                          <a:latin typeface="quote-cjk-patch"/>
                        </a:rPr>
                        <a:t>Öppna den nedladdade filen. Ett fönster med installationen startar automatiskt.</a:t>
                      </a: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178907249"/>
                  </a:ext>
                </a:extLst>
              </a:tr>
              <a:tr h="599872">
                <a:tc>
                  <a:txBody>
                    <a:bodyPr/>
                    <a:lstStyle/>
                    <a:p>
                      <a:pPr algn="ctr">
                        <a:lnSpc>
                          <a:spcPct val="100000"/>
                        </a:lnSpc>
                        <a:buNone/>
                      </a:pPr>
                      <a:r>
                        <a:rPr lang="sv-SE" sz="1200" b="1" cap="none" spc="0">
                          <a:solidFill>
                            <a:schemeClr val="tx1"/>
                          </a:solidFill>
                          <a:effectLst/>
                          <a:latin typeface="quote-cjk-patch"/>
                        </a:rPr>
                        <a:t>3</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ctr">
                        <a:lnSpc>
                          <a:spcPct val="100000"/>
                        </a:lnSpc>
                        <a:buNone/>
                      </a:pPr>
                      <a:r>
                        <a:rPr lang="sv-SE" sz="1200" b="1" cap="none" spc="0">
                          <a:solidFill>
                            <a:schemeClr val="tx1"/>
                          </a:solidFill>
                          <a:effectLst/>
                          <a:latin typeface="quote-cjk-patch"/>
                        </a:rPr>
                        <a:t>Välj installationsplats</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ctr">
                        <a:lnSpc>
                          <a:spcPct val="100000"/>
                        </a:lnSpc>
                        <a:buNone/>
                      </a:pPr>
                      <a:r>
                        <a:rPr lang="sv-SE" sz="1200" b="0" cap="none" spc="0">
                          <a:solidFill>
                            <a:schemeClr val="tx1"/>
                          </a:solidFill>
                          <a:effectLst/>
                          <a:latin typeface="quote-cjk-patch"/>
                        </a:rPr>
                        <a:t>Du får frågan var SSMS ska installeras. Standardinställningen (</a:t>
                      </a:r>
                      <a:r>
                        <a:rPr lang="sv-SE" sz="1200" b="0" cap="none" spc="0">
                          <a:solidFill>
                            <a:schemeClr val="tx1"/>
                          </a:solidFill>
                          <a:effectLst/>
                          <a:latin typeface="Menlo"/>
                        </a:rPr>
                        <a:t>C:\Program Files (x86)\Microsoft SQL Server Management Studio 19\</a:t>
                      </a:r>
                      <a:r>
                        <a:rPr lang="sv-SE" sz="1200" b="0" cap="none" spc="0">
                          <a:solidFill>
                            <a:schemeClr val="tx1"/>
                          </a:solidFill>
                          <a:effectLst/>
                          <a:latin typeface="quote-cjk-patch"/>
                        </a:rPr>
                        <a:t>) är oftast bäst för nybörjare. Klicka på </a:t>
                      </a:r>
                      <a:r>
                        <a:rPr lang="sv-SE" sz="1200" b="1" cap="none" spc="0">
                          <a:solidFill>
                            <a:schemeClr val="tx1"/>
                          </a:solidFill>
                          <a:effectLst/>
                          <a:latin typeface="quote-cjk-patch"/>
                        </a:rPr>
                        <a:t>"Installera"</a:t>
                      </a:r>
                      <a:r>
                        <a:rPr lang="sv-SE" sz="1200" b="0" cap="none" spc="0">
                          <a:solidFill>
                            <a:schemeClr val="tx1"/>
                          </a:solidFill>
                          <a:effectLst/>
                          <a:latin typeface="quote-cjk-patch"/>
                        </a:rPr>
                        <a:t>.</a:t>
                      </a:r>
                    </a:p>
                  </a:txBody>
                  <a:tcPr marL="58072" marR="138266" marT="16592" marB="12443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798495313"/>
                  </a:ext>
                </a:extLst>
              </a:tr>
              <a:tr h="407605">
                <a:tc>
                  <a:txBody>
                    <a:bodyPr/>
                    <a:lstStyle/>
                    <a:p>
                      <a:pPr algn="ctr">
                        <a:lnSpc>
                          <a:spcPct val="100000"/>
                        </a:lnSpc>
                        <a:buNone/>
                      </a:pPr>
                      <a:r>
                        <a:rPr lang="sv-SE" sz="1200" b="1" cap="none" spc="0">
                          <a:solidFill>
                            <a:schemeClr val="tx1"/>
                          </a:solidFill>
                          <a:effectLst/>
                          <a:latin typeface="quote-cjk-patch"/>
                        </a:rPr>
                        <a:t>4</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1" cap="none" spc="0">
                          <a:solidFill>
                            <a:schemeClr val="tx1"/>
                          </a:solidFill>
                          <a:effectLst/>
                          <a:latin typeface="quote-cjk-patch"/>
                        </a:rPr>
                        <a:t>Vänta medan installationen pågår</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0" cap="none" spc="0">
                          <a:solidFill>
                            <a:schemeClr val="tx1"/>
                          </a:solidFill>
                          <a:effectLst/>
                          <a:latin typeface="quote-cjk-patch"/>
                        </a:rPr>
                        <a:t>Installationen tar några minuter. Du ser en förloppsindikator som visar hur långt det har kommit.</a:t>
                      </a: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640189172"/>
                  </a:ext>
                </a:extLst>
              </a:tr>
              <a:tr h="407605">
                <a:tc>
                  <a:txBody>
                    <a:bodyPr/>
                    <a:lstStyle/>
                    <a:p>
                      <a:pPr algn="ctr">
                        <a:lnSpc>
                          <a:spcPct val="100000"/>
                        </a:lnSpc>
                        <a:buNone/>
                      </a:pPr>
                      <a:r>
                        <a:rPr lang="sv-SE" sz="1200" b="1" cap="none" spc="0">
                          <a:solidFill>
                            <a:schemeClr val="tx1"/>
                          </a:solidFill>
                          <a:effectLst/>
                          <a:latin typeface="quote-cjk-patch"/>
                        </a:rPr>
                        <a:t>5</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ctr">
                        <a:lnSpc>
                          <a:spcPct val="100000"/>
                        </a:lnSpc>
                        <a:buNone/>
                      </a:pPr>
                      <a:r>
                        <a:rPr lang="sv-SE" sz="1200" b="1" cap="none" spc="0">
                          <a:solidFill>
                            <a:schemeClr val="tx1"/>
                          </a:solidFill>
                          <a:effectLst/>
                          <a:latin typeface="quote-cjk-patch"/>
                        </a:rPr>
                        <a:t>Starta om datorn (rekommenderas)</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ctr">
                        <a:lnSpc>
                          <a:spcPct val="100000"/>
                        </a:lnSpc>
                        <a:buNone/>
                      </a:pPr>
                      <a:r>
                        <a:rPr lang="sv-SE" sz="1200" b="0" cap="none" spc="0">
                          <a:solidFill>
                            <a:schemeClr val="tx1"/>
                          </a:solidFill>
                          <a:effectLst/>
                          <a:latin typeface="quote-cjk-patch"/>
                        </a:rPr>
                        <a:t>När installationen är klar får du en fråga om att starta om datorn. </a:t>
                      </a:r>
                      <a:r>
                        <a:rPr lang="sv-SE" sz="1200" b="1" cap="none" spc="0">
                          <a:solidFill>
                            <a:schemeClr val="tx1"/>
                          </a:solidFill>
                          <a:effectLst/>
                          <a:latin typeface="quote-cjk-patch"/>
                        </a:rPr>
                        <a:t>Gör det!</a:t>
                      </a:r>
                      <a:r>
                        <a:rPr lang="sv-SE" sz="1200" b="0" cap="none" spc="0">
                          <a:solidFill>
                            <a:schemeClr val="tx1"/>
                          </a:solidFill>
                          <a:effectLst/>
                          <a:latin typeface="quote-cjk-patch"/>
                        </a:rPr>
                        <a:t> Det säkerställer att alla inställningar blir korrekta.</a:t>
                      </a:r>
                    </a:p>
                  </a:txBody>
                  <a:tcPr marL="58072" marR="138266" marT="16592" marB="12443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553180025"/>
                  </a:ext>
                </a:extLst>
              </a:tr>
              <a:tr h="407605">
                <a:tc>
                  <a:txBody>
                    <a:bodyPr/>
                    <a:lstStyle/>
                    <a:p>
                      <a:pPr algn="ctr">
                        <a:lnSpc>
                          <a:spcPct val="100000"/>
                        </a:lnSpc>
                        <a:buNone/>
                      </a:pPr>
                      <a:r>
                        <a:rPr lang="sv-SE" sz="1200" b="1" cap="none" spc="0">
                          <a:solidFill>
                            <a:schemeClr val="tx1"/>
                          </a:solidFill>
                          <a:effectLst/>
                          <a:latin typeface="quote-cjk-patch"/>
                        </a:rPr>
                        <a:t>6</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1" cap="none" spc="0">
                          <a:solidFill>
                            <a:schemeClr val="tx1"/>
                          </a:solidFill>
                          <a:effectLst/>
                          <a:latin typeface="quote-cjk-patch"/>
                        </a:rPr>
                        <a:t>Öppna SSMS</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0" cap="none" spc="0">
                          <a:solidFill>
                            <a:schemeClr val="tx1"/>
                          </a:solidFill>
                          <a:effectLst/>
                          <a:latin typeface="quote-cjk-patch"/>
                        </a:rPr>
                        <a:t>Efter omstart, sök efter </a:t>
                      </a:r>
                      <a:r>
                        <a:rPr lang="sv-SE" sz="1200" b="1" cap="none" spc="0">
                          <a:solidFill>
                            <a:schemeClr val="tx1"/>
                          </a:solidFill>
                          <a:effectLst/>
                          <a:latin typeface="quote-cjk-patch"/>
                        </a:rPr>
                        <a:t>"SQL Server Management Studio"</a:t>
                      </a:r>
                      <a:r>
                        <a:rPr lang="sv-SE" sz="1200" b="0" cap="none" spc="0">
                          <a:solidFill>
                            <a:schemeClr val="tx1"/>
                          </a:solidFill>
                          <a:effectLst/>
                          <a:latin typeface="quote-cjk-patch"/>
                        </a:rPr>
                        <a:t> i Windows startmeny. Klicka för att öppna programmet.</a:t>
                      </a: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470860417"/>
                  </a:ext>
                </a:extLst>
              </a:tr>
              <a:tr h="1022860">
                <a:tc>
                  <a:txBody>
                    <a:bodyPr/>
                    <a:lstStyle/>
                    <a:p>
                      <a:pPr algn="ctr">
                        <a:lnSpc>
                          <a:spcPct val="100000"/>
                        </a:lnSpc>
                        <a:buNone/>
                      </a:pPr>
                      <a:r>
                        <a:rPr lang="sv-SE" sz="1200" b="1" cap="none" spc="0">
                          <a:solidFill>
                            <a:schemeClr val="tx1"/>
                          </a:solidFill>
                          <a:effectLst/>
                          <a:latin typeface="quote-cjk-patch"/>
                        </a:rPr>
                        <a:t>7</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ctr">
                        <a:lnSpc>
                          <a:spcPct val="100000"/>
                        </a:lnSpc>
                        <a:buNone/>
                      </a:pPr>
                      <a:r>
                        <a:rPr lang="sv-SE" sz="1200" b="1" cap="none" spc="0">
                          <a:solidFill>
                            <a:schemeClr val="tx1"/>
                          </a:solidFill>
                          <a:effectLst/>
                          <a:latin typeface="quote-cjk-patch"/>
                        </a:rPr>
                        <a:t>Anslutningsfönstret öppnas</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ctr">
                        <a:lnSpc>
                          <a:spcPct val="100000"/>
                        </a:lnSpc>
                        <a:buNone/>
                      </a:pPr>
                      <a:r>
                        <a:rPr lang="sv-SE" sz="1200" b="0" cap="none" spc="0">
                          <a:solidFill>
                            <a:schemeClr val="tx1"/>
                          </a:solidFill>
                          <a:effectLst/>
                          <a:latin typeface="quote-cjk-patch"/>
                        </a:rPr>
                        <a:t>Ett fönster med rubriken </a:t>
                      </a:r>
                      <a:r>
                        <a:rPr lang="sv-SE" sz="1200" b="1" cap="none" spc="0">
                          <a:solidFill>
                            <a:schemeClr val="tx1"/>
                          </a:solidFill>
                          <a:effectLst/>
                          <a:latin typeface="quote-cjk-patch"/>
                        </a:rPr>
                        <a:t>"Anslut till server"</a:t>
                      </a:r>
                      <a:r>
                        <a:rPr lang="sv-SE" sz="1200" b="0" cap="none" spc="0">
                          <a:solidFill>
                            <a:schemeClr val="tx1"/>
                          </a:solidFill>
                          <a:effectLst/>
                          <a:latin typeface="quote-cjk-patch"/>
                        </a:rPr>
                        <a:t> (Connect to Server) öppnas automatiskt. Här ser du:</a:t>
                      </a:r>
                      <a:br>
                        <a:rPr lang="sv-SE" sz="1200" b="0" cap="none" spc="0">
                          <a:solidFill>
                            <a:srgbClr val="000000"/>
                          </a:solidFill>
                          <a:effectLst/>
                          <a:latin typeface="quote-cjk-patch"/>
                        </a:rPr>
                      </a:br>
                      <a:r>
                        <a:rPr lang="sv-SE" sz="1200" b="0" cap="none" spc="0">
                          <a:solidFill>
                            <a:schemeClr val="tx1"/>
                          </a:solidFill>
                          <a:effectLst/>
                          <a:latin typeface="quote-cjk-patch"/>
                        </a:rPr>
                        <a:t>• </a:t>
                      </a:r>
                      <a:r>
                        <a:rPr lang="sv-SE" sz="1200" b="1" cap="none" spc="0">
                          <a:solidFill>
                            <a:schemeClr val="tx1"/>
                          </a:solidFill>
                          <a:effectLst/>
                          <a:latin typeface="quote-cjk-patch"/>
                        </a:rPr>
                        <a:t>Servertyp:</a:t>
                      </a:r>
                      <a:r>
                        <a:rPr lang="sv-SE" sz="1200" b="0" cap="none" spc="0">
                          <a:solidFill>
                            <a:schemeClr val="tx1"/>
                          </a:solidFill>
                          <a:effectLst/>
                          <a:latin typeface="quote-cjk-patch"/>
                        </a:rPr>
                        <a:t> Databasmotor (ska vara förvalt)</a:t>
                      </a:r>
                      <a:br>
                        <a:rPr lang="sv-SE" sz="1200" b="0" cap="none" spc="0">
                          <a:solidFill>
                            <a:srgbClr val="000000"/>
                          </a:solidFill>
                          <a:effectLst/>
                          <a:latin typeface="quote-cjk-patch"/>
                        </a:rPr>
                      </a:br>
                      <a:r>
                        <a:rPr lang="sv-SE" sz="1200" b="0" cap="none" spc="0">
                          <a:solidFill>
                            <a:schemeClr val="tx1"/>
                          </a:solidFill>
                          <a:effectLst/>
                          <a:latin typeface="quote-cjk-patch"/>
                        </a:rPr>
                        <a:t>• </a:t>
                      </a:r>
                      <a:r>
                        <a:rPr lang="sv-SE" sz="1200" b="1" cap="none" spc="0">
                          <a:solidFill>
                            <a:schemeClr val="tx1"/>
                          </a:solidFill>
                          <a:effectLst/>
                          <a:latin typeface="quote-cjk-patch"/>
                        </a:rPr>
                        <a:t>Servernamn:</a:t>
                      </a:r>
                      <a:r>
                        <a:rPr lang="sv-SE" sz="1200" b="0" cap="none" spc="0">
                          <a:solidFill>
                            <a:schemeClr val="tx1"/>
                          </a:solidFill>
                          <a:effectLst/>
                          <a:latin typeface="quote-cjk-patch"/>
                        </a:rPr>
                        <a:t> Här ska du skriva namnet på din SQL Server (från Steg 1)</a:t>
                      </a:r>
                      <a:br>
                        <a:rPr lang="sv-SE" sz="1200" b="0" cap="none" spc="0">
                          <a:solidFill>
                            <a:srgbClr val="000000"/>
                          </a:solidFill>
                          <a:effectLst/>
                          <a:latin typeface="quote-cjk-patch"/>
                        </a:rPr>
                      </a:br>
                      <a:r>
                        <a:rPr lang="sv-SE" sz="1200" b="0" cap="none" spc="0">
                          <a:solidFill>
                            <a:schemeClr val="tx1"/>
                          </a:solidFill>
                          <a:effectLst/>
                          <a:latin typeface="quote-cjk-patch"/>
                        </a:rPr>
                        <a:t>• </a:t>
                      </a:r>
                      <a:r>
                        <a:rPr lang="sv-SE" sz="1200" b="1" cap="none" spc="0">
                          <a:solidFill>
                            <a:schemeClr val="tx1"/>
                          </a:solidFill>
                          <a:effectLst/>
                          <a:latin typeface="quote-cjk-patch"/>
                        </a:rPr>
                        <a:t>Autentisering:</a:t>
                      </a:r>
                      <a:r>
                        <a:rPr lang="sv-SE" sz="1200" b="0" cap="none" spc="0">
                          <a:solidFill>
                            <a:schemeClr val="tx1"/>
                          </a:solidFill>
                          <a:effectLst/>
                          <a:latin typeface="quote-cjk-patch"/>
                        </a:rPr>
                        <a:t> Windows-autentisering (förvalt)</a:t>
                      </a:r>
                    </a:p>
                  </a:txBody>
                  <a:tcPr marL="58072" marR="138266" marT="16592" marB="12443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880044673"/>
                  </a:ext>
                </a:extLst>
              </a:tr>
              <a:tr h="407605">
                <a:tc>
                  <a:txBody>
                    <a:bodyPr/>
                    <a:lstStyle/>
                    <a:p>
                      <a:pPr algn="ctr">
                        <a:lnSpc>
                          <a:spcPct val="100000"/>
                        </a:lnSpc>
                        <a:buNone/>
                      </a:pPr>
                      <a:r>
                        <a:rPr lang="sv-SE" sz="1200" b="1" cap="none" spc="0">
                          <a:solidFill>
                            <a:schemeClr val="tx1"/>
                          </a:solidFill>
                          <a:effectLst/>
                          <a:latin typeface="quote-cjk-patch"/>
                        </a:rPr>
                        <a:t>8</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1" cap="none" spc="0">
                          <a:solidFill>
                            <a:schemeClr val="tx1"/>
                          </a:solidFill>
                          <a:effectLst/>
                          <a:latin typeface="quote-cjk-patch"/>
                        </a:rPr>
                        <a:t>Anslut till servern</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ctr">
                        <a:lnSpc>
                          <a:spcPct val="100000"/>
                        </a:lnSpc>
                        <a:buNone/>
                      </a:pPr>
                      <a:r>
                        <a:rPr lang="sv-SE" sz="1200" b="0" cap="none" spc="0">
                          <a:solidFill>
                            <a:schemeClr val="tx1"/>
                          </a:solidFill>
                          <a:effectLst/>
                          <a:latin typeface="quote-cjk-patch"/>
                        </a:rPr>
                        <a:t>Skriv in ditt servernamn (t.ex. </a:t>
                      </a:r>
                      <a:r>
                        <a:rPr lang="sv-SE" sz="1200" b="0" cap="none" spc="0">
                          <a:solidFill>
                            <a:schemeClr val="tx1"/>
                          </a:solidFill>
                          <a:effectLst/>
                          <a:latin typeface="Menlo"/>
                        </a:rPr>
                        <a:t>localhost</a:t>
                      </a:r>
                      <a:r>
                        <a:rPr lang="sv-SE" sz="1200" b="0" cap="none" spc="0">
                          <a:solidFill>
                            <a:schemeClr val="tx1"/>
                          </a:solidFill>
                          <a:effectLst/>
                          <a:latin typeface="quote-cjk-patch"/>
                        </a:rPr>
                        <a:t>, </a:t>
                      </a:r>
                      <a:r>
                        <a:rPr lang="sv-SE" sz="1200" b="0" cap="none" spc="0">
                          <a:solidFill>
                            <a:schemeClr val="tx1"/>
                          </a:solidFill>
                          <a:effectLst/>
                          <a:latin typeface="Menlo"/>
                        </a:rPr>
                        <a:t>DESKTOP-ABC123</a:t>
                      </a:r>
                      <a:r>
                        <a:rPr lang="sv-SE" sz="1200" b="0" cap="none" spc="0">
                          <a:solidFill>
                            <a:schemeClr val="tx1"/>
                          </a:solidFill>
                          <a:effectLst/>
                          <a:latin typeface="quote-cjk-patch"/>
                        </a:rPr>
                        <a:t> eller </a:t>
                      </a:r>
                      <a:r>
                        <a:rPr lang="sv-SE" sz="1200" b="0" cap="none" spc="0">
                          <a:solidFill>
                            <a:schemeClr val="tx1"/>
                          </a:solidFill>
                          <a:effectLst/>
                          <a:latin typeface="Menlo"/>
                        </a:rPr>
                        <a:t>(localdb)\MSSQLLocalDB</a:t>
                      </a:r>
                      <a:r>
                        <a:rPr lang="sv-SE" sz="1200" b="0" cap="none" spc="0">
                          <a:solidFill>
                            <a:schemeClr val="tx1"/>
                          </a:solidFill>
                          <a:effectLst/>
                          <a:latin typeface="quote-cjk-patch"/>
                        </a:rPr>
                        <a:t>). Klicka på </a:t>
                      </a:r>
                      <a:r>
                        <a:rPr lang="sv-SE" sz="1200" b="1" cap="none" spc="0">
                          <a:solidFill>
                            <a:schemeClr val="tx1"/>
                          </a:solidFill>
                          <a:effectLst/>
                          <a:latin typeface="quote-cjk-patch"/>
                        </a:rPr>
                        <a:t>"Anslut"</a:t>
                      </a:r>
                      <a:r>
                        <a:rPr lang="sv-SE" sz="1200" b="0" cap="none" spc="0">
                          <a:solidFill>
                            <a:schemeClr val="tx1"/>
                          </a:solidFill>
                          <a:effectLst/>
                          <a:latin typeface="quote-cjk-patch"/>
                        </a:rPr>
                        <a:t> (Connect).</a:t>
                      </a:r>
                    </a:p>
                  </a:txBody>
                  <a:tcPr marL="58072" marR="138266" marT="16592" marB="12443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796754251"/>
                  </a:ext>
                </a:extLst>
              </a:tr>
              <a:tr h="599872">
                <a:tc>
                  <a:txBody>
                    <a:bodyPr/>
                    <a:lstStyle/>
                    <a:p>
                      <a:pPr algn="ctr">
                        <a:lnSpc>
                          <a:spcPct val="100000"/>
                        </a:lnSpc>
                        <a:buNone/>
                      </a:pPr>
                      <a:r>
                        <a:rPr lang="sv-SE" sz="1200" b="1" cap="none" spc="0">
                          <a:solidFill>
                            <a:schemeClr val="tx1"/>
                          </a:solidFill>
                          <a:effectLst/>
                          <a:latin typeface="quote-cjk-patch"/>
                        </a:rPr>
                        <a:t>9</a:t>
                      </a:r>
                      <a:endParaRPr lang="sv-SE" sz="1200" b="0" cap="none" spc="0">
                        <a:solidFill>
                          <a:schemeClr val="tx1"/>
                        </a:solidFill>
                        <a:effectLst/>
                        <a:latin typeface="quote-cjk-patch"/>
                      </a:endParaRPr>
                    </a:p>
                  </a:txBody>
                  <a:tcPr marL="58072" marR="138266" marT="16592" marB="124439"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lnSpc>
                          <a:spcPct val="100000"/>
                        </a:lnSpc>
                        <a:buNone/>
                      </a:pPr>
                      <a:r>
                        <a:rPr lang="sv-SE" sz="1200" b="1" cap="none" spc="0">
                          <a:solidFill>
                            <a:schemeClr val="tx1"/>
                          </a:solidFill>
                          <a:effectLst/>
                          <a:latin typeface="quote-cjk-patch"/>
                        </a:rPr>
                        <a:t>Klart!</a:t>
                      </a:r>
                      <a:endParaRPr lang="sv-SE" sz="1200" b="0" cap="none" spc="0">
                        <a:solidFill>
                          <a:schemeClr val="tx1"/>
                        </a:solidFill>
                        <a:effectLst/>
                        <a:latin typeface="quote-cjk-patch"/>
                      </a:endParaRPr>
                    </a:p>
                  </a:txBody>
                  <a:tcPr marL="58072" marR="138266" marT="16592" marB="124439"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lnSpc>
                          <a:spcPct val="100000"/>
                        </a:lnSpc>
                        <a:buNone/>
                      </a:pPr>
                      <a:r>
                        <a:rPr lang="sv-SE" sz="1200" b="0" cap="none" spc="0">
                          <a:solidFill>
                            <a:schemeClr val="tx1"/>
                          </a:solidFill>
                          <a:effectLst/>
                          <a:latin typeface="quote-cjk-patch"/>
                        </a:rPr>
                        <a:t>Om allt är rätt försvinner inloggningsfönstret och du ser </a:t>
                      </a:r>
                      <a:r>
                        <a:rPr lang="sv-SE" sz="1200" b="1" cap="none" spc="0">
                          <a:solidFill>
                            <a:schemeClr val="tx1"/>
                          </a:solidFill>
                          <a:effectLst/>
                          <a:latin typeface="quote-cjk-patch"/>
                        </a:rPr>
                        <a:t>Objektutforskaren</a:t>
                      </a:r>
                      <a:r>
                        <a:rPr lang="sv-SE" sz="1200" b="0" cap="none" spc="0">
                          <a:solidFill>
                            <a:schemeClr val="tx1"/>
                          </a:solidFill>
                          <a:effectLst/>
                          <a:latin typeface="quote-cjk-patch"/>
                        </a:rPr>
                        <a:t> (Object Explorer) till vänster. Det betyder att du nu är ansluten och kan börja arbeta med din databas!</a:t>
                      </a:r>
                    </a:p>
                  </a:txBody>
                  <a:tcPr marL="58072" marR="138266" marT="16592" marB="124439"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95604983"/>
                  </a:ext>
                </a:extLst>
              </a:tr>
            </a:tbl>
          </a:graphicData>
        </a:graphic>
      </p:graphicFrame>
    </p:spTree>
    <p:extLst>
      <p:ext uri="{BB962C8B-B14F-4D97-AF65-F5344CB8AC3E}">
        <p14:creationId xmlns:p14="http://schemas.microsoft.com/office/powerpoint/2010/main" val="591966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BD00C785-66D9-398F-59E4-768B5460AA65}"/>
              </a:ext>
            </a:extLst>
          </p:cNvPr>
          <p:cNvSpPr>
            <a:spLocks noGrp="1"/>
          </p:cNvSpPr>
          <p:nvPr>
            <p:ph type="title"/>
          </p:nvPr>
        </p:nvSpPr>
        <p:spPr>
          <a:xfrm>
            <a:off x="1371599" y="294538"/>
            <a:ext cx="9895951" cy="1033669"/>
          </a:xfrm>
        </p:spPr>
        <p:txBody>
          <a:bodyPr>
            <a:normAutofit/>
          </a:bodyPr>
          <a:lstStyle/>
          <a:p>
            <a:r>
              <a:rPr lang="sv-SE" sz="4000">
                <a:solidFill>
                  <a:srgbClr val="FFFFFF"/>
                </a:solidFill>
                <a:ea typeface="+mj-lt"/>
                <a:cs typeface="+mj-lt"/>
              </a:rPr>
              <a:t>Så här ser det ut när du är ansluten</a:t>
            </a:r>
            <a:endParaRPr lang="sv-SE" sz="4000">
              <a:solidFill>
                <a:srgbClr val="FFFFFF"/>
              </a:solidFill>
            </a:endParaRPr>
          </a:p>
        </p:txBody>
      </p:sp>
      <p:sp>
        <p:nvSpPr>
          <p:cNvPr id="3" name="Platshållare för innehåll 2">
            <a:extLst>
              <a:ext uri="{FF2B5EF4-FFF2-40B4-BE49-F238E27FC236}">
                <a16:creationId xmlns:a16="http://schemas.microsoft.com/office/drawing/2014/main" id="{F53417F7-B82F-790F-ABAB-AA370FFAAF2B}"/>
              </a:ext>
            </a:extLst>
          </p:cNvPr>
          <p:cNvSpPr>
            <a:spLocks noGrp="1"/>
          </p:cNvSpPr>
          <p:nvPr>
            <p:ph idx="1"/>
          </p:nvPr>
        </p:nvSpPr>
        <p:spPr>
          <a:xfrm>
            <a:off x="3748" y="2318197"/>
            <a:ext cx="12184913" cy="4245489"/>
          </a:xfrm>
        </p:spPr>
        <p:txBody>
          <a:bodyPr vert="horz" lIns="91440" tIns="45720" rIns="91440" bIns="45720" rtlCol="0" anchor="ctr">
            <a:normAutofit/>
          </a:bodyPr>
          <a:lstStyle/>
          <a:p>
            <a:r>
              <a:rPr lang="sv-SE" sz="2200">
                <a:latin typeface="Consolas"/>
                <a:ea typeface="+mn-lt"/>
                <a:cs typeface="+mn-lt"/>
              </a:rPr>
              <a:t>Objektutforskaren
└── [Ditt servernamn] (SQL Server x.x.x)
    ├── Databaser
    │   ├── Systemdatabaser
    │   └── </a:t>
            </a:r>
            <a:r>
              <a:rPr lang="sv-SE" sz="2200" b="1">
                <a:highlight>
                  <a:srgbClr val="FF0000"/>
                </a:highlight>
                <a:latin typeface="Consolas"/>
                <a:ea typeface="+mn-lt"/>
                <a:cs typeface="+mn-lt"/>
              </a:rPr>
              <a:t>(Här kommer vår databas "NetworkSecurityML" att synas snart)</a:t>
            </a:r>
            <a:r>
              <a:rPr lang="sv-SE" sz="2200">
                <a:latin typeface="Consolas"/>
                <a:ea typeface="+mn-lt"/>
                <a:cs typeface="+mn-lt"/>
              </a:rPr>
              <a:t>
    ├── Säkerhet
    └── Serverobjekt</a:t>
            </a:r>
            <a:endParaRPr lang="sv-SE" sz="2000">
              <a:latin typeface="Aptos" panose="020B0004020202020204"/>
            </a:endParaRPr>
          </a:p>
        </p:txBody>
      </p:sp>
    </p:spTree>
    <p:extLst>
      <p:ext uri="{BB962C8B-B14F-4D97-AF65-F5344CB8AC3E}">
        <p14:creationId xmlns:p14="http://schemas.microsoft.com/office/powerpoint/2010/main" val="2462116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F6FB185A-E059-1926-184C-FD6BA6ADBF6B}"/>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Vanliga frågor</a:t>
            </a:r>
          </a:p>
        </p:txBody>
      </p:sp>
      <p:graphicFrame>
        <p:nvGraphicFramePr>
          <p:cNvPr id="5" name="Platshållare för innehåll 4">
            <a:extLst>
              <a:ext uri="{FF2B5EF4-FFF2-40B4-BE49-F238E27FC236}">
                <a16:creationId xmlns:a16="http://schemas.microsoft.com/office/drawing/2014/main" id="{FB5B367D-B46B-7B82-6C6D-8B8FFDCE8285}"/>
              </a:ext>
            </a:extLst>
          </p:cNvPr>
          <p:cNvGraphicFramePr>
            <a:graphicFrameLocks noGrp="1"/>
          </p:cNvGraphicFramePr>
          <p:nvPr>
            <p:ph idx="1"/>
            <p:extLst>
              <p:ext uri="{D42A27DB-BD31-4B8C-83A1-F6EECF244321}">
                <p14:modId xmlns:p14="http://schemas.microsoft.com/office/powerpoint/2010/main" val="2466867587"/>
              </p:ext>
            </p:extLst>
          </p:nvPr>
        </p:nvGraphicFramePr>
        <p:xfrm>
          <a:off x="24983" y="1680147"/>
          <a:ext cx="12158227" cy="5169437"/>
        </p:xfrm>
        <a:graphic>
          <a:graphicData uri="http://schemas.openxmlformats.org/drawingml/2006/table">
            <a:tbl>
              <a:tblPr firstRow="1" bandRow="1">
                <a:tableStyleId>{69012ECD-51FC-41F1-AA8D-1B2483CD663E}</a:tableStyleId>
              </a:tblPr>
              <a:tblGrid>
                <a:gridCol w="3247452">
                  <a:extLst>
                    <a:ext uri="{9D8B030D-6E8A-4147-A177-3AD203B41FA5}">
                      <a16:colId xmlns:a16="http://schemas.microsoft.com/office/drawing/2014/main" val="4272020986"/>
                    </a:ext>
                  </a:extLst>
                </a:gridCol>
                <a:gridCol w="8910775">
                  <a:extLst>
                    <a:ext uri="{9D8B030D-6E8A-4147-A177-3AD203B41FA5}">
                      <a16:colId xmlns:a16="http://schemas.microsoft.com/office/drawing/2014/main" val="2436364227"/>
                    </a:ext>
                  </a:extLst>
                </a:gridCol>
              </a:tblGrid>
              <a:tr h="474372">
                <a:tc>
                  <a:txBody>
                    <a:bodyPr/>
                    <a:lstStyle/>
                    <a:p>
                      <a:pPr algn="l">
                        <a:lnSpc>
                          <a:spcPts val="1875"/>
                        </a:lnSpc>
                        <a:buNone/>
                      </a:pPr>
                      <a:r>
                        <a:rPr lang="sv-SE" sz="1600" b="1">
                          <a:effectLst/>
                        </a:rPr>
                        <a:t>Fråga</a:t>
                      </a:r>
                      <a:endParaRPr lang="sv-SE" sz="1600" b="0">
                        <a:effectLst/>
                        <a:latin typeface="quote-cjk-patch"/>
                      </a:endParaRPr>
                    </a:p>
                  </a:txBody>
                  <a:tcPr marL="80485" marR="134142" marT="83839" marB="83839" anchor="ctr"/>
                </a:tc>
                <a:tc>
                  <a:txBody>
                    <a:bodyPr/>
                    <a:lstStyle/>
                    <a:p>
                      <a:pPr algn="l">
                        <a:lnSpc>
                          <a:spcPts val="1875"/>
                        </a:lnSpc>
                        <a:buNone/>
                      </a:pPr>
                      <a:r>
                        <a:rPr lang="sv-SE" sz="1600" b="1">
                          <a:effectLst/>
                        </a:rPr>
                        <a:t>Svar</a:t>
                      </a:r>
                      <a:endParaRPr lang="sv-SE" sz="1600" b="0">
                        <a:effectLst/>
                        <a:latin typeface="quote-cjk-patch"/>
                      </a:endParaRPr>
                    </a:p>
                  </a:txBody>
                  <a:tcPr marL="134142" marR="134142" marT="83839" marB="83839" anchor="ctr"/>
                </a:tc>
                <a:extLst>
                  <a:ext uri="{0D108BD9-81ED-4DB2-BD59-A6C34878D82A}">
                    <a16:rowId xmlns:a16="http://schemas.microsoft.com/office/drawing/2014/main" val="1803940168"/>
                  </a:ext>
                </a:extLst>
              </a:tr>
              <a:tr h="1192010">
                <a:tc>
                  <a:txBody>
                    <a:bodyPr/>
                    <a:lstStyle/>
                    <a:p>
                      <a:pPr>
                        <a:lnSpc>
                          <a:spcPts val="1875"/>
                        </a:lnSpc>
                        <a:buNone/>
                      </a:pPr>
                      <a:r>
                        <a:rPr lang="sv-SE" sz="1600" b="1">
                          <a:effectLst/>
                        </a:rPr>
                        <a:t>Vad är skillnaden på SQL Server och SSMS?</a:t>
                      </a:r>
                      <a:endParaRPr lang="sv-SE" sz="1600" b="0">
                        <a:effectLst/>
                        <a:latin typeface="quote-cjk-patch"/>
                      </a:endParaRPr>
                    </a:p>
                  </a:txBody>
                  <a:tcPr marL="80485" marR="134142" marT="83839" marB="83839" anchor="ctr"/>
                </a:tc>
                <a:tc>
                  <a:txBody>
                    <a:bodyPr/>
                    <a:lstStyle/>
                    <a:p>
                      <a:pPr>
                        <a:lnSpc>
                          <a:spcPts val="1875"/>
                        </a:lnSpc>
                        <a:buNone/>
                      </a:pPr>
                      <a:r>
                        <a:rPr lang="sv-SE" sz="1600" b="0">
                          <a:effectLst/>
                        </a:rPr>
                        <a:t>SQL Server är </a:t>
                      </a:r>
                      <a:r>
                        <a:rPr lang="sv-SE" sz="1600" b="1">
                          <a:effectLst/>
                        </a:rPr>
                        <a:t>motorn</a:t>
                      </a:r>
                      <a:r>
                        <a:rPr lang="sv-SE" sz="1600" b="0">
                          <a:effectLst/>
                        </a:rPr>
                        <a:t> (databasen) som körs i bakgrunden. SSMS är </a:t>
                      </a:r>
                      <a:r>
                        <a:rPr lang="sv-SE" sz="1600" b="1">
                          <a:effectLst/>
                        </a:rPr>
                        <a:t>verktyget</a:t>
                      </a:r>
                      <a:r>
                        <a:rPr lang="sv-SE" sz="1600" b="0">
                          <a:effectLst/>
                        </a:rPr>
                        <a:t> du använder för att prata med motorn. Tänk på det som bilen (SQL Server) och ratten (SSMS).</a:t>
                      </a:r>
                      <a:endParaRPr lang="sv-SE" sz="1600" b="0">
                        <a:effectLst/>
                        <a:latin typeface="quote-cjk-patch"/>
                      </a:endParaRPr>
                    </a:p>
                  </a:txBody>
                  <a:tcPr marL="134142" marR="80485" marT="83839" marB="83839" anchor="ctr"/>
                </a:tc>
                <a:extLst>
                  <a:ext uri="{0D108BD9-81ED-4DB2-BD59-A6C34878D82A}">
                    <a16:rowId xmlns:a16="http://schemas.microsoft.com/office/drawing/2014/main" val="2411139041"/>
                  </a:ext>
                </a:extLst>
              </a:tr>
              <a:tr h="729803">
                <a:tc>
                  <a:txBody>
                    <a:bodyPr/>
                    <a:lstStyle/>
                    <a:p>
                      <a:pPr>
                        <a:lnSpc>
                          <a:spcPts val="1875"/>
                        </a:lnSpc>
                        <a:buNone/>
                      </a:pPr>
                      <a:r>
                        <a:rPr lang="sv-SE" sz="1600" b="1">
                          <a:effectLst/>
                        </a:rPr>
                        <a:t>Måste jag starta om datorn?</a:t>
                      </a:r>
                      <a:endParaRPr lang="sv-SE" sz="1600" b="0">
                        <a:effectLst/>
                        <a:latin typeface="quote-cjk-patch"/>
                      </a:endParaRPr>
                    </a:p>
                  </a:txBody>
                  <a:tcPr marL="80485" marR="134142" marT="83839" marB="83839" anchor="ctr"/>
                </a:tc>
                <a:tc>
                  <a:txBody>
                    <a:bodyPr/>
                    <a:lstStyle/>
                    <a:p>
                      <a:pPr>
                        <a:lnSpc>
                          <a:spcPts val="1875"/>
                        </a:lnSpc>
                        <a:buNone/>
                      </a:pPr>
                      <a:r>
                        <a:rPr lang="sv-SE" sz="1600" b="0">
                          <a:effectLst/>
                        </a:rPr>
                        <a:t>Det rekommenderas starkt. Det säkerställer att alla inställningar och sökvägar blir korrekta.</a:t>
                      </a:r>
                      <a:endParaRPr lang="sv-SE" sz="1600" b="0">
                        <a:effectLst/>
                        <a:latin typeface="quote-cjk-patch"/>
                      </a:endParaRPr>
                    </a:p>
                  </a:txBody>
                  <a:tcPr marL="134142" marR="80485" marT="83839" marB="83839" anchor="ctr"/>
                </a:tc>
                <a:extLst>
                  <a:ext uri="{0D108BD9-81ED-4DB2-BD59-A6C34878D82A}">
                    <a16:rowId xmlns:a16="http://schemas.microsoft.com/office/drawing/2014/main" val="917675857"/>
                  </a:ext>
                </a:extLst>
              </a:tr>
              <a:tr h="1374463">
                <a:tc>
                  <a:txBody>
                    <a:bodyPr/>
                    <a:lstStyle/>
                    <a:p>
                      <a:pPr>
                        <a:lnSpc>
                          <a:spcPts val="1875"/>
                        </a:lnSpc>
                        <a:buNone/>
                      </a:pPr>
                      <a:r>
                        <a:rPr lang="sv-SE" sz="1600" b="1">
                          <a:effectLst/>
                        </a:rPr>
                        <a:t>Jag kommer inte ihåg mitt servernamn – vad gör jag?</a:t>
                      </a:r>
                      <a:endParaRPr lang="sv-SE" sz="1600" b="0">
                        <a:effectLst/>
                        <a:latin typeface="quote-cjk-patch"/>
                      </a:endParaRPr>
                    </a:p>
                  </a:txBody>
                  <a:tcPr marL="80485" marR="134142" marT="83839" marB="83839" anchor="ctr"/>
                </a:tc>
                <a:tc>
                  <a:txBody>
                    <a:bodyPr/>
                    <a:lstStyle/>
                    <a:p>
                      <a:pPr>
                        <a:lnSpc>
                          <a:spcPts val="1650"/>
                        </a:lnSpc>
                        <a:buNone/>
                      </a:pPr>
                      <a:r>
                        <a:rPr lang="sv-SE" sz="1600" b="0">
                          <a:effectLst/>
                        </a:rPr>
                        <a:t>Inga problem! Du kan hitta det på flera sätt:</a:t>
                      </a:r>
                      <a:br>
                        <a:rPr lang="sv-SE" sz="1600" b="0">
                          <a:effectLst/>
                        </a:rPr>
                      </a:br>
                      <a:r>
                        <a:rPr lang="sv-SE" sz="1600" b="0">
                          <a:effectLst/>
                        </a:rPr>
                        <a:t>• Öppna kommandotolken och skriv </a:t>
                      </a:r>
                      <a:r>
                        <a:rPr lang="sv-SE" sz="1600" b="1">
                          <a:effectLst/>
                          <a:highlight>
                            <a:srgbClr val="FF0000"/>
                          </a:highlight>
                        </a:rPr>
                        <a:t>hostname</a:t>
                      </a:r>
                      <a:br>
                        <a:rPr lang="sv-SE" sz="1600" b="0">
                          <a:effectLst/>
                        </a:rPr>
                      </a:br>
                      <a:r>
                        <a:rPr lang="sv-SE" sz="1600" b="0">
                          <a:effectLst/>
                        </a:rPr>
                        <a:t>• Öppna SQL Server Configuration Manager</a:t>
                      </a:r>
                      <a:br>
                        <a:rPr lang="sv-SE" sz="1600" b="0">
                          <a:effectLst/>
                        </a:rPr>
                      </a:br>
                      <a:r>
                        <a:rPr lang="sv-SE" sz="1600" b="0">
                          <a:effectLst/>
                        </a:rPr>
                        <a:t>• Testa </a:t>
                      </a:r>
                      <a:r>
                        <a:rPr lang="sv-SE" sz="1600" b="1">
                          <a:effectLst/>
                          <a:highlight>
                            <a:srgbClr val="FF0000"/>
                          </a:highlight>
                        </a:rPr>
                        <a:t>localhost </a:t>
                      </a:r>
                      <a:r>
                        <a:rPr lang="sv-SE" sz="1600" b="0">
                          <a:effectLst/>
                        </a:rPr>
                        <a:t>– det fungerar oftast om du installerade SQL Server på din egen dator</a:t>
                      </a:r>
                      <a:endParaRPr lang="sv-SE" sz="1600" b="0">
                        <a:effectLst/>
                        <a:latin typeface="quote-cjk-patch"/>
                      </a:endParaRPr>
                    </a:p>
                  </a:txBody>
                  <a:tcPr marL="134142" marR="80485" marT="83839" marB="83839" anchor="ctr"/>
                </a:tc>
                <a:extLst>
                  <a:ext uri="{0D108BD9-81ED-4DB2-BD59-A6C34878D82A}">
                    <a16:rowId xmlns:a16="http://schemas.microsoft.com/office/drawing/2014/main" val="415455599"/>
                  </a:ext>
                </a:extLst>
              </a:tr>
              <a:tr h="729803">
                <a:tc>
                  <a:txBody>
                    <a:bodyPr/>
                    <a:lstStyle/>
                    <a:p>
                      <a:pPr>
                        <a:lnSpc>
                          <a:spcPts val="1875"/>
                        </a:lnSpc>
                        <a:buNone/>
                      </a:pPr>
                      <a:r>
                        <a:rPr lang="sv-SE" sz="1600" b="1">
                          <a:effectLst/>
                        </a:rPr>
                        <a:t>Vad är Windows-autentisering?</a:t>
                      </a:r>
                      <a:endParaRPr lang="sv-SE" sz="1600" b="0">
                        <a:effectLst/>
                        <a:latin typeface="quote-cjk-patch"/>
                      </a:endParaRPr>
                    </a:p>
                  </a:txBody>
                  <a:tcPr marL="80485" marR="134142" marT="83839" marB="83839" anchor="ctr"/>
                </a:tc>
                <a:tc>
                  <a:txBody>
                    <a:bodyPr/>
                    <a:lstStyle/>
                    <a:p>
                      <a:pPr>
                        <a:lnSpc>
                          <a:spcPts val="1875"/>
                        </a:lnSpc>
                        <a:buNone/>
                      </a:pPr>
                      <a:r>
                        <a:rPr lang="sv-SE" sz="1600" b="0">
                          <a:effectLst/>
                        </a:rPr>
                        <a:t>Det innebär att du loggar in med ditt eget Windows-konto. Det är enklast och säkrast för lokal utveckling .</a:t>
                      </a:r>
                      <a:endParaRPr lang="sv-SE" sz="1600" b="0">
                        <a:effectLst/>
                        <a:latin typeface="quote-cjk-patch"/>
                      </a:endParaRPr>
                    </a:p>
                  </a:txBody>
                  <a:tcPr marL="134142" marR="80485" marT="83839" marB="83839" anchor="ctr"/>
                </a:tc>
                <a:extLst>
                  <a:ext uri="{0D108BD9-81ED-4DB2-BD59-A6C34878D82A}">
                    <a16:rowId xmlns:a16="http://schemas.microsoft.com/office/drawing/2014/main" val="1187386343"/>
                  </a:ext>
                </a:extLst>
              </a:tr>
              <a:tr h="668986">
                <a:tc>
                  <a:txBody>
                    <a:bodyPr/>
                    <a:lstStyle/>
                    <a:p>
                      <a:pPr>
                        <a:lnSpc>
                          <a:spcPts val="1875"/>
                        </a:lnSpc>
                        <a:buNone/>
                      </a:pPr>
                      <a:r>
                        <a:rPr lang="sv-SE" sz="1600" b="1">
                          <a:effectLst/>
                        </a:rPr>
                        <a:t>Varför ser jag inga databaser?</a:t>
                      </a:r>
                      <a:endParaRPr lang="sv-SE" sz="1600" b="0">
                        <a:effectLst/>
                        <a:latin typeface="quote-cjk-patch"/>
                      </a:endParaRPr>
                    </a:p>
                  </a:txBody>
                  <a:tcPr marL="80485" marR="134142" marT="83839" marB="83839" anchor="ctr"/>
                </a:tc>
                <a:tc>
                  <a:txBody>
                    <a:bodyPr/>
                    <a:lstStyle/>
                    <a:p>
                      <a:pPr>
                        <a:lnSpc>
                          <a:spcPts val="1650"/>
                        </a:lnSpc>
                        <a:buNone/>
                      </a:pPr>
                      <a:r>
                        <a:rPr lang="sv-SE" sz="1600" b="0">
                          <a:effectLst/>
                        </a:rPr>
                        <a:t>För att vi inte har skapat någon än! I nästa steg (</a:t>
                      </a:r>
                      <a:r>
                        <a:rPr lang="sv-SE" sz="1600" b="1">
                          <a:effectLst/>
                          <a:highlight>
                            <a:srgbClr val="FF0000"/>
                          </a:highlight>
                        </a:rPr>
                        <a:t>Steg 7</a:t>
                      </a:r>
                      <a:r>
                        <a:rPr lang="sv-SE" sz="1600" b="0">
                          <a:effectLst/>
                        </a:rPr>
                        <a:t>) skapar vi vår egen databas </a:t>
                      </a:r>
                      <a:r>
                        <a:rPr lang="sv-SE" sz="1600" b="1">
                          <a:effectLst/>
                          <a:highlight>
                            <a:srgbClr val="FF0000"/>
                          </a:highlight>
                        </a:rPr>
                        <a:t>NetworkSecurityML</a:t>
                      </a:r>
                      <a:r>
                        <a:rPr lang="sv-SE" sz="1600" b="0">
                          <a:effectLst/>
                        </a:rPr>
                        <a:t>.</a:t>
                      </a:r>
                      <a:endParaRPr lang="sv-SE" sz="1600" b="0">
                        <a:effectLst/>
                        <a:latin typeface="quote-cjk-patch"/>
                      </a:endParaRPr>
                    </a:p>
                  </a:txBody>
                  <a:tcPr marL="134142" marR="80485" marT="83839" marB="83839" anchor="ctr"/>
                </a:tc>
                <a:extLst>
                  <a:ext uri="{0D108BD9-81ED-4DB2-BD59-A6C34878D82A}">
                    <a16:rowId xmlns:a16="http://schemas.microsoft.com/office/drawing/2014/main" val="2499065215"/>
                  </a:ext>
                </a:extLst>
              </a:tr>
            </a:tbl>
          </a:graphicData>
        </a:graphic>
      </p:graphicFrame>
    </p:spTree>
    <p:extLst>
      <p:ext uri="{BB962C8B-B14F-4D97-AF65-F5344CB8AC3E}">
        <p14:creationId xmlns:p14="http://schemas.microsoft.com/office/powerpoint/2010/main" val="2457691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E65AA6AE-F15A-D4A0-81FF-6DA89F170D21}"/>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Felsökning – om du inte kan ansluta</a:t>
            </a:r>
            <a:endParaRPr lang="sv-SE" sz="4000">
              <a:solidFill>
                <a:srgbClr val="FFFFFF"/>
              </a:solidFill>
            </a:endParaRPr>
          </a:p>
        </p:txBody>
      </p:sp>
      <p:graphicFrame>
        <p:nvGraphicFramePr>
          <p:cNvPr id="5" name="Platshållare för innehåll 4">
            <a:extLst>
              <a:ext uri="{FF2B5EF4-FFF2-40B4-BE49-F238E27FC236}">
                <a16:creationId xmlns:a16="http://schemas.microsoft.com/office/drawing/2014/main" id="{FACB9B96-9395-871E-42D0-50FFBBC41CD5}"/>
              </a:ext>
            </a:extLst>
          </p:cNvPr>
          <p:cNvGraphicFramePr>
            <a:graphicFrameLocks noGrp="1"/>
          </p:cNvGraphicFramePr>
          <p:nvPr>
            <p:ph idx="1"/>
            <p:extLst>
              <p:ext uri="{D42A27DB-BD31-4B8C-83A1-F6EECF244321}">
                <p14:modId xmlns:p14="http://schemas.microsoft.com/office/powerpoint/2010/main" val="1032641976"/>
              </p:ext>
            </p:extLst>
          </p:nvPr>
        </p:nvGraphicFramePr>
        <p:xfrm>
          <a:off x="256081" y="1780081"/>
          <a:ext cx="11687495" cy="4951492"/>
        </p:xfrm>
        <a:graphic>
          <a:graphicData uri="http://schemas.openxmlformats.org/drawingml/2006/table">
            <a:tbl>
              <a:tblPr firstRow="1" bandRow="1">
                <a:tableStyleId>{5C22544A-7EE6-4342-B048-85BDC9FD1C3A}</a:tableStyleId>
              </a:tblPr>
              <a:tblGrid>
                <a:gridCol w="4823733">
                  <a:extLst>
                    <a:ext uri="{9D8B030D-6E8A-4147-A177-3AD203B41FA5}">
                      <a16:colId xmlns:a16="http://schemas.microsoft.com/office/drawing/2014/main" val="1412234374"/>
                    </a:ext>
                  </a:extLst>
                </a:gridCol>
                <a:gridCol w="6863762">
                  <a:extLst>
                    <a:ext uri="{9D8B030D-6E8A-4147-A177-3AD203B41FA5}">
                      <a16:colId xmlns:a16="http://schemas.microsoft.com/office/drawing/2014/main" val="1951149251"/>
                    </a:ext>
                  </a:extLst>
                </a:gridCol>
              </a:tblGrid>
              <a:tr h="829374">
                <a:tc>
                  <a:txBody>
                    <a:bodyPr/>
                    <a:lstStyle/>
                    <a:p>
                      <a:pPr algn="l">
                        <a:lnSpc>
                          <a:spcPts val="1875"/>
                        </a:lnSpc>
                        <a:buNone/>
                      </a:pPr>
                      <a:r>
                        <a:rPr lang="sv-SE" sz="2700" b="1">
                          <a:effectLst/>
                          <a:latin typeface="quote-cjk-patch"/>
                        </a:rPr>
                        <a:t>Problem</a:t>
                      </a:r>
                      <a:endParaRPr lang="sv-SE" sz="2700" b="0">
                        <a:effectLst/>
                        <a:latin typeface="quote-cjk-patch"/>
                      </a:endParaRPr>
                    </a:p>
                  </a:txBody>
                  <a:tcPr marL="137207" marR="228678" marT="142924" marB="142924" anchor="ctr">
                    <a:lnL>
                      <a:noFill/>
                    </a:lnL>
                    <a:lnR>
                      <a:noFill/>
                    </a:lnR>
                    <a:lnT>
                      <a:noFill/>
                    </a:lnT>
                    <a:lnB>
                      <a:noFill/>
                    </a:lnB>
                    <a:solidFill>
                      <a:srgbClr val="FFFFFF"/>
                    </a:solidFill>
                  </a:tcPr>
                </a:tc>
                <a:tc>
                  <a:txBody>
                    <a:bodyPr/>
                    <a:lstStyle/>
                    <a:p>
                      <a:pPr algn="l">
                        <a:lnSpc>
                          <a:spcPts val="1875"/>
                        </a:lnSpc>
                        <a:buNone/>
                      </a:pPr>
                      <a:r>
                        <a:rPr lang="sv-SE" sz="2700" b="1">
                          <a:effectLst/>
                          <a:latin typeface="quote-cjk-patch"/>
                        </a:rPr>
                        <a:t>Lösning</a:t>
                      </a:r>
                      <a:endParaRPr lang="sv-SE" sz="2700" b="0">
                        <a:effectLst/>
                        <a:latin typeface="quote-cjk-patch"/>
                      </a:endParaRPr>
                    </a:p>
                  </a:txBody>
                  <a:tcPr marL="228678" marR="228678" marT="142924" marB="142924" anchor="ctr">
                    <a:lnL>
                      <a:noFill/>
                    </a:lnL>
                    <a:lnR>
                      <a:noFill/>
                    </a:lnR>
                    <a:lnT>
                      <a:noFill/>
                    </a:lnT>
                    <a:lnB>
                      <a:noFill/>
                    </a:lnB>
                    <a:solidFill>
                      <a:srgbClr val="FFFFFF"/>
                    </a:solidFill>
                  </a:tcPr>
                </a:tc>
                <a:extLst>
                  <a:ext uri="{0D108BD9-81ED-4DB2-BD59-A6C34878D82A}">
                    <a16:rowId xmlns:a16="http://schemas.microsoft.com/office/drawing/2014/main" val="884912878"/>
                  </a:ext>
                </a:extLst>
              </a:tr>
              <a:tr h="1175973">
                <a:tc>
                  <a:txBody>
                    <a:bodyPr/>
                    <a:lstStyle/>
                    <a:p>
                      <a:pPr>
                        <a:lnSpc>
                          <a:spcPct val="100000"/>
                        </a:lnSpc>
                        <a:buNone/>
                      </a:pPr>
                      <a:r>
                        <a:rPr lang="sv-SE" sz="2700" b="1">
                          <a:effectLst/>
                          <a:latin typeface="quote-cjk-patch"/>
                        </a:rPr>
                        <a:t>"Cannot connect to server"</a:t>
                      </a:r>
                      <a:endParaRPr lang="sv-SE" sz="2700" b="0">
                        <a:effectLst/>
                        <a:latin typeface="quote-cjk-patch"/>
                      </a:endParaRPr>
                    </a:p>
                  </a:txBody>
                  <a:tcPr marL="137207" marR="228678" marT="142924" marB="142924" anchor="ctr">
                    <a:lnL>
                      <a:noFill/>
                    </a:lnL>
                    <a:lnR>
                      <a:noFill/>
                    </a:lnR>
                    <a:lnT>
                      <a:noFill/>
                    </a:lnT>
                    <a:lnB>
                      <a:noFill/>
                    </a:lnB>
                    <a:solidFill>
                      <a:srgbClr val="FFFFFF"/>
                    </a:solidFill>
                  </a:tcPr>
                </a:tc>
                <a:tc>
                  <a:txBody>
                    <a:bodyPr/>
                    <a:lstStyle/>
                    <a:p>
                      <a:pPr>
                        <a:lnSpc>
                          <a:spcPct val="100000"/>
                        </a:lnSpc>
                        <a:buNone/>
                      </a:pPr>
                      <a:r>
                        <a:rPr lang="sv-SE" sz="2700" b="0">
                          <a:effectLst/>
                          <a:latin typeface="quote-cjk-patch"/>
                        </a:rPr>
                        <a:t>Kontrollera att du skrivit servernamnet korrekt. Prova </a:t>
                      </a:r>
                      <a:r>
                        <a:rPr lang="sv-SE" sz="2700" b="0">
                          <a:effectLst/>
                          <a:latin typeface="Menlo"/>
                        </a:rPr>
                        <a:t>localhost</a:t>
                      </a:r>
                      <a:r>
                        <a:rPr lang="sv-SE" sz="2700" b="0">
                          <a:effectLst/>
                          <a:latin typeface="quote-cjk-patch"/>
                        </a:rPr>
                        <a:t> om du är osäker.</a:t>
                      </a:r>
                    </a:p>
                  </a:txBody>
                  <a:tcPr marL="228678" marR="137207" marT="142924" marB="142924" anchor="ctr">
                    <a:lnL>
                      <a:noFill/>
                    </a:lnL>
                    <a:lnR>
                      <a:noFill/>
                    </a:lnR>
                    <a:lnT>
                      <a:noFill/>
                    </a:lnT>
                    <a:lnB>
                      <a:noFill/>
                    </a:lnB>
                    <a:solidFill>
                      <a:srgbClr val="FFFFFF"/>
                    </a:solidFill>
                  </a:tcPr>
                </a:tc>
                <a:extLst>
                  <a:ext uri="{0D108BD9-81ED-4DB2-BD59-A6C34878D82A}">
                    <a16:rowId xmlns:a16="http://schemas.microsoft.com/office/drawing/2014/main" val="57081517"/>
                  </a:ext>
                </a:extLst>
              </a:tr>
              <a:tr h="1250257">
                <a:tc>
                  <a:txBody>
                    <a:bodyPr/>
                    <a:lstStyle/>
                    <a:p>
                      <a:pPr>
                        <a:lnSpc>
                          <a:spcPct val="100000"/>
                        </a:lnSpc>
                        <a:buNone/>
                      </a:pPr>
                      <a:r>
                        <a:rPr lang="sv-SE" sz="2700" b="1">
                          <a:effectLst/>
                          <a:latin typeface="quote-cjk-patch"/>
                        </a:rPr>
                        <a:t>SQL Server är stoppad</a:t>
                      </a:r>
                      <a:endParaRPr lang="sv-SE" sz="2700" b="0">
                        <a:effectLst/>
                        <a:latin typeface="quote-cjk-patch"/>
                      </a:endParaRPr>
                    </a:p>
                  </a:txBody>
                  <a:tcPr marL="137207" marR="228678" marT="142924" marB="142924" anchor="ctr">
                    <a:lnL>
                      <a:noFill/>
                    </a:lnL>
                    <a:lnR>
                      <a:noFill/>
                    </a:lnR>
                    <a:lnT>
                      <a:noFill/>
                    </a:lnT>
                    <a:lnB>
                      <a:noFill/>
                    </a:lnB>
                    <a:solidFill>
                      <a:srgbClr val="FFFFFF"/>
                    </a:solidFill>
                  </a:tcPr>
                </a:tc>
                <a:tc>
                  <a:txBody>
                    <a:bodyPr/>
                    <a:lstStyle/>
                    <a:p>
                      <a:pPr>
                        <a:lnSpc>
                          <a:spcPct val="100000"/>
                        </a:lnSpc>
                        <a:buNone/>
                      </a:pPr>
                      <a:r>
                        <a:rPr lang="sv-SE" sz="2700" b="0">
                          <a:effectLst/>
                          <a:latin typeface="quote-cjk-patch"/>
                        </a:rPr>
                        <a:t>Öppna </a:t>
                      </a:r>
                      <a:r>
                        <a:rPr lang="sv-SE" sz="2700" b="1">
                          <a:effectLst/>
                          <a:latin typeface="quote-cjk-patch"/>
                        </a:rPr>
                        <a:t>SQL Server Configuration Manager</a:t>
                      </a:r>
                      <a:r>
                        <a:rPr lang="sv-SE" sz="2700" b="0">
                          <a:effectLst/>
                          <a:latin typeface="quote-cjk-patch"/>
                        </a:rPr>
                        <a:t> och starta tjänsten.</a:t>
                      </a:r>
                    </a:p>
                  </a:txBody>
                  <a:tcPr marL="228678" marR="137207" marT="142924" marB="142924" anchor="ctr">
                    <a:lnL>
                      <a:noFill/>
                    </a:lnL>
                    <a:lnR>
                      <a:noFill/>
                    </a:lnR>
                    <a:lnT>
                      <a:noFill/>
                    </a:lnT>
                    <a:lnB>
                      <a:noFill/>
                    </a:lnB>
                    <a:solidFill>
                      <a:srgbClr val="FFFFFF"/>
                    </a:solidFill>
                  </a:tcPr>
                </a:tc>
                <a:extLst>
                  <a:ext uri="{0D108BD9-81ED-4DB2-BD59-A6C34878D82A}">
                    <a16:rowId xmlns:a16="http://schemas.microsoft.com/office/drawing/2014/main" val="1831841156"/>
                  </a:ext>
                </a:extLst>
              </a:tr>
              <a:tr h="1695888">
                <a:tc>
                  <a:txBody>
                    <a:bodyPr/>
                    <a:lstStyle/>
                    <a:p>
                      <a:pPr>
                        <a:lnSpc>
                          <a:spcPct val="100000"/>
                        </a:lnSpc>
                        <a:buNone/>
                      </a:pPr>
                      <a:r>
                        <a:rPr lang="sv-SE" sz="2700" b="1">
                          <a:effectLst/>
                          <a:latin typeface="quote-cjk-patch"/>
                        </a:rPr>
                        <a:t>Brandväggen blockerar</a:t>
                      </a:r>
                      <a:endParaRPr lang="sv-SE" sz="2700" b="0">
                        <a:effectLst/>
                        <a:latin typeface="quote-cjk-patch"/>
                      </a:endParaRPr>
                    </a:p>
                  </a:txBody>
                  <a:tcPr marL="137207" marR="228678" marT="142924" marB="142924" anchor="ctr">
                    <a:lnL>
                      <a:noFill/>
                    </a:lnL>
                    <a:lnR>
                      <a:noFill/>
                    </a:lnR>
                    <a:lnT>
                      <a:noFill/>
                    </a:lnT>
                    <a:lnB>
                      <a:noFill/>
                    </a:lnB>
                    <a:solidFill>
                      <a:srgbClr val="FFFFFF"/>
                    </a:solidFill>
                  </a:tcPr>
                </a:tc>
                <a:tc>
                  <a:txBody>
                    <a:bodyPr/>
                    <a:lstStyle/>
                    <a:p>
                      <a:pPr>
                        <a:lnSpc>
                          <a:spcPct val="100000"/>
                        </a:lnSpc>
                        <a:buNone/>
                      </a:pPr>
                      <a:r>
                        <a:rPr lang="sv-SE" sz="2700" b="0">
                          <a:effectLst/>
                          <a:latin typeface="quote-cjk-patch"/>
                        </a:rPr>
                        <a:t>För lokal utveckling behövs oftast inget. Kontrollera att SQL Server tillåts i brandväggen.</a:t>
                      </a:r>
                    </a:p>
                  </a:txBody>
                  <a:tcPr marL="228678" marR="137207" marT="142924" marB="142924" anchor="ctr">
                    <a:lnL>
                      <a:noFill/>
                    </a:lnL>
                    <a:lnR>
                      <a:noFill/>
                    </a:lnR>
                    <a:lnT>
                      <a:noFill/>
                    </a:lnT>
                    <a:lnB>
                      <a:noFill/>
                    </a:lnB>
                    <a:solidFill>
                      <a:srgbClr val="FFFFFF"/>
                    </a:solidFill>
                  </a:tcPr>
                </a:tc>
                <a:extLst>
                  <a:ext uri="{0D108BD9-81ED-4DB2-BD59-A6C34878D82A}">
                    <a16:rowId xmlns:a16="http://schemas.microsoft.com/office/drawing/2014/main" val="2937214417"/>
                  </a:ext>
                </a:extLst>
              </a:tr>
            </a:tbl>
          </a:graphicData>
        </a:graphic>
      </p:graphicFrame>
    </p:spTree>
    <p:extLst>
      <p:ext uri="{BB962C8B-B14F-4D97-AF65-F5344CB8AC3E}">
        <p14:creationId xmlns:p14="http://schemas.microsoft.com/office/powerpoint/2010/main" val="484186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0E33992-D342-4734-3224-B8044E212E27}"/>
              </a:ext>
            </a:extLst>
          </p:cNvPr>
          <p:cNvSpPr>
            <a:spLocks noGrp="1"/>
          </p:cNvSpPr>
          <p:nvPr>
            <p:ph type="title"/>
          </p:nvPr>
        </p:nvSpPr>
        <p:spPr>
          <a:xfrm>
            <a:off x="826396" y="586855"/>
            <a:ext cx="4230100" cy="3387497"/>
          </a:xfrm>
        </p:spPr>
        <p:txBody>
          <a:bodyPr anchor="b">
            <a:normAutofit/>
          </a:bodyPr>
          <a:lstStyle/>
          <a:p>
            <a:pPr algn="r"/>
            <a:r>
              <a:rPr lang="sv-SE" sz="4000">
                <a:solidFill>
                  <a:srgbClr val="FFFFFF"/>
                </a:solidFill>
                <a:ea typeface="+mj-lt"/>
                <a:cs typeface="+mj-lt"/>
              </a:rPr>
              <a:t>Steg 3: Koppla ihop SSMS med SQL Server</a:t>
            </a:r>
            <a:endParaRPr lang="sv-SE" sz="4000">
              <a:solidFill>
                <a:srgbClr val="FFFFFF"/>
              </a:solidFill>
            </a:endParaRPr>
          </a:p>
        </p:txBody>
      </p:sp>
      <p:sp>
        <p:nvSpPr>
          <p:cNvPr id="3" name="Platshållare för innehåll 2">
            <a:extLst>
              <a:ext uri="{FF2B5EF4-FFF2-40B4-BE49-F238E27FC236}">
                <a16:creationId xmlns:a16="http://schemas.microsoft.com/office/drawing/2014/main" id="{01E18B3D-2A9C-F79C-FC65-26768792FC7D}"/>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sv-SE" sz="2000">
                <a:ea typeface="+mn-lt"/>
                <a:cs typeface="+mn-lt"/>
              </a:rPr>
              <a:t>Nu ska vi sätta ihop motorn (SQL Server) med kontrollpanelen (SSMS). Vi måste tala om för SSMS var vår specifika "garagehylla" finns så att de kan börja prata med varandra .</a:t>
            </a:r>
            <a:endParaRPr lang="sv-SE" sz="2000"/>
          </a:p>
        </p:txBody>
      </p:sp>
    </p:spTree>
    <p:extLst>
      <p:ext uri="{BB962C8B-B14F-4D97-AF65-F5344CB8AC3E}">
        <p14:creationId xmlns:p14="http://schemas.microsoft.com/office/powerpoint/2010/main" val="2302190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B61C167C-05B7-8E34-C02A-535B5A67B80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err="1">
                <a:solidFill>
                  <a:srgbClr val="FFFFFF"/>
                </a:solidFill>
                <a:latin typeface="+mj-lt"/>
                <a:ea typeface="+mj-ea"/>
                <a:cs typeface="+mj-cs"/>
              </a:rPr>
              <a:t>Koppla</a:t>
            </a:r>
            <a:r>
              <a:rPr lang="en-US" sz="3700" kern="1200">
                <a:solidFill>
                  <a:srgbClr val="FFFFFF"/>
                </a:solidFill>
                <a:latin typeface="+mj-lt"/>
                <a:ea typeface="+mj-ea"/>
                <a:cs typeface="+mj-cs"/>
              </a:rPr>
              <a:t> </a:t>
            </a:r>
            <a:r>
              <a:rPr lang="en-US" sz="3700" kern="1200" err="1">
                <a:solidFill>
                  <a:srgbClr val="FFFFFF"/>
                </a:solidFill>
                <a:latin typeface="+mj-lt"/>
                <a:ea typeface="+mj-ea"/>
                <a:cs typeface="+mj-cs"/>
              </a:rPr>
              <a:t>ihop</a:t>
            </a:r>
            <a:r>
              <a:rPr lang="en-US" sz="3700" kern="1200">
                <a:solidFill>
                  <a:srgbClr val="FFFFFF"/>
                </a:solidFill>
                <a:latin typeface="+mj-lt"/>
                <a:ea typeface="+mj-ea"/>
                <a:cs typeface="+mj-cs"/>
              </a:rPr>
              <a:t> SSMS med SQL Server</a:t>
            </a:r>
          </a:p>
        </p:txBody>
      </p:sp>
      <p:graphicFrame>
        <p:nvGraphicFramePr>
          <p:cNvPr id="5" name="Platshållare för innehåll 4">
            <a:extLst>
              <a:ext uri="{FF2B5EF4-FFF2-40B4-BE49-F238E27FC236}">
                <a16:creationId xmlns:a16="http://schemas.microsoft.com/office/drawing/2014/main" id="{464D68D8-676E-19FE-4D7B-5E824C4DB3BB}"/>
              </a:ext>
            </a:extLst>
          </p:cNvPr>
          <p:cNvGraphicFramePr>
            <a:graphicFrameLocks noGrp="1"/>
          </p:cNvGraphicFramePr>
          <p:nvPr>
            <p:ph idx="1"/>
            <p:extLst>
              <p:ext uri="{D42A27DB-BD31-4B8C-83A1-F6EECF244321}">
                <p14:modId xmlns:p14="http://schemas.microsoft.com/office/powerpoint/2010/main" val="4195671202"/>
              </p:ext>
            </p:extLst>
          </p:nvPr>
        </p:nvGraphicFramePr>
        <p:xfrm>
          <a:off x="-1" y="1380344"/>
          <a:ext cx="12160991" cy="5419886"/>
        </p:xfrm>
        <a:graphic>
          <a:graphicData uri="http://schemas.openxmlformats.org/drawingml/2006/table">
            <a:tbl>
              <a:tblPr firstRow="1" bandRow="1">
                <a:noFill/>
                <a:tableStyleId>{5C22544A-7EE6-4342-B048-85BDC9FD1C3A}</a:tableStyleId>
              </a:tblPr>
              <a:tblGrid>
                <a:gridCol w="733513">
                  <a:extLst>
                    <a:ext uri="{9D8B030D-6E8A-4147-A177-3AD203B41FA5}">
                      <a16:colId xmlns:a16="http://schemas.microsoft.com/office/drawing/2014/main" val="3340310372"/>
                    </a:ext>
                  </a:extLst>
                </a:gridCol>
                <a:gridCol w="1438542">
                  <a:extLst>
                    <a:ext uri="{9D8B030D-6E8A-4147-A177-3AD203B41FA5}">
                      <a16:colId xmlns:a16="http://schemas.microsoft.com/office/drawing/2014/main" val="1886168659"/>
                    </a:ext>
                  </a:extLst>
                </a:gridCol>
                <a:gridCol w="9988936">
                  <a:extLst>
                    <a:ext uri="{9D8B030D-6E8A-4147-A177-3AD203B41FA5}">
                      <a16:colId xmlns:a16="http://schemas.microsoft.com/office/drawing/2014/main" val="3256043005"/>
                    </a:ext>
                  </a:extLst>
                </a:gridCol>
              </a:tblGrid>
              <a:tr h="463983">
                <a:tc>
                  <a:txBody>
                    <a:bodyPr/>
                    <a:lstStyle/>
                    <a:p>
                      <a:pPr algn="l">
                        <a:lnSpc>
                          <a:spcPct val="100000"/>
                        </a:lnSpc>
                        <a:buNone/>
                      </a:pPr>
                      <a:r>
                        <a:rPr lang="sv-SE" sz="1100" b="0" cap="all" spc="150">
                          <a:solidFill>
                            <a:schemeClr val="lt1"/>
                          </a:solidFill>
                          <a:effectLst/>
                          <a:latin typeface="quote-cjk-patch"/>
                        </a:rPr>
                        <a:t>Steg</a:t>
                      </a:r>
                    </a:p>
                  </a:txBody>
                  <a:tcPr marL="95037" marR="95037" marT="95037" marB="95037" anchor="ctr">
                    <a:lnL w="12700" cmpd="sng">
                      <a:noFill/>
                    </a:lnL>
                    <a:lnR w="12700" cmpd="sng">
                      <a:noFill/>
                    </a:lnR>
                    <a:lnT w="12700" cmpd="sng">
                      <a:noFill/>
                    </a:lnT>
                    <a:lnB w="38100" cmpd="sng">
                      <a:noFill/>
                    </a:lnB>
                    <a:solidFill>
                      <a:srgbClr val="505356"/>
                    </a:solidFill>
                  </a:tcPr>
                </a:tc>
                <a:tc>
                  <a:txBody>
                    <a:bodyPr/>
                    <a:lstStyle/>
                    <a:p>
                      <a:pPr algn="l">
                        <a:lnSpc>
                          <a:spcPct val="100000"/>
                        </a:lnSpc>
                        <a:buNone/>
                      </a:pPr>
                      <a:r>
                        <a:rPr lang="sv-SE" sz="1100" b="0" cap="all" spc="150">
                          <a:solidFill>
                            <a:schemeClr val="lt1"/>
                          </a:solidFill>
                          <a:effectLst/>
                          <a:latin typeface="quote-cjk-patch"/>
                        </a:rPr>
                        <a:t>Vad ska du göra?</a:t>
                      </a:r>
                    </a:p>
                  </a:txBody>
                  <a:tcPr marL="95037" marR="95037" marT="95037" marB="95037" anchor="ctr">
                    <a:lnL w="12700" cmpd="sng">
                      <a:noFill/>
                    </a:lnL>
                    <a:lnR w="12700" cmpd="sng">
                      <a:noFill/>
                    </a:lnR>
                    <a:lnT w="12700" cmpd="sng">
                      <a:noFill/>
                    </a:lnT>
                    <a:lnB w="38100" cmpd="sng">
                      <a:noFill/>
                    </a:lnB>
                    <a:solidFill>
                      <a:srgbClr val="505356"/>
                    </a:solidFill>
                  </a:tcPr>
                </a:tc>
                <a:tc>
                  <a:txBody>
                    <a:bodyPr/>
                    <a:lstStyle/>
                    <a:p>
                      <a:pPr algn="l">
                        <a:lnSpc>
                          <a:spcPct val="100000"/>
                        </a:lnSpc>
                        <a:buNone/>
                      </a:pPr>
                      <a:r>
                        <a:rPr lang="sv-SE" sz="1100" b="0" cap="all" spc="150">
                          <a:solidFill>
                            <a:schemeClr val="lt1"/>
                          </a:solidFill>
                          <a:effectLst/>
                          <a:latin typeface="quote-cjk-patch"/>
                        </a:rPr>
                        <a:t>Instruktioner (anpassat för nybörjare)</a:t>
                      </a:r>
                    </a:p>
                  </a:txBody>
                  <a:tcPr marL="95037" marR="95037" marT="95037" marB="95037" anchor="ctr">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936623393"/>
                  </a:ext>
                </a:extLst>
              </a:tr>
              <a:tr h="425318">
                <a:tc>
                  <a:txBody>
                    <a:bodyPr/>
                    <a:lstStyle/>
                    <a:p>
                      <a:pPr>
                        <a:lnSpc>
                          <a:spcPct val="100000"/>
                        </a:lnSpc>
                        <a:buNone/>
                      </a:pPr>
                      <a:r>
                        <a:rPr lang="sv-SE" sz="1100" b="1" cap="none" spc="0">
                          <a:solidFill>
                            <a:schemeClr val="tx1"/>
                          </a:solidFill>
                          <a:effectLst/>
                          <a:latin typeface="quote-cjk-patch"/>
                        </a:rPr>
                        <a:t>1</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38100" cmpd="sng">
                      <a:noFill/>
                    </a:lnT>
                    <a:lnB w="12700" cmpd="sng">
                      <a:noFill/>
                      <a:prstDash val="solid"/>
                    </a:lnB>
                    <a:noFill/>
                  </a:tcPr>
                </a:tc>
                <a:tc>
                  <a:txBody>
                    <a:bodyPr/>
                    <a:lstStyle/>
                    <a:p>
                      <a:pPr>
                        <a:lnSpc>
                          <a:spcPct val="100000"/>
                        </a:lnSpc>
                        <a:buNone/>
                      </a:pPr>
                      <a:r>
                        <a:rPr lang="sv-SE" sz="1100" b="1" cap="none" spc="0">
                          <a:solidFill>
                            <a:schemeClr val="tx1"/>
                          </a:solidFill>
                          <a:effectLst/>
                          <a:latin typeface="quote-cjk-patch"/>
                        </a:rPr>
                        <a:t>Öppna SSMS</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38100" cmpd="sng">
                      <a:noFill/>
                    </a:lnT>
                    <a:lnB w="12700" cmpd="sng">
                      <a:noFill/>
                      <a:prstDash val="solid"/>
                    </a:lnB>
                    <a:noFill/>
                  </a:tcPr>
                </a:tc>
                <a:tc>
                  <a:txBody>
                    <a:bodyPr/>
                    <a:lstStyle/>
                    <a:p>
                      <a:pPr>
                        <a:lnSpc>
                          <a:spcPct val="100000"/>
                        </a:lnSpc>
                        <a:buNone/>
                      </a:pPr>
                      <a:r>
                        <a:rPr lang="sv-SE" sz="1100" b="0" cap="none" spc="0">
                          <a:solidFill>
                            <a:schemeClr val="tx1"/>
                          </a:solidFill>
                          <a:effectLst/>
                          <a:latin typeface="quote-cjk-patch"/>
                        </a:rPr>
                        <a:t>Sök efter </a:t>
                      </a:r>
                      <a:r>
                        <a:rPr lang="sv-SE" sz="1100" b="1" cap="none" spc="0">
                          <a:solidFill>
                            <a:schemeClr val="tx1"/>
                          </a:solidFill>
                          <a:effectLst/>
                          <a:latin typeface="quote-cjk-patch"/>
                        </a:rPr>
                        <a:t>"SQL Server Management Studio"</a:t>
                      </a:r>
                      <a:r>
                        <a:rPr lang="sv-SE" sz="1100" b="0" cap="none" spc="0">
                          <a:solidFill>
                            <a:schemeClr val="tx1"/>
                          </a:solidFill>
                          <a:effectLst/>
                          <a:latin typeface="quote-cjk-patch"/>
                        </a:rPr>
                        <a:t> i Windows startmeny. Klicka för att öppna programmet.</a:t>
                      </a:r>
                    </a:p>
                  </a:txBody>
                  <a:tcPr marL="95037" marR="95037" marT="95037" marB="95037"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3733312915"/>
                  </a:ext>
                </a:extLst>
              </a:tr>
              <a:tr h="425318">
                <a:tc>
                  <a:txBody>
                    <a:bodyPr/>
                    <a:lstStyle/>
                    <a:p>
                      <a:pPr>
                        <a:lnSpc>
                          <a:spcPct val="100000"/>
                        </a:lnSpc>
                        <a:buNone/>
                      </a:pPr>
                      <a:r>
                        <a:rPr lang="sv-SE" sz="1100" b="1" cap="none" spc="0">
                          <a:solidFill>
                            <a:schemeClr val="tx1"/>
                          </a:solidFill>
                          <a:effectLst/>
                          <a:latin typeface="quote-cjk-patch"/>
                        </a:rPr>
                        <a:t>2</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ct val="100000"/>
                        </a:lnSpc>
                        <a:buNone/>
                      </a:pPr>
                      <a:r>
                        <a:rPr lang="sv-SE" sz="1100" b="1" cap="none" spc="0">
                          <a:solidFill>
                            <a:schemeClr val="tx1"/>
                          </a:solidFill>
                          <a:effectLst/>
                          <a:latin typeface="quote-cjk-patch"/>
                        </a:rPr>
                        <a:t>Anslutningsfönstret öppnas automatiskt</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ct val="100000"/>
                        </a:lnSpc>
                        <a:buNone/>
                      </a:pPr>
                      <a:r>
                        <a:rPr lang="sv-SE" sz="1100" b="0" cap="none" spc="0">
                          <a:solidFill>
                            <a:schemeClr val="tx1"/>
                          </a:solidFill>
                          <a:effectLst/>
                          <a:latin typeface="quote-cjk-patch"/>
                        </a:rPr>
                        <a:t>Ett fönster som heter </a:t>
                      </a:r>
                      <a:r>
                        <a:rPr lang="sv-SE" sz="1100" b="1" cap="none" spc="0">
                          <a:solidFill>
                            <a:schemeClr val="tx1"/>
                          </a:solidFill>
                          <a:effectLst/>
                          <a:latin typeface="quote-cjk-patch"/>
                        </a:rPr>
                        <a:t>"Anslut till server"</a:t>
                      </a:r>
                      <a:r>
                        <a:rPr lang="sv-SE" sz="1100" b="0" cap="none" spc="0">
                          <a:solidFill>
                            <a:schemeClr val="tx1"/>
                          </a:solidFill>
                          <a:effectLst/>
                          <a:latin typeface="quote-cjk-patch"/>
                        </a:rPr>
                        <a:t> (Connect to Server) dyker upp direkt. Det är här vi ska ange var vår SQL Server finns.</a:t>
                      </a: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2568159779"/>
                  </a:ext>
                </a:extLst>
              </a:tr>
              <a:tr h="425318">
                <a:tc>
                  <a:txBody>
                    <a:bodyPr/>
                    <a:lstStyle/>
                    <a:p>
                      <a:pPr>
                        <a:lnSpc>
                          <a:spcPct val="100000"/>
                        </a:lnSpc>
                        <a:buNone/>
                      </a:pPr>
                      <a:r>
                        <a:rPr lang="sv-SE" sz="1100" b="1" cap="none" spc="0">
                          <a:solidFill>
                            <a:schemeClr val="tx1"/>
                          </a:solidFill>
                          <a:effectLst/>
                          <a:latin typeface="quote-cjk-patch"/>
                        </a:rPr>
                        <a:t>3</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ct val="100000"/>
                        </a:lnSpc>
                        <a:buNone/>
                      </a:pPr>
                      <a:r>
                        <a:rPr lang="sv-SE" sz="1100" b="1" cap="none" spc="0">
                          <a:solidFill>
                            <a:schemeClr val="tx1"/>
                          </a:solidFill>
                          <a:effectLst/>
                          <a:latin typeface="quote-cjk-patch"/>
                        </a:rPr>
                        <a:t>Välj servertyp</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ct val="100000"/>
                        </a:lnSpc>
                        <a:buNone/>
                      </a:pPr>
                      <a:r>
                        <a:rPr lang="sv-SE" sz="1100" b="0" cap="none" spc="0">
                          <a:solidFill>
                            <a:schemeClr val="tx1"/>
                          </a:solidFill>
                          <a:effectLst/>
                          <a:latin typeface="quote-cjk-patch"/>
                        </a:rPr>
                        <a:t>I rullgardinsmenyn vid </a:t>
                      </a:r>
                      <a:r>
                        <a:rPr lang="sv-SE" sz="1100" b="1" cap="none" spc="0">
                          <a:solidFill>
                            <a:schemeClr val="tx1"/>
                          </a:solidFill>
                          <a:effectLst/>
                          <a:latin typeface="quote-cjk-patch"/>
                        </a:rPr>
                        <a:t>Servertyp:</a:t>
                      </a:r>
                      <a:r>
                        <a:rPr lang="sv-SE" sz="1100" b="0" cap="none" spc="0">
                          <a:solidFill>
                            <a:schemeClr val="tx1"/>
                          </a:solidFill>
                          <a:effectLst/>
                          <a:latin typeface="quote-cjk-patch"/>
                        </a:rPr>
                        <a:t> ska det stå </a:t>
                      </a:r>
                      <a:r>
                        <a:rPr lang="sv-SE" sz="1100" b="1" cap="none" spc="0">
                          <a:solidFill>
                            <a:schemeClr val="tx1"/>
                          </a:solidFill>
                          <a:effectLst/>
                          <a:latin typeface="quote-cjk-patch"/>
                        </a:rPr>
                        <a:t>"Databasmotor"</a:t>
                      </a:r>
                      <a:r>
                        <a:rPr lang="sv-SE" sz="1100" b="0" cap="none" spc="0">
                          <a:solidFill>
                            <a:schemeClr val="tx1"/>
                          </a:solidFill>
                          <a:effectLst/>
                          <a:latin typeface="quote-cjk-patch"/>
                        </a:rPr>
                        <a:t> (Database Engine). Detta är standard och ska vara förvalt.</a:t>
                      </a: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05504511"/>
                  </a:ext>
                </a:extLst>
              </a:tr>
              <a:tr h="1415147">
                <a:tc>
                  <a:txBody>
                    <a:bodyPr/>
                    <a:lstStyle/>
                    <a:p>
                      <a:pPr>
                        <a:lnSpc>
                          <a:spcPct val="100000"/>
                        </a:lnSpc>
                        <a:buNone/>
                      </a:pPr>
                      <a:r>
                        <a:rPr lang="sv-SE" sz="1100" b="1" cap="none" spc="0">
                          <a:solidFill>
                            <a:schemeClr val="tx1"/>
                          </a:solidFill>
                          <a:effectLst/>
                          <a:latin typeface="quote-cjk-patch"/>
                        </a:rPr>
                        <a:t>4</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ct val="100000"/>
                        </a:lnSpc>
                        <a:buNone/>
                      </a:pPr>
                      <a:r>
                        <a:rPr lang="sv-SE" sz="1100" b="1" cap="none" spc="0">
                          <a:solidFill>
                            <a:schemeClr val="tx1"/>
                          </a:solidFill>
                          <a:effectLst/>
                          <a:latin typeface="quote-cjk-patch"/>
                        </a:rPr>
                        <a:t>Ange servernamn – VIKTIGASTE STEGET!</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ct val="100000"/>
                        </a:lnSpc>
                        <a:buNone/>
                      </a:pPr>
                      <a:r>
                        <a:rPr lang="sv-SE" sz="1100" b="0" cap="none" spc="0">
                          <a:solidFill>
                            <a:schemeClr val="tx1"/>
                          </a:solidFill>
                          <a:effectLst/>
                          <a:latin typeface="quote-cjk-patch"/>
                        </a:rPr>
                        <a:t>I rutan </a:t>
                      </a:r>
                      <a:r>
                        <a:rPr lang="sv-SE" sz="1100" b="1" cap="none" spc="0">
                          <a:solidFill>
                            <a:schemeClr val="tx1"/>
                          </a:solidFill>
                          <a:effectLst/>
                          <a:latin typeface="quote-cjk-patch"/>
                        </a:rPr>
                        <a:t>"Servernamn:"</a:t>
                      </a:r>
                      <a:r>
                        <a:rPr lang="sv-SE" sz="1100" b="0" cap="none" spc="0">
                          <a:solidFill>
                            <a:schemeClr val="tx1"/>
                          </a:solidFill>
                          <a:effectLst/>
                          <a:latin typeface="quote-cjk-patch"/>
                        </a:rPr>
                        <a:t> ska du skriva namnet på din SQL Server-instans. Använd det namn du sparade i Steg 1.</a:t>
                      </a:r>
                      <a:br>
                        <a:rPr lang="sv-SE" sz="1100" b="0" cap="none" spc="0">
                          <a:solidFill>
                            <a:srgbClr val="000000"/>
                          </a:solidFill>
                          <a:effectLst/>
                          <a:latin typeface="quote-cjk-patch"/>
                        </a:rPr>
                      </a:br>
                      <a:br>
                        <a:rPr lang="sv-SE" sz="1100" b="0" cap="none" spc="0">
                          <a:solidFill>
                            <a:srgbClr val="000000"/>
                          </a:solidFill>
                          <a:effectLst/>
                          <a:latin typeface="quote-cjk-patch"/>
                        </a:rPr>
                      </a:br>
                      <a:r>
                        <a:rPr lang="sv-SE" sz="1100" b="1" cap="none" spc="0">
                          <a:solidFill>
                            <a:schemeClr val="tx1"/>
                          </a:solidFill>
                          <a:effectLst/>
                          <a:latin typeface="quote-cjk-patch"/>
                        </a:rPr>
                        <a:t>Vanliga exempel:</a:t>
                      </a:r>
                      <a:br>
                        <a:rPr lang="sv-SE" sz="1100" b="0" cap="none" spc="0">
                          <a:solidFill>
                            <a:srgbClr val="000000"/>
                          </a:solidFill>
                          <a:effectLst/>
                          <a:latin typeface="quote-cjk-patch"/>
                        </a:rPr>
                      </a:br>
                      <a:r>
                        <a:rPr lang="sv-SE" sz="1100" b="0" cap="none" spc="0">
                          <a:solidFill>
                            <a:schemeClr val="tx1"/>
                          </a:solidFill>
                          <a:effectLst/>
                          <a:latin typeface="quote-cjk-patch"/>
                        </a:rPr>
                        <a:t>• </a:t>
                      </a:r>
                      <a:r>
                        <a:rPr lang="sv-SE" sz="1100" b="0" cap="none" spc="0">
                          <a:solidFill>
                            <a:schemeClr val="tx1"/>
                          </a:solidFill>
                          <a:effectLst/>
                          <a:latin typeface="Menlo"/>
                        </a:rPr>
                        <a:t>localhost</a:t>
                      </a:r>
                      <a:r>
                        <a:rPr lang="sv-SE" sz="1100" b="0" cap="none" spc="0">
                          <a:solidFill>
                            <a:schemeClr val="tx1"/>
                          </a:solidFill>
                          <a:effectLst/>
                          <a:latin typeface="quote-cjk-patch"/>
                        </a:rPr>
                        <a:t> (enklast, fungerar oftast)</a:t>
                      </a:r>
                      <a:br>
                        <a:rPr lang="sv-SE" sz="1100" b="0" cap="none" spc="0">
                          <a:solidFill>
                            <a:srgbClr val="000000"/>
                          </a:solidFill>
                          <a:effectLst/>
                          <a:latin typeface="quote-cjk-patch"/>
                        </a:rPr>
                      </a:br>
                      <a:r>
                        <a:rPr lang="sv-SE" sz="1100" b="0" cap="none" spc="0">
                          <a:solidFill>
                            <a:schemeClr val="tx1"/>
                          </a:solidFill>
                          <a:effectLst/>
                          <a:latin typeface="quote-cjk-patch"/>
                        </a:rPr>
                        <a:t>• </a:t>
                      </a:r>
                      <a:r>
                        <a:rPr lang="sv-SE" sz="1100" b="0" cap="none" spc="0">
                          <a:solidFill>
                            <a:schemeClr val="tx1"/>
                          </a:solidFill>
                          <a:effectLst/>
                          <a:latin typeface="Menlo"/>
                        </a:rPr>
                        <a:t>DESKTOP-ABC123</a:t>
                      </a:r>
                      <a:r>
                        <a:rPr lang="sv-SE" sz="1100" b="0" cap="none" spc="0">
                          <a:solidFill>
                            <a:schemeClr val="tx1"/>
                          </a:solidFill>
                          <a:effectLst/>
                          <a:latin typeface="quote-cjk-patch"/>
                        </a:rPr>
                        <a:t> (din dators namn)</a:t>
                      </a:r>
                      <a:br>
                        <a:rPr lang="sv-SE" sz="1100" b="0" cap="none" spc="0">
                          <a:solidFill>
                            <a:srgbClr val="000000"/>
                          </a:solidFill>
                          <a:effectLst/>
                          <a:latin typeface="quote-cjk-patch"/>
                        </a:rPr>
                      </a:br>
                      <a:r>
                        <a:rPr lang="sv-SE" sz="1100" b="0" cap="none" spc="0">
                          <a:solidFill>
                            <a:schemeClr val="tx1"/>
                          </a:solidFill>
                          <a:effectLst/>
                          <a:latin typeface="quote-cjk-patch"/>
                        </a:rPr>
                        <a:t>• </a:t>
                      </a:r>
                      <a:r>
                        <a:rPr lang="sv-SE" sz="1100" b="0" cap="none" spc="0">
                          <a:solidFill>
                            <a:schemeClr val="tx1"/>
                          </a:solidFill>
                          <a:effectLst/>
                          <a:latin typeface="Menlo"/>
                        </a:rPr>
                        <a:t>DESKTOP-ABC123\SQLEXPRESS</a:t>
                      </a:r>
                      <a:r>
                        <a:rPr lang="sv-SE" sz="1100" b="0" cap="none" spc="0">
                          <a:solidFill>
                            <a:schemeClr val="tx1"/>
                          </a:solidFill>
                          <a:effectLst/>
                          <a:latin typeface="quote-cjk-patch"/>
                        </a:rPr>
                        <a:t> (om du installerade med instansnamn)</a:t>
                      </a:r>
                      <a:br>
                        <a:rPr lang="sv-SE" sz="1100" b="0" cap="none" spc="0">
                          <a:solidFill>
                            <a:srgbClr val="000000"/>
                          </a:solidFill>
                          <a:effectLst/>
                          <a:latin typeface="quote-cjk-patch"/>
                        </a:rPr>
                      </a:br>
                      <a:r>
                        <a:rPr lang="sv-SE" sz="1100" b="0" cap="none" spc="0">
                          <a:solidFill>
                            <a:schemeClr val="tx1"/>
                          </a:solidFill>
                          <a:effectLst/>
                          <a:latin typeface="quote-cjk-patch"/>
                        </a:rPr>
                        <a:t>• </a:t>
                      </a:r>
                      <a:r>
                        <a:rPr lang="sv-SE" sz="1100" b="0" cap="none" spc="0">
                          <a:solidFill>
                            <a:schemeClr val="tx1"/>
                          </a:solidFill>
                          <a:effectLst/>
                          <a:latin typeface="Menlo"/>
                        </a:rPr>
                        <a:t>(localdb)\MSSQLLocalDB</a:t>
                      </a:r>
                      <a:r>
                        <a:rPr lang="sv-SE" sz="1100" b="0" cap="none" spc="0">
                          <a:solidFill>
                            <a:schemeClr val="tx1"/>
                          </a:solidFill>
                          <a:effectLst/>
                          <a:latin typeface="quote-cjk-patch"/>
                        </a:rPr>
                        <a:t> (om du valde LocalDB)</a:t>
                      </a: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806427115"/>
                  </a:ext>
                </a:extLst>
              </a:tr>
              <a:tr h="587712">
                <a:tc>
                  <a:txBody>
                    <a:bodyPr/>
                    <a:lstStyle/>
                    <a:p>
                      <a:pPr>
                        <a:lnSpc>
                          <a:spcPct val="100000"/>
                        </a:lnSpc>
                        <a:buNone/>
                      </a:pPr>
                      <a:r>
                        <a:rPr lang="sv-SE" sz="1100" b="1" cap="none" spc="0">
                          <a:solidFill>
                            <a:schemeClr val="tx1"/>
                          </a:solidFill>
                          <a:effectLst/>
                          <a:latin typeface="quote-cjk-patch"/>
                        </a:rPr>
                        <a:t>5</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ct val="100000"/>
                        </a:lnSpc>
                        <a:buNone/>
                      </a:pPr>
                      <a:r>
                        <a:rPr lang="sv-SE" sz="1100" b="1" cap="none" spc="0">
                          <a:solidFill>
                            <a:schemeClr val="tx1"/>
                          </a:solidFill>
                          <a:effectLst/>
                          <a:latin typeface="quote-cjk-patch"/>
                        </a:rPr>
                        <a:t>Välj autentiseringsmetod</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ct val="100000"/>
                        </a:lnSpc>
                        <a:buNone/>
                      </a:pPr>
                      <a:r>
                        <a:rPr lang="sv-SE" sz="1100" b="0" cap="none" spc="0">
                          <a:solidFill>
                            <a:schemeClr val="tx1"/>
                          </a:solidFill>
                          <a:effectLst/>
                          <a:latin typeface="quote-cjk-patch"/>
                        </a:rPr>
                        <a:t>Vid </a:t>
                      </a:r>
                      <a:r>
                        <a:rPr lang="sv-SE" sz="1100" b="1" cap="none" spc="0">
                          <a:solidFill>
                            <a:schemeClr val="tx1"/>
                          </a:solidFill>
                          <a:effectLst/>
                          <a:latin typeface="quote-cjk-patch"/>
                        </a:rPr>
                        <a:t>"Autentisering:"</a:t>
                      </a:r>
                      <a:r>
                        <a:rPr lang="sv-SE" sz="1100" b="0" cap="none" spc="0">
                          <a:solidFill>
                            <a:schemeClr val="tx1"/>
                          </a:solidFill>
                          <a:effectLst/>
                          <a:latin typeface="quote-cjk-patch"/>
                        </a:rPr>
                        <a:t> väljer du </a:t>
                      </a:r>
                      <a:r>
                        <a:rPr lang="sv-SE" sz="1100" b="1" cap="none" spc="0">
                          <a:solidFill>
                            <a:schemeClr val="tx1"/>
                          </a:solidFill>
                          <a:effectLst/>
                          <a:latin typeface="quote-cjk-patch"/>
                        </a:rPr>
                        <a:t>"Windows-autentisering"</a:t>
                      </a:r>
                      <a:r>
                        <a:rPr lang="sv-SE" sz="1100" b="0" cap="none" spc="0">
                          <a:solidFill>
                            <a:schemeClr val="tx1"/>
                          </a:solidFill>
                          <a:effectLst/>
                          <a:latin typeface="quote-cjk-patch"/>
                        </a:rPr>
                        <a:t> (Windows Authentication). Detta innebär att du loggar in med ditt eget Windows-konto, vilket är enklast och säkrast för din lokala dator .</a:t>
                      </a: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45900484"/>
                  </a:ext>
                </a:extLst>
              </a:tr>
              <a:tr h="425318">
                <a:tc>
                  <a:txBody>
                    <a:bodyPr/>
                    <a:lstStyle/>
                    <a:p>
                      <a:pPr>
                        <a:lnSpc>
                          <a:spcPct val="100000"/>
                        </a:lnSpc>
                        <a:buNone/>
                      </a:pPr>
                      <a:r>
                        <a:rPr lang="sv-SE" sz="1100" b="1" cap="none" spc="0">
                          <a:solidFill>
                            <a:schemeClr val="tx1"/>
                          </a:solidFill>
                          <a:effectLst/>
                          <a:latin typeface="quote-cjk-patch"/>
                        </a:rPr>
                        <a:t>6</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ct val="100000"/>
                        </a:lnSpc>
                        <a:buNone/>
                      </a:pPr>
                      <a:r>
                        <a:rPr lang="sv-SE" sz="1100" b="1" cap="none" spc="0">
                          <a:solidFill>
                            <a:schemeClr val="tx1"/>
                          </a:solidFill>
                          <a:effectLst/>
                          <a:latin typeface="quote-cjk-patch"/>
                        </a:rPr>
                        <a:t>Anslut!</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nSpc>
                          <a:spcPct val="100000"/>
                        </a:lnSpc>
                        <a:buNone/>
                      </a:pPr>
                      <a:r>
                        <a:rPr lang="sv-SE" sz="1100" b="0" cap="none" spc="0">
                          <a:solidFill>
                            <a:schemeClr val="tx1"/>
                          </a:solidFill>
                          <a:effectLst/>
                          <a:latin typeface="quote-cjk-patch"/>
                        </a:rPr>
                        <a:t>Klicka på knappen </a:t>
                      </a:r>
                      <a:r>
                        <a:rPr lang="sv-SE" sz="1100" b="1" cap="none" spc="0">
                          <a:solidFill>
                            <a:schemeClr val="tx1"/>
                          </a:solidFill>
                          <a:effectLst/>
                          <a:latin typeface="quote-cjk-patch"/>
                        </a:rPr>
                        <a:t>"Anslut"</a:t>
                      </a:r>
                      <a:r>
                        <a:rPr lang="sv-SE" sz="1100" b="0" cap="none" spc="0">
                          <a:solidFill>
                            <a:schemeClr val="tx1"/>
                          </a:solidFill>
                          <a:effectLst/>
                          <a:latin typeface="quote-cjk-patch"/>
                        </a:rPr>
                        <a:t> (Connect).</a:t>
                      </a:r>
                    </a:p>
                  </a:txBody>
                  <a:tcPr marL="95037" marR="95037" marT="95037" marB="95037"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419365465"/>
                  </a:ext>
                </a:extLst>
              </a:tr>
              <a:tr h="1090365">
                <a:tc>
                  <a:txBody>
                    <a:bodyPr/>
                    <a:lstStyle/>
                    <a:p>
                      <a:pPr>
                        <a:lnSpc>
                          <a:spcPct val="100000"/>
                        </a:lnSpc>
                        <a:buNone/>
                      </a:pPr>
                      <a:r>
                        <a:rPr lang="sv-SE" sz="1100" b="1" cap="none" spc="0">
                          <a:solidFill>
                            <a:schemeClr val="tx1"/>
                          </a:solidFill>
                          <a:effectLst/>
                          <a:latin typeface="quote-cjk-patch"/>
                        </a:rPr>
                        <a:t>7</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ct val="100000"/>
                        </a:lnSpc>
                        <a:buNone/>
                      </a:pPr>
                      <a:r>
                        <a:rPr lang="sv-SE" sz="1100" b="1" cap="none" spc="0">
                          <a:solidFill>
                            <a:schemeClr val="tx1"/>
                          </a:solidFill>
                          <a:effectLst/>
                          <a:latin typeface="quote-cjk-patch"/>
                        </a:rPr>
                        <a:t>Kontrollera att det fungerade</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ct val="100000"/>
                        </a:lnSpc>
                        <a:buNone/>
                      </a:pPr>
                      <a:r>
                        <a:rPr lang="sv-SE" sz="1100" b="0" cap="none" spc="0">
                          <a:solidFill>
                            <a:schemeClr val="tx1"/>
                          </a:solidFill>
                          <a:effectLst/>
                          <a:latin typeface="quote-cjk-patch"/>
                        </a:rPr>
                        <a:t>Om allt är rätt kommer inloggningsfönstret att försvinna och du ser ett nytt fönster med </a:t>
                      </a:r>
                      <a:r>
                        <a:rPr lang="sv-SE" sz="1100" b="1" cap="none" spc="0">
                          <a:solidFill>
                            <a:schemeClr val="tx1"/>
                          </a:solidFill>
                          <a:effectLst/>
                          <a:latin typeface="quote-cjk-patch"/>
                        </a:rPr>
                        <a:t>"Objektutforskaren"</a:t>
                      </a:r>
                      <a:r>
                        <a:rPr lang="sv-SE" sz="1100" b="0" cap="none" spc="0">
                          <a:solidFill>
                            <a:schemeClr val="tx1"/>
                          </a:solidFill>
                          <a:effectLst/>
                          <a:latin typeface="quote-cjk-patch"/>
                        </a:rPr>
                        <a:t> (Object Explorer) till vänster. Det ser ut ungefär så här:</a:t>
                      </a:r>
                      <a:br>
                        <a:rPr lang="sv-SE" sz="1100" b="0" cap="none" spc="0">
                          <a:solidFill>
                            <a:srgbClr val="000000"/>
                          </a:solidFill>
                          <a:effectLst/>
                          <a:latin typeface="quote-cjk-patch"/>
                        </a:rPr>
                      </a:br>
                      <a:br>
                        <a:rPr lang="sv-SE" sz="1100" b="0" cap="none" spc="0">
                          <a:solidFill>
                            <a:srgbClr val="000000"/>
                          </a:solidFill>
                          <a:effectLst/>
                          <a:latin typeface="quote-cjk-patch"/>
                        </a:rPr>
                      </a:br>
                      <a:r>
                        <a:rPr lang="sv-SE" sz="1100" b="0" cap="none" spc="0">
                          <a:solidFill>
                            <a:schemeClr val="tx1"/>
                          </a:solidFill>
                          <a:effectLst/>
                          <a:latin typeface="Menlo"/>
                        </a:rPr>
                        <a:t>Objektutforskaren └── [Ditt servernamn] (SQL Server x.x.x) ├── Databaser │ ├── Systemdatabaser │ └── (Här kommer vår databas snart) ├── Säkerhet └── Serverobjekt</a:t>
                      </a:r>
                      <a:endParaRPr lang="sv-SE" sz="1100" b="0" cap="none" spc="0">
                        <a:solidFill>
                          <a:schemeClr val="tx1"/>
                        </a:solidFill>
                        <a:effectLst/>
                        <a:latin typeface="quote-cjk-patch"/>
                      </a:endParaRPr>
                    </a:p>
                  </a:txBody>
                  <a:tcPr marL="95037" marR="95037" marT="95037" marB="95037"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99323668"/>
                  </a:ext>
                </a:extLst>
              </a:tr>
            </a:tbl>
          </a:graphicData>
        </a:graphic>
      </p:graphicFrame>
    </p:spTree>
    <p:extLst>
      <p:ext uri="{BB962C8B-B14F-4D97-AF65-F5344CB8AC3E}">
        <p14:creationId xmlns:p14="http://schemas.microsoft.com/office/powerpoint/2010/main" val="1360698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56538A03-B7D3-1767-0F3C-99A71625B239}"/>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Vanliga frågor</a:t>
            </a:r>
            <a:endParaRPr lang="sv-SE" sz="4000">
              <a:solidFill>
                <a:srgbClr val="FFFFFF"/>
              </a:solidFill>
            </a:endParaRPr>
          </a:p>
        </p:txBody>
      </p:sp>
      <p:graphicFrame>
        <p:nvGraphicFramePr>
          <p:cNvPr id="5" name="Platshållare för innehåll 4">
            <a:extLst>
              <a:ext uri="{FF2B5EF4-FFF2-40B4-BE49-F238E27FC236}">
                <a16:creationId xmlns:a16="http://schemas.microsoft.com/office/drawing/2014/main" id="{CE926629-8778-13A4-BEC1-EFA7B1DC1B66}"/>
              </a:ext>
            </a:extLst>
          </p:cNvPr>
          <p:cNvGraphicFramePr>
            <a:graphicFrameLocks noGrp="1"/>
          </p:cNvGraphicFramePr>
          <p:nvPr>
            <p:ph idx="1"/>
            <p:extLst>
              <p:ext uri="{D42A27DB-BD31-4B8C-83A1-F6EECF244321}">
                <p14:modId xmlns:p14="http://schemas.microsoft.com/office/powerpoint/2010/main" val="2360352861"/>
              </p:ext>
            </p:extLst>
          </p:nvPr>
        </p:nvGraphicFramePr>
        <p:xfrm>
          <a:off x="49967" y="1717622"/>
          <a:ext cx="12118467" cy="5163592"/>
        </p:xfrm>
        <a:graphic>
          <a:graphicData uri="http://schemas.openxmlformats.org/drawingml/2006/table">
            <a:tbl>
              <a:tblPr firstRow="1" bandRow="1">
                <a:tableStyleId>{5C22544A-7EE6-4342-B048-85BDC9FD1C3A}</a:tableStyleId>
              </a:tblPr>
              <a:tblGrid>
                <a:gridCol w="3475181">
                  <a:extLst>
                    <a:ext uri="{9D8B030D-6E8A-4147-A177-3AD203B41FA5}">
                      <a16:colId xmlns:a16="http://schemas.microsoft.com/office/drawing/2014/main" val="1110019332"/>
                    </a:ext>
                  </a:extLst>
                </a:gridCol>
                <a:gridCol w="8643286">
                  <a:extLst>
                    <a:ext uri="{9D8B030D-6E8A-4147-A177-3AD203B41FA5}">
                      <a16:colId xmlns:a16="http://schemas.microsoft.com/office/drawing/2014/main" val="917289667"/>
                    </a:ext>
                  </a:extLst>
                </a:gridCol>
              </a:tblGrid>
              <a:tr h="398170">
                <a:tc>
                  <a:txBody>
                    <a:bodyPr/>
                    <a:lstStyle/>
                    <a:p>
                      <a:pPr algn="l">
                        <a:lnSpc>
                          <a:spcPts val="1875"/>
                        </a:lnSpc>
                        <a:buNone/>
                      </a:pPr>
                      <a:r>
                        <a:rPr lang="sv-SE" sz="3200" b="1">
                          <a:solidFill>
                            <a:schemeClr val="tx1"/>
                          </a:solidFill>
                          <a:effectLst/>
                          <a:latin typeface="quote-cjk-patch"/>
                        </a:rPr>
                        <a:t>Fråga</a:t>
                      </a:r>
                      <a:endParaRPr lang="sv-SE" sz="3200" b="0">
                        <a:solidFill>
                          <a:schemeClr val="tx1"/>
                        </a:solidFill>
                        <a:effectLst/>
                        <a:latin typeface="quote-cjk-patch"/>
                      </a:endParaRPr>
                    </a:p>
                  </a:txBody>
                  <a:tcPr marL="65791" marR="109651" marT="68532" marB="68532" anchor="ctr">
                    <a:lnL>
                      <a:noFill/>
                    </a:lnL>
                    <a:lnR>
                      <a:noFill/>
                    </a:lnR>
                    <a:lnT>
                      <a:noFill/>
                    </a:lnT>
                    <a:lnB>
                      <a:noFill/>
                    </a:lnB>
                    <a:solidFill>
                      <a:srgbClr val="FFFFFF"/>
                    </a:solidFill>
                  </a:tcPr>
                </a:tc>
                <a:tc>
                  <a:txBody>
                    <a:bodyPr/>
                    <a:lstStyle/>
                    <a:p>
                      <a:pPr algn="l">
                        <a:lnSpc>
                          <a:spcPts val="1875"/>
                        </a:lnSpc>
                        <a:buNone/>
                      </a:pPr>
                      <a:r>
                        <a:rPr lang="sv-SE" sz="3200" b="1">
                          <a:solidFill>
                            <a:schemeClr val="tx1"/>
                          </a:solidFill>
                          <a:effectLst/>
                          <a:latin typeface="quote-cjk-patch"/>
                        </a:rPr>
                        <a:t>Svar</a:t>
                      </a:r>
                      <a:endParaRPr lang="sv-SE" sz="3200" b="0">
                        <a:solidFill>
                          <a:schemeClr val="tx1"/>
                        </a:solidFill>
                        <a:effectLst/>
                        <a:latin typeface="quote-cjk-patch"/>
                      </a:endParaRPr>
                    </a:p>
                  </a:txBody>
                  <a:tcPr marL="109651" marR="109651" marT="68532" marB="68532" anchor="ctr">
                    <a:lnL>
                      <a:noFill/>
                    </a:lnL>
                    <a:lnR>
                      <a:noFill/>
                    </a:lnR>
                    <a:lnT>
                      <a:noFill/>
                    </a:lnT>
                    <a:lnB>
                      <a:noFill/>
                    </a:lnB>
                    <a:solidFill>
                      <a:srgbClr val="FFFFFF"/>
                    </a:solidFill>
                  </a:tcPr>
                </a:tc>
                <a:extLst>
                  <a:ext uri="{0D108BD9-81ED-4DB2-BD59-A6C34878D82A}">
                    <a16:rowId xmlns:a16="http://schemas.microsoft.com/office/drawing/2014/main" val="2379981790"/>
                  </a:ext>
                </a:extLst>
              </a:tr>
              <a:tr h="920768">
                <a:tc>
                  <a:txBody>
                    <a:bodyPr/>
                    <a:lstStyle/>
                    <a:p>
                      <a:pPr>
                        <a:lnSpc>
                          <a:spcPts val="1875"/>
                        </a:lnSpc>
                        <a:buNone/>
                      </a:pPr>
                      <a:r>
                        <a:rPr lang="sv-SE" sz="1800" b="1">
                          <a:effectLst/>
                          <a:latin typeface="quote-cjk-patch"/>
                        </a:rPr>
                        <a:t>Vad är skillnaden på SQL Server och SSMS?</a:t>
                      </a:r>
                      <a:endParaRPr lang="sv-SE" sz="1800" b="0">
                        <a:effectLst/>
                        <a:latin typeface="quote-cjk-patch"/>
                      </a:endParaRPr>
                    </a:p>
                  </a:txBody>
                  <a:tcPr marL="65791" marR="109651" marT="68532" marB="68532"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SQL Server är </a:t>
                      </a:r>
                      <a:r>
                        <a:rPr lang="sv-SE" sz="1800" b="1">
                          <a:effectLst/>
                          <a:latin typeface="quote-cjk-patch"/>
                        </a:rPr>
                        <a:t>motorn</a:t>
                      </a:r>
                      <a:r>
                        <a:rPr lang="sv-SE" sz="1800" b="0">
                          <a:effectLst/>
                          <a:latin typeface="quote-cjk-patch"/>
                        </a:rPr>
                        <a:t> som körs i bakgrunden. SSMS är </a:t>
                      </a:r>
                      <a:r>
                        <a:rPr lang="sv-SE" sz="1800" b="1">
                          <a:effectLst/>
                          <a:latin typeface="quote-cjk-patch"/>
                        </a:rPr>
                        <a:t>verktyget</a:t>
                      </a:r>
                      <a:r>
                        <a:rPr lang="sv-SE" sz="1800" b="0">
                          <a:effectLst/>
                          <a:latin typeface="quote-cjk-patch"/>
                        </a:rPr>
                        <a:t> du använder för att prata med motorn. Det här steget handlar om att få dem att prata med varandra.</a:t>
                      </a:r>
                    </a:p>
                  </a:txBody>
                  <a:tcPr marL="109651" marR="65791" marT="68532" marB="68532" anchor="ctr">
                    <a:lnL>
                      <a:noFill/>
                    </a:lnL>
                    <a:lnR>
                      <a:noFill/>
                    </a:lnR>
                    <a:lnT>
                      <a:noFill/>
                    </a:lnT>
                    <a:lnB>
                      <a:noFill/>
                    </a:lnB>
                    <a:solidFill>
                      <a:srgbClr val="FFFFFF"/>
                    </a:solidFill>
                  </a:tcPr>
                </a:tc>
                <a:extLst>
                  <a:ext uri="{0D108BD9-81ED-4DB2-BD59-A6C34878D82A}">
                    <a16:rowId xmlns:a16="http://schemas.microsoft.com/office/drawing/2014/main" val="67268811"/>
                  </a:ext>
                </a:extLst>
              </a:tr>
              <a:tr h="597254">
                <a:tc>
                  <a:txBody>
                    <a:bodyPr/>
                    <a:lstStyle/>
                    <a:p>
                      <a:pPr>
                        <a:lnSpc>
                          <a:spcPts val="1875"/>
                        </a:lnSpc>
                        <a:buNone/>
                      </a:pPr>
                      <a:r>
                        <a:rPr lang="sv-SE" sz="1800" b="1">
                          <a:effectLst/>
                          <a:latin typeface="quote-cjk-patch"/>
                        </a:rPr>
                        <a:t>Vad är "localhost"?</a:t>
                      </a:r>
                      <a:endParaRPr lang="sv-SE" sz="1800" b="0">
                        <a:effectLst/>
                        <a:latin typeface="quote-cjk-patch"/>
                      </a:endParaRPr>
                    </a:p>
                  </a:txBody>
                  <a:tcPr marL="65791" marR="109651" marT="68532" marB="68532" anchor="ctr">
                    <a:lnL>
                      <a:noFill/>
                    </a:lnL>
                    <a:lnR>
                      <a:noFill/>
                    </a:lnR>
                    <a:lnT>
                      <a:noFill/>
                    </a:lnT>
                    <a:lnB>
                      <a:noFill/>
                    </a:lnB>
                    <a:solidFill>
                      <a:srgbClr val="FFFFFF"/>
                    </a:solidFill>
                  </a:tcPr>
                </a:tc>
                <a:tc>
                  <a:txBody>
                    <a:bodyPr/>
                    <a:lstStyle/>
                    <a:p>
                      <a:pPr>
                        <a:lnSpc>
                          <a:spcPts val="1650"/>
                        </a:lnSpc>
                        <a:buNone/>
                      </a:pPr>
                      <a:r>
                        <a:rPr lang="sv-SE" sz="1800" b="0">
                          <a:effectLst/>
                          <a:latin typeface="Menlo"/>
                        </a:rPr>
                        <a:t>localhost</a:t>
                      </a:r>
                      <a:r>
                        <a:rPr lang="sv-SE" sz="1800" b="0">
                          <a:effectLst/>
                          <a:latin typeface="quote-cjk-patch"/>
                        </a:rPr>
                        <a:t> är en speciell adress som alltid pekar på din egen dator. Det är det enklaste sättet att ansluta till en lokalt installerad SQL Server.</a:t>
                      </a:r>
                    </a:p>
                  </a:txBody>
                  <a:tcPr marL="109651" marR="65791" marT="68532" marB="68532" anchor="ctr">
                    <a:lnL>
                      <a:noFill/>
                    </a:lnL>
                    <a:lnR>
                      <a:noFill/>
                    </a:lnR>
                    <a:lnT>
                      <a:noFill/>
                    </a:lnT>
                    <a:lnB>
                      <a:noFill/>
                    </a:lnB>
                    <a:solidFill>
                      <a:srgbClr val="FFFFFF"/>
                    </a:solidFill>
                  </a:tcPr>
                </a:tc>
                <a:extLst>
                  <a:ext uri="{0D108BD9-81ED-4DB2-BD59-A6C34878D82A}">
                    <a16:rowId xmlns:a16="http://schemas.microsoft.com/office/drawing/2014/main" val="644831979"/>
                  </a:ext>
                </a:extLst>
              </a:tr>
              <a:tr h="659469">
                <a:tc>
                  <a:txBody>
                    <a:bodyPr/>
                    <a:lstStyle/>
                    <a:p>
                      <a:pPr>
                        <a:lnSpc>
                          <a:spcPts val="1875"/>
                        </a:lnSpc>
                        <a:buNone/>
                      </a:pPr>
                      <a:r>
                        <a:rPr lang="sv-SE" sz="1800" b="1">
                          <a:effectLst/>
                          <a:latin typeface="quote-cjk-patch"/>
                        </a:rPr>
                        <a:t>Vad är Windows-autentisering?</a:t>
                      </a:r>
                      <a:endParaRPr lang="sv-SE" sz="1800" b="0">
                        <a:effectLst/>
                        <a:latin typeface="quote-cjk-patch"/>
                      </a:endParaRPr>
                    </a:p>
                  </a:txBody>
                  <a:tcPr marL="65791" marR="109651" marT="68532" marB="68532"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Det betyder att du använder ditt vanliga Windows-konto för att logga in. Inget extra lösenord att komma ihåg!</a:t>
                      </a:r>
                    </a:p>
                  </a:txBody>
                  <a:tcPr marL="109651" marR="65791" marT="68532" marB="68532" anchor="ctr">
                    <a:lnL>
                      <a:noFill/>
                    </a:lnL>
                    <a:lnR>
                      <a:noFill/>
                    </a:lnR>
                    <a:lnT>
                      <a:noFill/>
                    </a:lnT>
                    <a:lnB>
                      <a:noFill/>
                    </a:lnB>
                    <a:solidFill>
                      <a:srgbClr val="FFFFFF"/>
                    </a:solidFill>
                  </a:tcPr>
                </a:tc>
                <a:extLst>
                  <a:ext uri="{0D108BD9-81ED-4DB2-BD59-A6C34878D82A}">
                    <a16:rowId xmlns:a16="http://schemas.microsoft.com/office/drawing/2014/main" val="2159499933"/>
                  </a:ext>
                </a:extLst>
              </a:tr>
              <a:tr h="1281614">
                <a:tc>
                  <a:txBody>
                    <a:bodyPr/>
                    <a:lstStyle/>
                    <a:p>
                      <a:pPr>
                        <a:lnSpc>
                          <a:spcPts val="1875"/>
                        </a:lnSpc>
                        <a:buNone/>
                      </a:pPr>
                      <a:r>
                        <a:rPr lang="sv-SE" sz="1800" b="1">
                          <a:effectLst/>
                          <a:latin typeface="quote-cjk-patch"/>
                        </a:rPr>
                        <a:t>Jag får felmeddelande – vad gör jag?</a:t>
                      </a:r>
                      <a:endParaRPr lang="sv-SE" sz="1800" b="0">
                        <a:effectLst/>
                        <a:latin typeface="quote-cjk-patch"/>
                      </a:endParaRPr>
                    </a:p>
                  </a:txBody>
                  <a:tcPr marL="65791" marR="109651" marT="68532" marB="68532" anchor="ctr">
                    <a:lnL>
                      <a:noFill/>
                    </a:lnL>
                    <a:lnR>
                      <a:noFill/>
                    </a:lnR>
                    <a:lnT>
                      <a:noFill/>
                    </a:lnT>
                    <a:lnB>
                      <a:noFill/>
                    </a:lnB>
                    <a:solidFill>
                      <a:srgbClr val="FFFFFF"/>
                    </a:solidFill>
                  </a:tcPr>
                </a:tc>
                <a:tc>
                  <a:txBody>
                    <a:bodyPr/>
                    <a:lstStyle/>
                    <a:p>
                      <a:pPr>
                        <a:lnSpc>
                          <a:spcPts val="1650"/>
                        </a:lnSpc>
                        <a:buNone/>
                      </a:pPr>
                      <a:r>
                        <a:rPr lang="sv-SE" sz="1800" b="0">
                          <a:effectLst/>
                          <a:latin typeface="quote-cjk-patch"/>
                        </a:rPr>
                        <a:t>Lugn! Prova följande:</a:t>
                      </a:r>
                      <a:br>
                        <a:rPr lang="sv-SE" sz="1800" b="0">
                          <a:effectLst/>
                          <a:latin typeface="quote-cjk-patch"/>
                        </a:rPr>
                      </a:br>
                      <a:r>
                        <a:rPr lang="sv-SE" sz="1800" b="0">
                          <a:effectLst/>
                          <a:latin typeface="quote-cjk-patch"/>
                        </a:rPr>
                        <a:t>1. Kontrollera att du stavat servernamnet rätt</a:t>
                      </a:r>
                      <a:br>
                        <a:rPr lang="sv-SE" sz="1800" b="0">
                          <a:effectLst/>
                          <a:latin typeface="quote-cjk-patch"/>
                        </a:rPr>
                      </a:br>
                      <a:r>
                        <a:rPr lang="sv-SE" sz="1800" b="0">
                          <a:effectLst/>
                          <a:latin typeface="quote-cjk-patch"/>
                        </a:rPr>
                        <a:t>2. Testa </a:t>
                      </a:r>
                      <a:r>
                        <a:rPr lang="sv-SE" sz="1800" b="0">
                          <a:effectLst/>
                          <a:latin typeface="Menlo"/>
                        </a:rPr>
                        <a:t>localhost</a:t>
                      </a:r>
                      <a:r>
                        <a:rPr lang="sv-SE" sz="1800" b="0">
                          <a:effectLst/>
                          <a:latin typeface="quote-cjk-patch"/>
                        </a:rPr>
                        <a:t> om du inte är säker</a:t>
                      </a:r>
                      <a:br>
                        <a:rPr lang="sv-SE" sz="1800" b="0">
                          <a:effectLst/>
                          <a:latin typeface="quote-cjk-patch"/>
                        </a:rPr>
                      </a:br>
                      <a:r>
                        <a:rPr lang="sv-SE" sz="1800" b="0">
                          <a:effectLst/>
                          <a:latin typeface="quote-cjk-patch"/>
                        </a:rPr>
                        <a:t>3. Starta om SQL Server-tjänsten i SQL Server Configuration Manager</a:t>
                      </a:r>
                      <a:br>
                        <a:rPr lang="sv-SE" sz="1800" b="0">
                          <a:effectLst/>
                          <a:latin typeface="quote-cjk-patch"/>
                        </a:rPr>
                      </a:br>
                      <a:r>
                        <a:rPr lang="sv-SE" sz="1800" b="0">
                          <a:effectLst/>
                          <a:latin typeface="quote-cjk-patch"/>
                        </a:rPr>
                        <a:t>4. Starta om datorn</a:t>
                      </a:r>
                    </a:p>
                  </a:txBody>
                  <a:tcPr marL="109651" marR="65791" marT="68532" marB="68532" anchor="ctr">
                    <a:lnL>
                      <a:noFill/>
                    </a:lnL>
                    <a:lnR>
                      <a:noFill/>
                    </a:lnR>
                    <a:lnT>
                      <a:noFill/>
                    </a:lnT>
                    <a:lnB>
                      <a:noFill/>
                    </a:lnB>
                    <a:solidFill>
                      <a:srgbClr val="FFFFFF"/>
                    </a:solidFill>
                  </a:tcPr>
                </a:tc>
                <a:extLst>
                  <a:ext uri="{0D108BD9-81ED-4DB2-BD59-A6C34878D82A}">
                    <a16:rowId xmlns:a16="http://schemas.microsoft.com/office/drawing/2014/main" val="121056807"/>
                  </a:ext>
                </a:extLst>
              </a:tr>
              <a:tr h="659469">
                <a:tc>
                  <a:txBody>
                    <a:bodyPr/>
                    <a:lstStyle/>
                    <a:p>
                      <a:pPr>
                        <a:lnSpc>
                          <a:spcPts val="1875"/>
                        </a:lnSpc>
                        <a:buNone/>
                      </a:pPr>
                      <a:r>
                        <a:rPr lang="sv-SE" sz="1800" b="1">
                          <a:effectLst/>
                          <a:latin typeface="quote-cjk-patch"/>
                        </a:rPr>
                        <a:t>Vad är "Systemdatabaser" som syns?</a:t>
                      </a:r>
                      <a:endParaRPr lang="sv-SE" sz="1800" b="0">
                        <a:effectLst/>
                        <a:latin typeface="quote-cjk-patch"/>
                      </a:endParaRPr>
                    </a:p>
                  </a:txBody>
                  <a:tcPr marL="65791" marR="109651" marT="68532" marB="68532"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Det är fyra databaser som SQL Server skapar automatiskt för att hantera sig själv. Vi ska </a:t>
                      </a:r>
                      <a:r>
                        <a:rPr lang="sv-SE" sz="1800" b="1">
                          <a:effectLst/>
                          <a:latin typeface="quote-cjk-patch"/>
                        </a:rPr>
                        <a:t>inte</a:t>
                      </a:r>
                      <a:r>
                        <a:rPr lang="sv-SE" sz="1800" b="0">
                          <a:effectLst/>
                          <a:latin typeface="quote-cjk-patch"/>
                        </a:rPr>
                        <a:t> röra dem. Vår egen databas skapar vi i nästa steg.</a:t>
                      </a:r>
                    </a:p>
                  </a:txBody>
                  <a:tcPr marL="109651" marR="65791" marT="68532" marB="68532" anchor="ctr">
                    <a:lnL>
                      <a:noFill/>
                    </a:lnL>
                    <a:lnR>
                      <a:noFill/>
                    </a:lnR>
                    <a:lnT>
                      <a:noFill/>
                    </a:lnT>
                    <a:lnB>
                      <a:noFill/>
                    </a:lnB>
                    <a:solidFill>
                      <a:srgbClr val="FFFFFF"/>
                    </a:solidFill>
                  </a:tcPr>
                </a:tc>
                <a:extLst>
                  <a:ext uri="{0D108BD9-81ED-4DB2-BD59-A6C34878D82A}">
                    <a16:rowId xmlns:a16="http://schemas.microsoft.com/office/drawing/2014/main" val="4127491260"/>
                  </a:ext>
                </a:extLst>
              </a:tr>
              <a:tr h="597254">
                <a:tc>
                  <a:txBody>
                    <a:bodyPr/>
                    <a:lstStyle/>
                    <a:p>
                      <a:pPr>
                        <a:lnSpc>
                          <a:spcPts val="1875"/>
                        </a:lnSpc>
                        <a:buNone/>
                      </a:pPr>
                      <a:r>
                        <a:rPr lang="sv-SE" sz="1800" b="1">
                          <a:effectLst/>
                          <a:latin typeface="quote-cjk-patch"/>
                        </a:rPr>
                        <a:t>Varför ser jag inga egna databaser?</a:t>
                      </a:r>
                      <a:endParaRPr lang="sv-SE" sz="1800" b="0">
                        <a:effectLst/>
                        <a:latin typeface="quote-cjk-patch"/>
                      </a:endParaRPr>
                    </a:p>
                  </a:txBody>
                  <a:tcPr marL="65791" marR="109651" marT="68532" marB="68532" anchor="ctr">
                    <a:lnL>
                      <a:noFill/>
                    </a:lnL>
                    <a:lnR>
                      <a:noFill/>
                    </a:lnR>
                    <a:lnT>
                      <a:noFill/>
                    </a:lnT>
                    <a:lnB>
                      <a:noFill/>
                    </a:lnB>
                    <a:solidFill>
                      <a:srgbClr val="FFFFFF"/>
                    </a:solidFill>
                  </a:tcPr>
                </a:tc>
                <a:tc>
                  <a:txBody>
                    <a:bodyPr/>
                    <a:lstStyle/>
                    <a:p>
                      <a:pPr>
                        <a:lnSpc>
                          <a:spcPts val="1650"/>
                        </a:lnSpc>
                        <a:buNone/>
                      </a:pPr>
                      <a:r>
                        <a:rPr lang="sv-SE" sz="1800" b="0">
                          <a:effectLst/>
                          <a:latin typeface="quote-cjk-patch"/>
                        </a:rPr>
                        <a:t>För att vi inte har skapat någon än! I Steg 7 skapar vi vår databas </a:t>
                      </a:r>
                      <a:r>
                        <a:rPr lang="sv-SE" sz="1800" b="0">
                          <a:effectLst/>
                          <a:latin typeface="Menlo"/>
                        </a:rPr>
                        <a:t>NetworkSecurityML</a:t>
                      </a:r>
                      <a:r>
                        <a:rPr lang="sv-SE" sz="1800" b="0">
                          <a:effectLst/>
                          <a:latin typeface="quote-cjk-patch"/>
                        </a:rPr>
                        <a:t>.</a:t>
                      </a:r>
                    </a:p>
                  </a:txBody>
                  <a:tcPr marL="109651" marR="65791" marT="68532" marB="68532" anchor="ctr">
                    <a:lnL>
                      <a:noFill/>
                    </a:lnL>
                    <a:lnR>
                      <a:noFill/>
                    </a:lnR>
                    <a:lnT>
                      <a:noFill/>
                    </a:lnT>
                    <a:lnB>
                      <a:noFill/>
                    </a:lnB>
                    <a:solidFill>
                      <a:srgbClr val="FFFFFF"/>
                    </a:solidFill>
                  </a:tcPr>
                </a:tc>
                <a:extLst>
                  <a:ext uri="{0D108BD9-81ED-4DB2-BD59-A6C34878D82A}">
                    <a16:rowId xmlns:a16="http://schemas.microsoft.com/office/drawing/2014/main" val="1453216992"/>
                  </a:ext>
                </a:extLst>
              </a:tr>
            </a:tbl>
          </a:graphicData>
        </a:graphic>
      </p:graphicFrame>
    </p:spTree>
    <p:extLst>
      <p:ext uri="{BB962C8B-B14F-4D97-AF65-F5344CB8AC3E}">
        <p14:creationId xmlns:p14="http://schemas.microsoft.com/office/powerpoint/2010/main" val="4230064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663D8592-ECA9-6D6A-C177-2E83383AEB13}"/>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Felsökning</a:t>
            </a:r>
            <a:endParaRPr lang="sv-SE" sz="4000">
              <a:solidFill>
                <a:srgbClr val="FFFFFF"/>
              </a:solidFill>
            </a:endParaRPr>
          </a:p>
        </p:txBody>
      </p:sp>
      <p:graphicFrame>
        <p:nvGraphicFramePr>
          <p:cNvPr id="5" name="Platshållare för innehåll 4">
            <a:extLst>
              <a:ext uri="{FF2B5EF4-FFF2-40B4-BE49-F238E27FC236}">
                <a16:creationId xmlns:a16="http://schemas.microsoft.com/office/drawing/2014/main" id="{CF93C418-9425-FD92-6217-E7A16413C720}"/>
              </a:ext>
            </a:extLst>
          </p:cNvPr>
          <p:cNvGraphicFramePr>
            <a:graphicFrameLocks noGrp="1"/>
          </p:cNvGraphicFramePr>
          <p:nvPr>
            <p:ph idx="1"/>
            <p:extLst>
              <p:ext uri="{D42A27DB-BD31-4B8C-83A1-F6EECF244321}">
                <p14:modId xmlns:p14="http://schemas.microsoft.com/office/powerpoint/2010/main" val="473888311"/>
              </p:ext>
            </p:extLst>
          </p:nvPr>
        </p:nvGraphicFramePr>
        <p:xfrm>
          <a:off x="156147" y="1742606"/>
          <a:ext cx="11844623" cy="5067123"/>
        </p:xfrm>
        <a:graphic>
          <a:graphicData uri="http://schemas.openxmlformats.org/drawingml/2006/table">
            <a:tbl>
              <a:tblPr firstRow="1" bandRow="1">
                <a:solidFill>
                  <a:schemeClr val="bg1"/>
                </a:solidFill>
                <a:tableStyleId>{5C22544A-7EE6-4342-B048-85BDC9FD1C3A}</a:tableStyleId>
              </a:tblPr>
              <a:tblGrid>
                <a:gridCol w="2516908">
                  <a:extLst>
                    <a:ext uri="{9D8B030D-6E8A-4147-A177-3AD203B41FA5}">
                      <a16:colId xmlns:a16="http://schemas.microsoft.com/office/drawing/2014/main" val="803769715"/>
                    </a:ext>
                  </a:extLst>
                </a:gridCol>
                <a:gridCol w="3336636">
                  <a:extLst>
                    <a:ext uri="{9D8B030D-6E8A-4147-A177-3AD203B41FA5}">
                      <a16:colId xmlns:a16="http://schemas.microsoft.com/office/drawing/2014/main" val="4294802995"/>
                    </a:ext>
                  </a:extLst>
                </a:gridCol>
                <a:gridCol w="5991079">
                  <a:extLst>
                    <a:ext uri="{9D8B030D-6E8A-4147-A177-3AD203B41FA5}">
                      <a16:colId xmlns:a16="http://schemas.microsoft.com/office/drawing/2014/main" val="2125447842"/>
                    </a:ext>
                  </a:extLst>
                </a:gridCol>
              </a:tblGrid>
              <a:tr h="680061">
                <a:tc>
                  <a:txBody>
                    <a:bodyPr/>
                    <a:lstStyle/>
                    <a:p>
                      <a:pPr algn="l">
                        <a:lnSpc>
                          <a:spcPts val="1875"/>
                        </a:lnSpc>
                        <a:buNone/>
                      </a:pPr>
                      <a:r>
                        <a:rPr lang="sv-SE" sz="1500" b="0" cap="none" spc="0">
                          <a:solidFill>
                            <a:schemeClr val="bg1"/>
                          </a:solidFill>
                          <a:effectLst/>
                          <a:latin typeface="quote-cjk-patch"/>
                        </a:rPr>
                        <a:t>Problem</a:t>
                      </a:r>
                    </a:p>
                  </a:txBody>
                  <a:tcPr marL="124610" marR="159757" marT="95854" marB="95854"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1500" b="0" cap="none" spc="0">
                          <a:solidFill>
                            <a:schemeClr val="bg1"/>
                          </a:solidFill>
                          <a:effectLst/>
                          <a:latin typeface="quote-cjk-patch"/>
                        </a:rPr>
                        <a:t>Felmeddelande</a:t>
                      </a:r>
                    </a:p>
                  </a:txBody>
                  <a:tcPr marL="124610" marR="159757" marT="95854" marB="95854"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1500" b="0" cap="none" spc="0">
                          <a:solidFill>
                            <a:schemeClr val="bg1"/>
                          </a:solidFill>
                          <a:effectLst/>
                          <a:latin typeface="quote-cjk-patch"/>
                        </a:rPr>
                        <a:t>Lösning</a:t>
                      </a:r>
                    </a:p>
                  </a:txBody>
                  <a:tcPr marL="124610" marR="159757" marT="95854" marB="95854"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965456261"/>
                  </a:ext>
                </a:extLst>
              </a:tr>
              <a:tr h="680061">
                <a:tc>
                  <a:txBody>
                    <a:bodyPr/>
                    <a:lstStyle/>
                    <a:p>
                      <a:pPr>
                        <a:lnSpc>
                          <a:spcPts val="1875"/>
                        </a:lnSpc>
                        <a:buNone/>
                      </a:pPr>
                      <a:r>
                        <a:rPr lang="sv-SE" sz="2000" b="1" cap="none" spc="0">
                          <a:solidFill>
                            <a:schemeClr val="tx1"/>
                          </a:solidFill>
                          <a:effectLst/>
                          <a:latin typeface="quote-cjk-patch"/>
                        </a:rPr>
                        <a:t>Fel servernamn</a:t>
                      </a:r>
                      <a:endParaRPr lang="sv-SE" sz="2000" b="0" cap="none" spc="0">
                        <a:solidFill>
                          <a:schemeClr val="tx1"/>
                        </a:solidFill>
                        <a:effectLst/>
                        <a:latin typeface="quote-cjk-patch"/>
                      </a:endParaRPr>
                    </a:p>
                  </a:txBody>
                  <a:tcPr marL="124610" marR="159757" marT="95854" marB="95854"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nSpc>
                          <a:spcPts val="1875"/>
                        </a:lnSpc>
                        <a:buNone/>
                      </a:pPr>
                      <a:r>
                        <a:rPr lang="sv-SE" sz="2000" b="0" cap="none" spc="0">
                          <a:solidFill>
                            <a:schemeClr val="tx1"/>
                          </a:solidFill>
                          <a:effectLst/>
                          <a:latin typeface="quote-cjk-patch"/>
                        </a:rPr>
                        <a:t>"Cannot connect to server"</a:t>
                      </a:r>
                    </a:p>
                  </a:txBody>
                  <a:tcPr marL="124610" marR="159757" marT="95854" marB="958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nSpc>
                          <a:spcPts val="1650"/>
                        </a:lnSpc>
                        <a:buNone/>
                      </a:pPr>
                      <a:r>
                        <a:rPr lang="sv-SE" sz="2000" b="0" cap="none" spc="0">
                          <a:solidFill>
                            <a:schemeClr val="tx1"/>
                          </a:solidFill>
                          <a:effectLst/>
                          <a:latin typeface="quote-cjk-patch"/>
                        </a:rPr>
                        <a:t>Dubbelkolla stavningen. Prova </a:t>
                      </a:r>
                      <a:r>
                        <a:rPr lang="sv-SE" sz="2000" b="0" cap="none" spc="0">
                          <a:solidFill>
                            <a:schemeClr val="tx1"/>
                          </a:solidFill>
                          <a:effectLst/>
                          <a:latin typeface="Menlo"/>
                        </a:rPr>
                        <a:t>localhost</a:t>
                      </a:r>
                      <a:r>
                        <a:rPr lang="sv-SE" sz="2000" b="0" cap="none" spc="0">
                          <a:solidFill>
                            <a:schemeClr val="tx1"/>
                          </a:solidFill>
                          <a:effectLst/>
                          <a:latin typeface="quote-cjk-patch"/>
                        </a:rPr>
                        <a:t>.</a:t>
                      </a:r>
                    </a:p>
                  </a:txBody>
                  <a:tcPr marL="124610" marR="95854" marT="95854" marB="95854"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33192804"/>
                  </a:ext>
                </a:extLst>
              </a:tr>
              <a:tr h="1386793">
                <a:tc>
                  <a:txBody>
                    <a:bodyPr/>
                    <a:lstStyle/>
                    <a:p>
                      <a:pPr>
                        <a:lnSpc>
                          <a:spcPts val="1875"/>
                        </a:lnSpc>
                        <a:buNone/>
                      </a:pPr>
                      <a:r>
                        <a:rPr lang="sv-SE" sz="2000" b="1" cap="none" spc="0">
                          <a:solidFill>
                            <a:schemeClr val="tx1"/>
                          </a:solidFill>
                          <a:effectLst/>
                          <a:latin typeface="quote-cjk-patch"/>
                        </a:rPr>
                        <a:t>SQL Server är stoppad</a:t>
                      </a:r>
                      <a:endParaRPr lang="sv-SE" sz="2000" b="0" cap="none" spc="0">
                        <a:solidFill>
                          <a:schemeClr val="tx1"/>
                        </a:solidFill>
                        <a:effectLst/>
                        <a:latin typeface="quote-cjk-patch"/>
                      </a:endParaRPr>
                    </a:p>
                  </a:txBody>
                  <a:tcPr marL="124610" marR="159757" marT="95854" marB="958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ts val="1875"/>
                        </a:lnSpc>
                        <a:buNone/>
                      </a:pPr>
                      <a:r>
                        <a:rPr lang="sv-SE" sz="2000" b="0" cap="none" spc="0">
                          <a:solidFill>
                            <a:schemeClr val="tx1"/>
                          </a:solidFill>
                          <a:effectLst/>
                          <a:latin typeface="quote-cjk-patch"/>
                        </a:rPr>
                        <a:t>"Network-related instance-specific error"</a:t>
                      </a:r>
                    </a:p>
                  </a:txBody>
                  <a:tcPr marL="124610" marR="159757" marT="95854" marB="958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ts val="1875"/>
                        </a:lnSpc>
                        <a:buNone/>
                      </a:pPr>
                      <a:r>
                        <a:rPr lang="sv-SE" sz="2000" b="0" cap="none" spc="0">
                          <a:solidFill>
                            <a:schemeClr val="tx1"/>
                          </a:solidFill>
                          <a:effectLst/>
                          <a:latin typeface="quote-cjk-patch"/>
                        </a:rPr>
                        <a:t>Öppna </a:t>
                      </a:r>
                      <a:r>
                        <a:rPr lang="sv-SE" sz="2000" b="1" cap="none" spc="0">
                          <a:solidFill>
                            <a:schemeClr val="tx1"/>
                          </a:solidFill>
                          <a:effectLst/>
                          <a:latin typeface="quote-cjk-patch"/>
                        </a:rPr>
                        <a:t>SQL Server Configuration Manager</a:t>
                      </a:r>
                      <a:r>
                        <a:rPr lang="sv-SE" sz="2000" b="0" cap="none" spc="0">
                          <a:solidFill>
                            <a:schemeClr val="tx1"/>
                          </a:solidFill>
                          <a:effectLst/>
                          <a:latin typeface="quote-cjk-patch"/>
                        </a:rPr>
                        <a:t> och starta tjänsten "SQL Server (MSSQLSERVER)".</a:t>
                      </a:r>
                    </a:p>
                  </a:txBody>
                  <a:tcPr marL="124610" marR="95854" marT="95854" marB="95854"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808846513"/>
                  </a:ext>
                </a:extLst>
              </a:tr>
              <a:tr h="1040095">
                <a:tc>
                  <a:txBody>
                    <a:bodyPr/>
                    <a:lstStyle/>
                    <a:p>
                      <a:pPr>
                        <a:lnSpc>
                          <a:spcPts val="1875"/>
                        </a:lnSpc>
                        <a:buNone/>
                      </a:pPr>
                      <a:r>
                        <a:rPr lang="sv-SE" sz="2000" b="1" cap="none" spc="0">
                          <a:solidFill>
                            <a:schemeClr val="tx1"/>
                          </a:solidFill>
                          <a:effectLst/>
                          <a:latin typeface="quote-cjk-patch"/>
                        </a:rPr>
                        <a:t>Brandväggen blockerar</a:t>
                      </a:r>
                      <a:endParaRPr lang="sv-SE" sz="2000" b="0" cap="none" spc="0">
                        <a:solidFill>
                          <a:schemeClr val="tx1"/>
                        </a:solidFill>
                        <a:effectLst/>
                        <a:latin typeface="quote-cjk-patch"/>
                      </a:endParaRPr>
                    </a:p>
                  </a:txBody>
                  <a:tcPr marL="124610" marR="159757" marT="95854" marB="95854"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ts val="1875"/>
                        </a:lnSpc>
                        <a:buNone/>
                      </a:pPr>
                      <a:r>
                        <a:rPr lang="sv-SE" sz="2000" b="0" cap="none" spc="0">
                          <a:solidFill>
                            <a:schemeClr val="tx1"/>
                          </a:solidFill>
                          <a:effectLst/>
                          <a:latin typeface="quote-cjk-patch"/>
                        </a:rPr>
                        <a:t>"Connection timeout"</a:t>
                      </a:r>
                    </a:p>
                  </a:txBody>
                  <a:tcPr marL="124610" marR="159757" marT="95854" marB="958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ts val="1875"/>
                        </a:lnSpc>
                        <a:buNone/>
                      </a:pPr>
                      <a:r>
                        <a:rPr lang="sv-SE" sz="2000" b="0" cap="none" spc="0">
                          <a:solidFill>
                            <a:schemeClr val="tx1"/>
                          </a:solidFill>
                          <a:effectLst/>
                          <a:latin typeface="quote-cjk-patch"/>
                        </a:rPr>
                        <a:t>För lokal utveckling kan du tillfälligt stänga av brandväggen för att testa.</a:t>
                      </a:r>
                    </a:p>
                  </a:txBody>
                  <a:tcPr marL="124610" marR="95854" marT="95854" marB="95854"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665370388"/>
                  </a:ext>
                </a:extLst>
              </a:tr>
              <a:tr h="1280113">
                <a:tc>
                  <a:txBody>
                    <a:bodyPr/>
                    <a:lstStyle/>
                    <a:p>
                      <a:pPr>
                        <a:lnSpc>
                          <a:spcPts val="1875"/>
                        </a:lnSpc>
                        <a:buNone/>
                      </a:pPr>
                      <a:r>
                        <a:rPr lang="sv-SE" sz="2000" b="1" cap="none" spc="0">
                          <a:solidFill>
                            <a:schemeClr val="tx1"/>
                          </a:solidFill>
                          <a:effectLst/>
                          <a:latin typeface="quote-cjk-patch"/>
                        </a:rPr>
                        <a:t>Instansnamn fel</a:t>
                      </a:r>
                      <a:endParaRPr lang="sv-SE" sz="2000" b="0" cap="none" spc="0">
                        <a:solidFill>
                          <a:schemeClr val="tx1"/>
                        </a:solidFill>
                        <a:effectLst/>
                        <a:latin typeface="quote-cjk-patch"/>
                      </a:endParaRPr>
                    </a:p>
                  </a:txBody>
                  <a:tcPr marL="124610" marR="159757" marT="95854" marB="958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ts val="1875"/>
                        </a:lnSpc>
                        <a:buNone/>
                      </a:pPr>
                      <a:r>
                        <a:rPr lang="sv-SE" sz="2000" b="0" cap="none" spc="0">
                          <a:solidFill>
                            <a:schemeClr val="tx1"/>
                          </a:solidFill>
                          <a:effectLst/>
                          <a:latin typeface="quote-cjk-patch"/>
                        </a:rPr>
                        <a:t>"Cannot find server"</a:t>
                      </a:r>
                    </a:p>
                  </a:txBody>
                  <a:tcPr marL="124610" marR="159757" marT="95854" marB="958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ts val="1650"/>
                        </a:lnSpc>
                        <a:buNone/>
                      </a:pPr>
                      <a:r>
                        <a:rPr lang="sv-SE" sz="2000" b="0" cap="none" spc="0">
                          <a:solidFill>
                            <a:schemeClr val="tx1"/>
                          </a:solidFill>
                          <a:effectLst/>
                          <a:latin typeface="quote-cjk-patch"/>
                        </a:rPr>
                        <a:t>Om du installerade med instansnamn (t.ex. SQLEXPRESS), måste du skriva </a:t>
                      </a:r>
                      <a:r>
                        <a:rPr lang="sv-SE" sz="2000" b="0" cap="none" spc="0">
                          <a:solidFill>
                            <a:schemeClr val="tx1"/>
                          </a:solidFill>
                          <a:effectLst/>
                          <a:latin typeface="Menlo"/>
                        </a:rPr>
                        <a:t>DATORNAMN\SQLEXPRESS</a:t>
                      </a:r>
                      <a:r>
                        <a:rPr lang="sv-SE" sz="2000" b="0" cap="none" spc="0">
                          <a:solidFill>
                            <a:schemeClr val="tx1"/>
                          </a:solidFill>
                          <a:effectLst/>
                          <a:latin typeface="quote-cjk-patch"/>
                        </a:rPr>
                        <a:t>.</a:t>
                      </a:r>
                    </a:p>
                  </a:txBody>
                  <a:tcPr marL="124610" marR="95854" marT="95854" marB="95854"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918544199"/>
                  </a:ext>
                </a:extLst>
              </a:tr>
            </a:tbl>
          </a:graphicData>
        </a:graphic>
      </p:graphicFrame>
    </p:spTree>
    <p:extLst>
      <p:ext uri="{BB962C8B-B14F-4D97-AF65-F5344CB8AC3E}">
        <p14:creationId xmlns:p14="http://schemas.microsoft.com/office/powerpoint/2010/main" val="1614782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FC0E7BE6-6D8A-9F79-E107-7833B2C85E40}"/>
              </a:ext>
            </a:extLst>
          </p:cNvPr>
          <p:cNvSpPr>
            <a:spLocks noGrp="1"/>
          </p:cNvSpPr>
          <p:nvPr>
            <p:ph type="title"/>
          </p:nvPr>
        </p:nvSpPr>
        <p:spPr>
          <a:xfrm>
            <a:off x="1371599" y="294538"/>
            <a:ext cx="9895951" cy="1033669"/>
          </a:xfrm>
        </p:spPr>
        <p:txBody>
          <a:bodyPr>
            <a:normAutofit/>
          </a:bodyPr>
          <a:lstStyle/>
          <a:p>
            <a:r>
              <a:rPr lang="sv-SE" sz="3400">
                <a:solidFill>
                  <a:srgbClr val="FFFFFF"/>
                </a:solidFill>
                <a:ea typeface="+mj-lt"/>
                <a:cs typeface="+mj-lt"/>
              </a:rPr>
              <a:t>Steg 4:   Installera Python. </a:t>
            </a:r>
            <a:br>
              <a:rPr lang="sv-SE" sz="3400">
                <a:solidFill>
                  <a:srgbClr val="FFFFFF"/>
                </a:solidFill>
                <a:ea typeface="+mj-lt"/>
                <a:cs typeface="+mj-lt"/>
              </a:rPr>
            </a:br>
            <a:r>
              <a:rPr lang="sv-SE" sz="3400">
                <a:solidFill>
                  <a:srgbClr val="FFFFFF"/>
                </a:solidFill>
                <a:ea typeface="+mj-lt"/>
                <a:cs typeface="+mj-lt"/>
              </a:rPr>
              <a:t>Python är språket som vår ML-modell talar. </a:t>
            </a:r>
            <a:endParaRPr lang="sv-SE" sz="3400">
              <a:solidFill>
                <a:srgbClr val="FFFFFF"/>
              </a:solidFill>
            </a:endParaRPr>
          </a:p>
        </p:txBody>
      </p:sp>
      <p:sp>
        <p:nvSpPr>
          <p:cNvPr id="3" name="Platshållare för innehåll 2">
            <a:extLst>
              <a:ext uri="{FF2B5EF4-FFF2-40B4-BE49-F238E27FC236}">
                <a16:creationId xmlns:a16="http://schemas.microsoft.com/office/drawing/2014/main" id="{7B25EC55-60D7-05B1-C91C-0A7F24AB51D8}"/>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sv-SE" sz="2000">
                <a:highlight>
                  <a:srgbClr val="FFFFFF"/>
                </a:highlight>
                <a:ea typeface="+mn-lt"/>
                <a:cs typeface="+mn-lt"/>
              </a:rPr>
              <a:t>Det är ett programmeringsspråk som vi använder för att skriva koden som:</a:t>
            </a:r>
            <a:endParaRPr lang="sv-SE" sz="2000"/>
          </a:p>
          <a:p>
            <a:r>
              <a:rPr lang="sv-SE" sz="2000">
                <a:highlight>
                  <a:srgbClr val="FFFFFF"/>
                </a:highlight>
                <a:ea typeface="+mn-lt"/>
                <a:cs typeface="+mn-lt"/>
              </a:rPr>
              <a:t>Tränar modellen att känna igen attacker</a:t>
            </a:r>
            <a:endParaRPr lang="sv-SE" sz="2000"/>
          </a:p>
          <a:p>
            <a:r>
              <a:rPr lang="sv-SE" sz="2000">
                <a:highlight>
                  <a:srgbClr val="FFFFFF"/>
                </a:highlight>
                <a:ea typeface="+mn-lt"/>
                <a:cs typeface="+mn-lt"/>
              </a:rPr>
              <a:t>Hämtar data från SQL Server</a:t>
            </a:r>
            <a:endParaRPr lang="sv-SE" sz="2000"/>
          </a:p>
          <a:p>
            <a:r>
              <a:rPr lang="sv-SE" sz="2000">
                <a:highlight>
                  <a:srgbClr val="FFFFFF"/>
                </a:highlight>
                <a:ea typeface="+mn-lt"/>
                <a:cs typeface="+mn-lt"/>
              </a:rPr>
              <a:t>Gör prediktioner på ny nätverkstrafik</a:t>
            </a:r>
            <a:endParaRPr lang="sv-SE" sz="2000"/>
          </a:p>
          <a:p>
            <a:r>
              <a:rPr lang="sv-SE" sz="2000">
                <a:highlight>
                  <a:srgbClr val="FFFFFF"/>
                </a:highlight>
                <a:ea typeface="+mn-lt"/>
                <a:cs typeface="+mn-lt"/>
              </a:rPr>
              <a:t>Sparar resultaten tillbaka i databasen</a:t>
            </a:r>
            <a:endParaRPr lang="sv-SE" sz="2000"/>
          </a:p>
          <a:p>
            <a:r>
              <a:rPr lang="sv-SE" sz="2000">
                <a:highlight>
                  <a:srgbClr val="FFFFFF"/>
                </a:highlight>
                <a:ea typeface="+mn-lt"/>
                <a:cs typeface="+mn-lt"/>
              </a:rPr>
              <a:t>Utan Python installerat kan vi inte köra någon ML-kod alls .</a:t>
            </a:r>
            <a:endParaRPr lang="sv-SE" sz="2000"/>
          </a:p>
        </p:txBody>
      </p:sp>
    </p:spTree>
    <p:extLst>
      <p:ext uri="{BB962C8B-B14F-4D97-AF65-F5344CB8AC3E}">
        <p14:creationId xmlns:p14="http://schemas.microsoft.com/office/powerpoint/2010/main" val="2870897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DC5F321B-D3A4-AAF9-FD67-9D2C4C4618D3}"/>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Python-installation</a:t>
            </a:r>
            <a:endParaRPr lang="sv-SE" sz="4000">
              <a:solidFill>
                <a:srgbClr val="FFFFFF"/>
              </a:solidFill>
            </a:endParaRPr>
          </a:p>
        </p:txBody>
      </p:sp>
      <p:graphicFrame>
        <p:nvGraphicFramePr>
          <p:cNvPr id="5" name="Platshållare för innehåll 4">
            <a:extLst>
              <a:ext uri="{FF2B5EF4-FFF2-40B4-BE49-F238E27FC236}">
                <a16:creationId xmlns:a16="http://schemas.microsoft.com/office/drawing/2014/main" id="{6D34C5EF-27C7-4731-CD2C-6B946CDE1569}"/>
              </a:ext>
            </a:extLst>
          </p:cNvPr>
          <p:cNvGraphicFramePr>
            <a:graphicFrameLocks noGrp="1"/>
          </p:cNvGraphicFramePr>
          <p:nvPr>
            <p:ph idx="1"/>
            <p:extLst>
              <p:ext uri="{D42A27DB-BD31-4B8C-83A1-F6EECF244321}">
                <p14:modId xmlns:p14="http://schemas.microsoft.com/office/powerpoint/2010/main" val="1164431277"/>
              </p:ext>
            </p:extLst>
          </p:nvPr>
        </p:nvGraphicFramePr>
        <p:xfrm>
          <a:off x="12491" y="1573967"/>
          <a:ext cx="12178007" cy="5008770"/>
        </p:xfrm>
        <a:graphic>
          <a:graphicData uri="http://schemas.openxmlformats.org/drawingml/2006/table">
            <a:tbl>
              <a:tblPr firstRow="1" bandRow="1">
                <a:solidFill>
                  <a:schemeClr val="bg1"/>
                </a:solidFill>
                <a:tableStyleId>{5C22544A-7EE6-4342-B048-85BDC9FD1C3A}</a:tableStyleId>
              </a:tblPr>
              <a:tblGrid>
                <a:gridCol w="427289">
                  <a:extLst>
                    <a:ext uri="{9D8B030D-6E8A-4147-A177-3AD203B41FA5}">
                      <a16:colId xmlns:a16="http://schemas.microsoft.com/office/drawing/2014/main" val="2770255959"/>
                    </a:ext>
                  </a:extLst>
                </a:gridCol>
                <a:gridCol w="2321607">
                  <a:extLst>
                    <a:ext uri="{9D8B030D-6E8A-4147-A177-3AD203B41FA5}">
                      <a16:colId xmlns:a16="http://schemas.microsoft.com/office/drawing/2014/main" val="4026941884"/>
                    </a:ext>
                  </a:extLst>
                </a:gridCol>
                <a:gridCol w="9429111">
                  <a:extLst>
                    <a:ext uri="{9D8B030D-6E8A-4147-A177-3AD203B41FA5}">
                      <a16:colId xmlns:a16="http://schemas.microsoft.com/office/drawing/2014/main" val="1346172713"/>
                    </a:ext>
                  </a:extLst>
                </a:gridCol>
              </a:tblGrid>
              <a:tr h="230940">
                <a:tc>
                  <a:txBody>
                    <a:bodyPr/>
                    <a:lstStyle/>
                    <a:p>
                      <a:pPr algn="l">
                        <a:lnSpc>
                          <a:spcPct val="100000"/>
                        </a:lnSpc>
                        <a:buNone/>
                      </a:pPr>
                      <a:r>
                        <a:rPr lang="sv-SE" sz="900" b="0" cap="none" spc="0">
                          <a:solidFill>
                            <a:schemeClr val="bg1"/>
                          </a:solidFill>
                          <a:effectLst/>
                          <a:latin typeface="quote-cjk-patch"/>
                        </a:rPr>
                        <a:t>Steg</a:t>
                      </a:r>
                    </a:p>
                  </a:txBody>
                  <a:tcPr marL="74470" marR="95475" marT="57285" marB="57285"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l">
                        <a:lnSpc>
                          <a:spcPct val="100000"/>
                        </a:lnSpc>
                        <a:buNone/>
                      </a:pPr>
                      <a:r>
                        <a:rPr lang="sv-SE" sz="900" b="0" cap="none" spc="0">
                          <a:solidFill>
                            <a:schemeClr val="bg1"/>
                          </a:solidFill>
                          <a:effectLst/>
                          <a:latin typeface="quote-cjk-patch"/>
                        </a:rPr>
                        <a:t>Vad ska du göra?</a:t>
                      </a:r>
                    </a:p>
                  </a:txBody>
                  <a:tcPr marL="74470" marR="95475" marT="57285" marB="57285"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l">
                        <a:lnSpc>
                          <a:spcPct val="100000"/>
                        </a:lnSpc>
                        <a:buNone/>
                      </a:pPr>
                      <a:r>
                        <a:rPr lang="sv-SE" sz="900" b="0" cap="none" spc="0">
                          <a:solidFill>
                            <a:schemeClr val="bg1"/>
                          </a:solidFill>
                          <a:effectLst/>
                          <a:latin typeface="quote-cjk-patch"/>
                        </a:rPr>
                        <a:t>Instruktioner (anpassat för nybörjare)</a:t>
                      </a:r>
                    </a:p>
                  </a:txBody>
                  <a:tcPr marL="74470" marR="95475" marT="57285" marB="57285"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067408073"/>
                  </a:ext>
                </a:extLst>
              </a:tr>
              <a:tr h="230940">
                <a:tc>
                  <a:txBody>
                    <a:bodyPr/>
                    <a:lstStyle/>
                    <a:p>
                      <a:pPr>
                        <a:lnSpc>
                          <a:spcPct val="100000"/>
                        </a:lnSpc>
                        <a:buNone/>
                      </a:pPr>
                      <a:r>
                        <a:rPr lang="sv-SE" sz="900" b="1" cap="none" spc="0">
                          <a:solidFill>
                            <a:schemeClr val="tx1"/>
                          </a:solidFill>
                          <a:effectLst/>
                          <a:latin typeface="quote-cjk-patch"/>
                        </a:rPr>
                        <a:t>1</a:t>
                      </a:r>
                      <a:endParaRPr lang="sv-SE" sz="900" b="0" cap="none" spc="0">
                        <a:solidFill>
                          <a:schemeClr val="tx1"/>
                        </a:solidFill>
                        <a:effectLst/>
                        <a:latin typeface="quote-cjk-patch"/>
                      </a:endParaRPr>
                    </a:p>
                  </a:txBody>
                  <a:tcPr marL="74470" marR="95475" marT="57285" marB="57285"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nSpc>
                          <a:spcPct val="100000"/>
                        </a:lnSpc>
                        <a:buNone/>
                      </a:pPr>
                      <a:r>
                        <a:rPr lang="sv-SE" sz="1100" b="1" cap="none" spc="0">
                          <a:solidFill>
                            <a:schemeClr val="tx1"/>
                          </a:solidFill>
                          <a:effectLst/>
                          <a:latin typeface="quote-cjk-patch"/>
                        </a:rPr>
                        <a:t>Ladda ner Python</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nSpc>
                          <a:spcPct val="100000"/>
                        </a:lnSpc>
                        <a:buNone/>
                      </a:pPr>
                      <a:r>
                        <a:rPr lang="sv-SE" sz="1200" b="0" cap="none" spc="0">
                          <a:solidFill>
                            <a:schemeClr val="tx1"/>
                          </a:solidFill>
                          <a:effectLst/>
                          <a:latin typeface="quote-cjk-patch"/>
                        </a:rPr>
                        <a:t>Gå till </a:t>
                      </a:r>
                      <a:r>
                        <a:rPr lang="sv-SE" sz="1200" b="0" u="none" strike="noStrike" cap="none" spc="0">
                          <a:solidFill>
                            <a:schemeClr val="tx1"/>
                          </a:solidFill>
                          <a:effectLst/>
                          <a:latin typeface="quote-cjk-patch"/>
                          <a:hlinkClick r:id="rId2">
                            <a:extLst>
                              <a:ext uri="{A12FA001-AC4F-418D-AE19-62706E023703}">
                                <ahyp:hlinkClr xmlns:ahyp="http://schemas.microsoft.com/office/drawing/2018/hyperlinkcolor" val="tx"/>
                              </a:ext>
                            </a:extLst>
                          </a:hlinkClick>
                        </a:rPr>
                        <a:t>python.org</a:t>
                      </a:r>
                      <a:r>
                        <a:rPr lang="sv-SE" sz="1200" b="0" cap="none" spc="0">
                          <a:solidFill>
                            <a:schemeClr val="tx1"/>
                          </a:solidFill>
                          <a:effectLst/>
                          <a:latin typeface="quote-cjk-patch"/>
                        </a:rPr>
                        <a:t>. Klicka på den stora gula knappen </a:t>
                      </a:r>
                      <a:r>
                        <a:rPr lang="sv-SE" sz="1200" b="1" cap="none" spc="0">
                          <a:solidFill>
                            <a:schemeClr val="tx1"/>
                          </a:solidFill>
                          <a:effectLst/>
                          <a:latin typeface="quote-cjk-patch"/>
                        </a:rPr>
                        <a:t>"Download Python"</a:t>
                      </a:r>
                      <a:r>
                        <a:rPr lang="sv-SE" sz="1200" b="0" cap="none" spc="0">
                          <a:solidFill>
                            <a:schemeClr val="tx1"/>
                          </a:solidFill>
                          <a:effectLst/>
                          <a:latin typeface="quote-cjk-patch"/>
                        </a:rPr>
                        <a:t> (den visar senaste versionen, t.ex. 3.12 eller 3.13).</a:t>
                      </a:r>
                    </a:p>
                  </a:txBody>
                  <a:tcPr marL="74470" marR="95475" marT="57285" marB="57285"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636426"/>
                  </a:ext>
                </a:extLst>
              </a:tr>
              <a:tr h="230940">
                <a:tc>
                  <a:txBody>
                    <a:bodyPr/>
                    <a:lstStyle/>
                    <a:p>
                      <a:pPr>
                        <a:lnSpc>
                          <a:spcPct val="100000"/>
                        </a:lnSpc>
                        <a:buNone/>
                      </a:pPr>
                      <a:r>
                        <a:rPr lang="sv-SE" sz="900" b="1" cap="none" spc="0">
                          <a:solidFill>
                            <a:schemeClr val="tx1"/>
                          </a:solidFill>
                          <a:effectLst/>
                          <a:latin typeface="quote-cjk-patch"/>
                        </a:rPr>
                        <a:t>2</a:t>
                      </a:r>
                      <a:endParaRPr lang="sv-SE" sz="9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Starta installationen</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200" b="0" cap="none" spc="0">
                          <a:solidFill>
                            <a:schemeClr val="tx1"/>
                          </a:solidFill>
                          <a:effectLst/>
                          <a:latin typeface="quote-cjk-patch"/>
                        </a:rPr>
                        <a:t>Öppna den nedladdade filen (den heter något i stil med </a:t>
                      </a:r>
                      <a:r>
                        <a:rPr lang="sv-SE" sz="1200" b="0" cap="none" spc="0">
                          <a:solidFill>
                            <a:schemeClr val="tx1"/>
                          </a:solidFill>
                          <a:effectLst/>
                          <a:latin typeface="Menlo"/>
                        </a:rPr>
                        <a:t>python-3.12.0-amd64.exe</a:t>
                      </a:r>
                      <a:r>
                        <a:rPr lang="sv-SE" sz="1200" b="0" cap="none" spc="0">
                          <a:solidFill>
                            <a:schemeClr val="tx1"/>
                          </a:solidFill>
                          <a:effectLst/>
                          <a:latin typeface="quote-cjk-patch"/>
                        </a:rPr>
                        <a:t>). Ett installationsfönster öppnas.</a:t>
                      </a:r>
                    </a:p>
                  </a:txBody>
                  <a:tcPr marL="74470" marR="95475" marT="57285" marB="57285"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532014520"/>
                  </a:ext>
                </a:extLst>
              </a:tr>
              <a:tr h="343726">
                <a:tc>
                  <a:txBody>
                    <a:bodyPr/>
                    <a:lstStyle/>
                    <a:p>
                      <a:pPr>
                        <a:lnSpc>
                          <a:spcPct val="100000"/>
                        </a:lnSpc>
                        <a:buNone/>
                      </a:pPr>
                      <a:r>
                        <a:rPr lang="sv-SE" sz="900" b="1" cap="none" spc="0">
                          <a:solidFill>
                            <a:schemeClr val="tx1"/>
                          </a:solidFill>
                          <a:effectLst/>
                          <a:latin typeface="quote-cjk-patch"/>
                        </a:rPr>
                        <a:t>3</a:t>
                      </a:r>
                      <a:endParaRPr lang="sv-SE" sz="900" b="0" cap="none" spc="0">
                        <a:solidFill>
                          <a:schemeClr val="tx1"/>
                        </a:solidFill>
                        <a:effectLst/>
                        <a:latin typeface="quote-cjk-patch"/>
                      </a:endParaRPr>
                    </a:p>
                  </a:txBody>
                  <a:tcPr marL="74470" marR="95475" marT="57285" marB="5728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100" b="1" cap="none" spc="0">
                          <a:solidFill>
                            <a:schemeClr val="tx1"/>
                          </a:solidFill>
                          <a:effectLst/>
                          <a:latin typeface="quote-cjk-patch"/>
                        </a:rPr>
                        <a:t>VIKTIGASTE STEGET! – Lägg till Python i PATH</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200" b="0" cap="none" spc="0">
                          <a:solidFill>
                            <a:schemeClr val="tx1"/>
                          </a:solidFill>
                          <a:effectLst/>
                          <a:latin typeface="quote-cjk-patch"/>
                        </a:rPr>
                        <a:t>Längst ner i installationsfönstret finns en ruta som säger </a:t>
                      </a:r>
                      <a:r>
                        <a:rPr lang="sv-SE" sz="1200" b="1" cap="none" spc="0">
                          <a:solidFill>
                            <a:schemeClr val="tx1"/>
                          </a:solidFill>
                          <a:effectLst/>
                          <a:latin typeface="quote-cjk-patch"/>
                        </a:rPr>
                        <a:t>"Add Python to PATH"</a:t>
                      </a:r>
                      <a:r>
                        <a:rPr lang="sv-SE" sz="1200" b="0" cap="none" spc="0">
                          <a:solidFill>
                            <a:schemeClr val="tx1"/>
                          </a:solidFill>
                          <a:effectLst/>
                          <a:latin typeface="quote-cjk-patch"/>
                        </a:rPr>
                        <a:t>. </a:t>
                      </a:r>
                      <a:r>
                        <a:rPr lang="sv-SE" sz="1200" b="1" cap="none" spc="0">
                          <a:solidFill>
                            <a:schemeClr val="tx1"/>
                          </a:solidFill>
                          <a:effectLst/>
                          <a:latin typeface="quote-cjk-patch"/>
                        </a:rPr>
                        <a:t>Du MÅSTE kryssa i den!</a:t>
                      </a:r>
                      <a:r>
                        <a:rPr lang="sv-SE" sz="1200" b="0" cap="none" spc="0">
                          <a:solidFill>
                            <a:schemeClr val="tx1"/>
                          </a:solidFill>
                          <a:effectLst/>
                          <a:latin typeface="quote-cjk-patch"/>
                        </a:rPr>
                        <a:t> Om du glömmer detta kommer datorn inte att hitta Python när du försöker köra det senare .</a:t>
                      </a:r>
                    </a:p>
                  </a:txBody>
                  <a:tcPr marL="74470" marR="95475" marT="57285" marB="5728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417005333"/>
                  </a:ext>
                </a:extLst>
              </a:tr>
              <a:tr h="230940">
                <a:tc>
                  <a:txBody>
                    <a:bodyPr/>
                    <a:lstStyle/>
                    <a:p>
                      <a:pPr>
                        <a:lnSpc>
                          <a:spcPct val="100000"/>
                        </a:lnSpc>
                        <a:buNone/>
                      </a:pPr>
                      <a:r>
                        <a:rPr lang="sv-SE" sz="900" b="1" cap="none" spc="0">
                          <a:solidFill>
                            <a:schemeClr val="tx1"/>
                          </a:solidFill>
                          <a:effectLst/>
                          <a:latin typeface="quote-cjk-patch"/>
                        </a:rPr>
                        <a:t>4</a:t>
                      </a:r>
                      <a:endParaRPr lang="sv-SE" sz="9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Välj installationstyp</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200" b="0" cap="none" spc="0">
                          <a:solidFill>
                            <a:schemeClr val="tx1"/>
                          </a:solidFill>
                          <a:effectLst/>
                          <a:latin typeface="quote-cjk-patch"/>
                        </a:rPr>
                        <a:t>Klicka på </a:t>
                      </a:r>
                      <a:r>
                        <a:rPr lang="sv-SE" sz="1200" b="1" cap="none" spc="0">
                          <a:solidFill>
                            <a:schemeClr val="tx1"/>
                          </a:solidFill>
                          <a:effectLst/>
                          <a:latin typeface="quote-cjk-patch"/>
                        </a:rPr>
                        <a:t>"Install Now"</a:t>
                      </a:r>
                      <a:r>
                        <a:rPr lang="sv-SE" sz="1200" b="0" cap="none" spc="0">
                          <a:solidFill>
                            <a:schemeClr val="tx1"/>
                          </a:solidFill>
                          <a:effectLst/>
                          <a:latin typeface="quote-cjk-patch"/>
                        </a:rPr>
                        <a:t> (Installera nu). Detta är standard och enklast för nybörjare.</a:t>
                      </a:r>
                    </a:p>
                  </a:txBody>
                  <a:tcPr marL="74470" marR="95475" marT="57285" marB="57285"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64488461"/>
                  </a:ext>
                </a:extLst>
              </a:tr>
              <a:tr h="230940">
                <a:tc>
                  <a:txBody>
                    <a:bodyPr/>
                    <a:lstStyle/>
                    <a:p>
                      <a:pPr>
                        <a:lnSpc>
                          <a:spcPct val="100000"/>
                        </a:lnSpc>
                        <a:buNone/>
                      </a:pPr>
                      <a:r>
                        <a:rPr lang="sv-SE" sz="900" b="1" cap="none" spc="0">
                          <a:solidFill>
                            <a:schemeClr val="tx1"/>
                          </a:solidFill>
                          <a:effectLst/>
                          <a:latin typeface="quote-cjk-patch"/>
                        </a:rPr>
                        <a:t>5</a:t>
                      </a:r>
                      <a:endParaRPr lang="sv-SE" sz="900" b="0" cap="none" spc="0">
                        <a:solidFill>
                          <a:schemeClr val="tx1"/>
                        </a:solidFill>
                        <a:effectLst/>
                        <a:latin typeface="quote-cjk-patch"/>
                      </a:endParaRPr>
                    </a:p>
                  </a:txBody>
                  <a:tcPr marL="74470" marR="95475" marT="57285" marB="5728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100" b="1" cap="none" spc="0">
                          <a:solidFill>
                            <a:schemeClr val="tx1"/>
                          </a:solidFill>
                          <a:effectLst/>
                          <a:latin typeface="quote-cjk-patch"/>
                        </a:rPr>
                        <a:t>Vänta medan installationen pågår</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200" b="0" cap="none" spc="0">
                          <a:solidFill>
                            <a:schemeClr val="tx1"/>
                          </a:solidFill>
                          <a:effectLst/>
                          <a:latin typeface="quote-cjk-patch"/>
                        </a:rPr>
                        <a:t>Installationen tar någon minut. Du ser en förloppsindikator som visar hur långt det har kommit.</a:t>
                      </a:r>
                    </a:p>
                  </a:txBody>
                  <a:tcPr marL="74470" marR="95475" marT="57285" marB="5728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34147360"/>
                  </a:ext>
                </a:extLst>
              </a:tr>
              <a:tr h="230940">
                <a:tc>
                  <a:txBody>
                    <a:bodyPr/>
                    <a:lstStyle/>
                    <a:p>
                      <a:pPr>
                        <a:lnSpc>
                          <a:spcPct val="100000"/>
                        </a:lnSpc>
                        <a:buNone/>
                      </a:pPr>
                      <a:r>
                        <a:rPr lang="sv-SE" sz="900" b="1" cap="none" spc="0">
                          <a:solidFill>
                            <a:schemeClr val="tx1"/>
                          </a:solidFill>
                          <a:effectLst/>
                          <a:latin typeface="quote-cjk-patch"/>
                        </a:rPr>
                        <a:t>6</a:t>
                      </a:r>
                      <a:endParaRPr lang="sv-SE" sz="9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Installation klar!</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200" b="0" cap="none" spc="0">
                          <a:solidFill>
                            <a:schemeClr val="tx1"/>
                          </a:solidFill>
                          <a:effectLst/>
                          <a:latin typeface="quote-cjk-patch"/>
                        </a:rPr>
                        <a:t>När installationen är klar visas en ruta med texten </a:t>
                      </a:r>
                      <a:r>
                        <a:rPr lang="sv-SE" sz="1200" b="1" cap="none" spc="0">
                          <a:solidFill>
                            <a:schemeClr val="tx1"/>
                          </a:solidFill>
                          <a:effectLst/>
                          <a:latin typeface="quote-cjk-patch"/>
                        </a:rPr>
                        <a:t>"Setup was successful"</a:t>
                      </a:r>
                      <a:r>
                        <a:rPr lang="sv-SE" sz="1200" b="0" cap="none" spc="0">
                          <a:solidFill>
                            <a:schemeClr val="tx1"/>
                          </a:solidFill>
                          <a:effectLst/>
                          <a:latin typeface="quote-cjk-patch"/>
                        </a:rPr>
                        <a:t>. Klicka på </a:t>
                      </a:r>
                      <a:r>
                        <a:rPr lang="sv-SE" sz="1200" b="1" cap="none" spc="0">
                          <a:solidFill>
                            <a:schemeClr val="tx1"/>
                          </a:solidFill>
                          <a:effectLst/>
                          <a:latin typeface="quote-cjk-patch"/>
                        </a:rPr>
                        <a:t>"Close"</a:t>
                      </a:r>
                      <a:r>
                        <a:rPr lang="sv-SE" sz="1200" b="0" cap="none" spc="0">
                          <a:solidFill>
                            <a:schemeClr val="tx1"/>
                          </a:solidFill>
                          <a:effectLst/>
                          <a:latin typeface="quote-cjk-patch"/>
                        </a:rPr>
                        <a:t> (Stäng).</a:t>
                      </a:r>
                    </a:p>
                  </a:txBody>
                  <a:tcPr marL="74470" marR="95475" marT="57285" marB="57285"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568135260"/>
                  </a:ext>
                </a:extLst>
              </a:tr>
              <a:tr h="918394">
                <a:tc>
                  <a:txBody>
                    <a:bodyPr/>
                    <a:lstStyle/>
                    <a:p>
                      <a:pPr>
                        <a:lnSpc>
                          <a:spcPct val="100000"/>
                        </a:lnSpc>
                        <a:buNone/>
                      </a:pPr>
                      <a:r>
                        <a:rPr lang="sv-SE" sz="900" b="1" cap="none" spc="0">
                          <a:solidFill>
                            <a:schemeClr val="tx1"/>
                          </a:solidFill>
                          <a:effectLst/>
                          <a:latin typeface="quote-cjk-patch"/>
                        </a:rPr>
                        <a:t>7</a:t>
                      </a:r>
                      <a:endParaRPr lang="sv-SE" sz="900" b="0" cap="none" spc="0">
                        <a:solidFill>
                          <a:schemeClr val="tx1"/>
                        </a:solidFill>
                        <a:effectLst/>
                        <a:latin typeface="quote-cjk-patch"/>
                      </a:endParaRPr>
                    </a:p>
                  </a:txBody>
                  <a:tcPr marL="74470" marR="95475" marT="57285" marB="5728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100" b="1" cap="none" spc="0">
                          <a:solidFill>
                            <a:schemeClr val="tx1"/>
                          </a:solidFill>
                          <a:effectLst/>
                          <a:latin typeface="quote-cjk-patch"/>
                        </a:rPr>
                        <a:t>Verifiera installationen – VIKTIGT!</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200" b="0" cap="none" spc="0">
                          <a:solidFill>
                            <a:schemeClr val="tx1"/>
                          </a:solidFill>
                          <a:effectLst/>
                          <a:latin typeface="quote-cjk-patch"/>
                        </a:rPr>
                        <a:t>Öppna </a:t>
                      </a:r>
                      <a:r>
                        <a:rPr lang="sv-SE" sz="1200" b="1" cap="none" spc="0">
                          <a:solidFill>
                            <a:schemeClr val="tx1"/>
                          </a:solidFill>
                          <a:effectLst/>
                          <a:latin typeface="quote-cjk-patch"/>
                        </a:rPr>
                        <a:t>PowerShell</a:t>
                      </a:r>
                      <a:r>
                        <a:rPr lang="sv-SE" sz="1200" b="0" cap="none" spc="0">
                          <a:solidFill>
                            <a:schemeClr val="tx1"/>
                          </a:solidFill>
                          <a:effectLst/>
                          <a:latin typeface="quote-cjk-patch"/>
                        </a:rPr>
                        <a:t> eller </a:t>
                      </a:r>
                      <a:r>
                        <a:rPr lang="sv-SE" sz="1200" b="1" cap="none" spc="0">
                          <a:solidFill>
                            <a:schemeClr val="tx1"/>
                          </a:solidFill>
                          <a:effectLst/>
                          <a:latin typeface="quote-cjk-patch"/>
                        </a:rPr>
                        <a:t>Kommandotolken</a:t>
                      </a:r>
                      <a:r>
                        <a:rPr lang="sv-SE" sz="1200" b="0" cap="none" spc="0">
                          <a:solidFill>
                            <a:schemeClr val="tx1"/>
                          </a:solidFill>
                          <a:effectLst/>
                          <a:latin typeface="quote-cjk-patch"/>
                        </a:rPr>
                        <a:t> (sök efter "PowerShell" i startmenyn). Skriv följande kommando och tryck Enter:</a:t>
                      </a:r>
                      <a:br>
                        <a:rPr lang="sv-SE" sz="1200" b="0" cap="none" spc="0">
                          <a:solidFill>
                            <a:srgbClr val="000000"/>
                          </a:solidFill>
                          <a:effectLst/>
                          <a:latin typeface="quote-cjk-patch"/>
                        </a:rPr>
                      </a:br>
                      <a:r>
                        <a:rPr lang="sv-SE" sz="1200" b="0" cap="none" spc="0">
                          <a:solidFill>
                            <a:schemeClr val="tx1"/>
                          </a:solidFill>
                          <a:effectLst/>
                          <a:latin typeface="Menlo"/>
                        </a:rPr>
                        <a:t>python --version</a:t>
                      </a:r>
                      <a:br>
                        <a:rPr lang="sv-SE" sz="1200" b="0" cap="none" spc="0">
                          <a:solidFill>
                            <a:srgbClr val="000000"/>
                          </a:solidFill>
                          <a:effectLst/>
                          <a:latin typeface="quote-cjk-patch"/>
                        </a:rPr>
                      </a:br>
                      <a:br>
                        <a:rPr lang="sv-SE" sz="1200" b="0" cap="none" spc="0">
                          <a:solidFill>
                            <a:srgbClr val="000000"/>
                          </a:solidFill>
                          <a:effectLst/>
                          <a:latin typeface="quote-cjk-patch"/>
                        </a:rPr>
                      </a:br>
                      <a:r>
                        <a:rPr lang="sv-SE" sz="1200" b="0" cap="none" spc="0">
                          <a:solidFill>
                            <a:schemeClr val="tx1"/>
                          </a:solidFill>
                          <a:effectLst/>
                          <a:latin typeface="quote-cjk-patch"/>
                        </a:rPr>
                        <a:t>Du bör se något i stil med:</a:t>
                      </a:r>
                      <a:br>
                        <a:rPr lang="sv-SE" sz="1200" b="0" cap="none" spc="0">
                          <a:solidFill>
                            <a:srgbClr val="000000"/>
                          </a:solidFill>
                          <a:effectLst/>
                          <a:latin typeface="quote-cjk-patch"/>
                        </a:rPr>
                      </a:br>
                      <a:r>
                        <a:rPr lang="sv-SE" sz="1200" b="0" cap="none" spc="0">
                          <a:solidFill>
                            <a:schemeClr val="tx1"/>
                          </a:solidFill>
                          <a:effectLst/>
                          <a:latin typeface="Menlo"/>
                        </a:rPr>
                        <a:t>Python 3.12.0</a:t>
                      </a:r>
                      <a:br>
                        <a:rPr lang="sv-SE" sz="1200" b="0" cap="none" spc="0">
                          <a:solidFill>
                            <a:srgbClr val="000000"/>
                          </a:solidFill>
                          <a:effectLst/>
                          <a:latin typeface="quote-cjk-patch"/>
                        </a:rPr>
                      </a:br>
                      <a:br>
                        <a:rPr lang="sv-SE" sz="1200" b="0" cap="none" spc="0">
                          <a:solidFill>
                            <a:srgbClr val="000000"/>
                          </a:solidFill>
                          <a:effectLst/>
                          <a:latin typeface="quote-cjk-patch"/>
                        </a:rPr>
                      </a:br>
                      <a:r>
                        <a:rPr lang="sv-SE" sz="1200" b="1" cap="none" spc="0">
                          <a:solidFill>
                            <a:schemeClr val="tx1"/>
                          </a:solidFill>
                          <a:effectLst/>
                          <a:latin typeface="quote-cjk-patch"/>
                        </a:rPr>
                        <a:t>Om du ser detta – GRATTIS! Python är installerat!</a:t>
                      </a:r>
                      <a:endParaRPr lang="sv-SE" sz="12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965333923"/>
                  </a:ext>
                </a:extLst>
              </a:tr>
              <a:tr h="918394">
                <a:tc>
                  <a:txBody>
                    <a:bodyPr/>
                    <a:lstStyle/>
                    <a:p>
                      <a:pPr>
                        <a:lnSpc>
                          <a:spcPct val="100000"/>
                        </a:lnSpc>
                        <a:buNone/>
                      </a:pPr>
                      <a:r>
                        <a:rPr lang="sv-SE" sz="900" b="1" cap="none" spc="0">
                          <a:solidFill>
                            <a:schemeClr val="tx1"/>
                          </a:solidFill>
                          <a:effectLst/>
                          <a:latin typeface="quote-cjk-patch"/>
                        </a:rPr>
                        <a:t>8</a:t>
                      </a:r>
                      <a:endParaRPr lang="sv-SE" sz="9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Testa att pip fungerar</a:t>
                      </a:r>
                      <a:endParaRPr lang="sv-SE" sz="1100" b="0" cap="none" spc="0">
                        <a:solidFill>
                          <a:schemeClr val="tx1"/>
                        </a:solidFill>
                        <a:effectLst/>
                        <a:latin typeface="quote-cjk-patch"/>
                      </a:endParaRPr>
                    </a:p>
                  </a:txBody>
                  <a:tcPr marL="74470" marR="95475" marT="57285" marB="572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200" b="0" cap="none" spc="0">
                          <a:solidFill>
                            <a:schemeClr val="tx1"/>
                          </a:solidFill>
                          <a:effectLst/>
                          <a:latin typeface="quote-cjk-patch"/>
                        </a:rPr>
                        <a:t>I samma fönster, skriv:</a:t>
                      </a:r>
                      <a:br>
                        <a:rPr lang="sv-SE" sz="1200" b="0" cap="none" spc="0">
                          <a:solidFill>
                            <a:srgbClr val="000000"/>
                          </a:solidFill>
                          <a:effectLst/>
                          <a:latin typeface="quote-cjk-patch"/>
                        </a:rPr>
                      </a:br>
                      <a:r>
                        <a:rPr lang="sv-SE" sz="1200" b="0" cap="none" spc="0">
                          <a:solidFill>
                            <a:schemeClr val="tx1"/>
                          </a:solidFill>
                          <a:effectLst/>
                          <a:latin typeface="Menlo"/>
                        </a:rPr>
                        <a:t>pip --version</a:t>
                      </a:r>
                      <a:br>
                        <a:rPr lang="sv-SE" sz="1200" b="0" cap="none" spc="0">
                          <a:solidFill>
                            <a:srgbClr val="000000"/>
                          </a:solidFill>
                          <a:effectLst/>
                          <a:latin typeface="quote-cjk-patch"/>
                        </a:rPr>
                      </a:br>
                      <a:br>
                        <a:rPr lang="sv-SE" sz="1200" b="0" cap="none" spc="0">
                          <a:solidFill>
                            <a:srgbClr val="000000"/>
                          </a:solidFill>
                          <a:effectLst/>
                          <a:latin typeface="quote-cjk-patch"/>
                        </a:rPr>
                      </a:br>
                      <a:r>
                        <a:rPr lang="sv-SE" sz="1200" b="0" cap="none" spc="0">
                          <a:solidFill>
                            <a:schemeClr val="tx1"/>
                          </a:solidFill>
                          <a:effectLst/>
                          <a:latin typeface="quote-cjk-patch"/>
                        </a:rPr>
                        <a:t>Du bör se något i stil med:</a:t>
                      </a:r>
                      <a:br>
                        <a:rPr lang="sv-SE" sz="1200" b="0" cap="none" spc="0">
                          <a:solidFill>
                            <a:srgbClr val="000000"/>
                          </a:solidFill>
                          <a:effectLst/>
                          <a:latin typeface="quote-cjk-patch"/>
                        </a:rPr>
                      </a:br>
                      <a:r>
                        <a:rPr lang="sv-SE" sz="1200" b="0" cap="none" spc="0">
                          <a:solidFill>
                            <a:schemeClr val="tx1"/>
                          </a:solidFill>
                          <a:effectLst/>
                          <a:latin typeface="Menlo"/>
                        </a:rPr>
                        <a:t>pip 23.2.1 from ...</a:t>
                      </a:r>
                      <a:br>
                        <a:rPr lang="sv-SE" sz="1200" b="0" cap="none" spc="0">
                          <a:solidFill>
                            <a:srgbClr val="000000"/>
                          </a:solidFill>
                          <a:effectLst/>
                          <a:latin typeface="quote-cjk-patch"/>
                        </a:rPr>
                      </a:br>
                      <a:br>
                        <a:rPr lang="sv-SE" sz="1200" b="0" cap="none" spc="0">
                          <a:solidFill>
                            <a:srgbClr val="000000"/>
                          </a:solidFill>
                          <a:effectLst/>
                          <a:latin typeface="quote-cjk-patch"/>
                        </a:rPr>
                      </a:br>
                      <a:r>
                        <a:rPr lang="sv-SE" sz="1200" b="0" cap="none" spc="0">
                          <a:solidFill>
                            <a:schemeClr val="tx1"/>
                          </a:solidFill>
                          <a:effectLst/>
                          <a:latin typeface="quote-cjk-patch"/>
                        </a:rPr>
                        <a:t>Pip är Pythons pakethanterare – vi kommer att använda det för att installera ML-bibliotek.</a:t>
                      </a:r>
                    </a:p>
                  </a:txBody>
                  <a:tcPr marL="74470" marR="95475" marT="57285" marB="57285"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012681534"/>
                  </a:ext>
                </a:extLst>
              </a:tr>
            </a:tbl>
          </a:graphicData>
        </a:graphic>
      </p:graphicFrame>
    </p:spTree>
    <p:extLst>
      <p:ext uri="{BB962C8B-B14F-4D97-AF65-F5344CB8AC3E}">
        <p14:creationId xmlns:p14="http://schemas.microsoft.com/office/powerpoint/2010/main" val="1661931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F87A2C70-1312-AE2B-3FBB-C754B3D0D040}"/>
              </a:ext>
            </a:extLst>
          </p:cNvPr>
          <p:cNvSpPr>
            <a:spLocks noGrp="1"/>
          </p:cNvSpPr>
          <p:nvPr>
            <p:ph type="title"/>
          </p:nvPr>
        </p:nvSpPr>
        <p:spPr>
          <a:xfrm>
            <a:off x="1371599" y="294538"/>
            <a:ext cx="9895951" cy="1033669"/>
          </a:xfrm>
        </p:spPr>
        <p:txBody>
          <a:bodyPr>
            <a:normAutofit/>
          </a:bodyPr>
          <a:lstStyle/>
          <a:p>
            <a:r>
              <a:rPr lang="sv-SE" sz="4000">
                <a:solidFill>
                  <a:srgbClr val="FFFFFF"/>
                </a:solidFill>
                <a:ea typeface="+mj-lt"/>
                <a:cs typeface="+mj-lt"/>
              </a:rPr>
              <a:t>Installationsfönstret – VIKTIGA STEGET</a:t>
            </a:r>
            <a:endParaRPr lang="sv-SE" sz="4000">
              <a:solidFill>
                <a:srgbClr val="FFFFFF"/>
              </a:solidFill>
            </a:endParaRPr>
          </a:p>
        </p:txBody>
      </p:sp>
      <p:sp>
        <p:nvSpPr>
          <p:cNvPr id="3" name="Platshållare för innehåll 2">
            <a:extLst>
              <a:ext uri="{FF2B5EF4-FFF2-40B4-BE49-F238E27FC236}">
                <a16:creationId xmlns:a16="http://schemas.microsoft.com/office/drawing/2014/main" id="{6AAAD11F-0376-F563-CD98-E850400682C4}"/>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sv-SE" sz="2000">
                <a:latin typeface="Consolas"/>
              </a:rPr>
              <a:t>┌─────────────────────────────────────┐
│ Python 3.12.0 (64-bit) Setup         │
├─────────────────────────────────────┤
│ □ Install launcher for all users     │
│ ☑ Add Python to PATH  &lt;─── KRYSSA I!│
│                                      │
│        [Install Now]                 │
│        [Customize installation]      │
└─────────────────────────────────────┘</a:t>
            </a:r>
            <a:endParaRPr lang="sv-SE" sz="2000"/>
          </a:p>
        </p:txBody>
      </p:sp>
    </p:spTree>
    <p:extLst>
      <p:ext uri="{BB962C8B-B14F-4D97-AF65-F5344CB8AC3E}">
        <p14:creationId xmlns:p14="http://schemas.microsoft.com/office/powerpoint/2010/main" val="2006480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F7FE0D23-2D52-4FB1-2B6B-8C45846D6A3E}"/>
              </a:ext>
            </a:extLst>
          </p:cNvPr>
          <p:cNvSpPr>
            <a:spLocks noGrp="1"/>
          </p:cNvSpPr>
          <p:nvPr>
            <p:ph type="title"/>
          </p:nvPr>
        </p:nvSpPr>
        <p:spPr>
          <a:xfrm>
            <a:off x="1629751" y="934327"/>
            <a:ext cx="8924392" cy="1058275"/>
          </a:xfrm>
        </p:spPr>
        <p:txBody>
          <a:bodyPr>
            <a:normAutofit/>
          </a:bodyPr>
          <a:lstStyle/>
          <a:p>
            <a:pPr algn="ctr"/>
            <a:r>
              <a:rPr lang="sv-SE">
                <a:ea typeface="+mj-lt"/>
                <a:cs typeface="+mj-lt"/>
              </a:rPr>
              <a:t>Testa i PowerShell</a:t>
            </a:r>
            <a:endParaRPr lang="sv-SE"/>
          </a:p>
        </p:txBody>
      </p:sp>
      <p:sp>
        <p:nvSpPr>
          <p:cNvPr id="19" name="Freeform: Shape 18">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tshållare för innehåll 2">
            <a:extLst>
              <a:ext uri="{FF2B5EF4-FFF2-40B4-BE49-F238E27FC236}">
                <a16:creationId xmlns:a16="http://schemas.microsoft.com/office/drawing/2014/main" id="{AFE5C5A9-5C7C-5647-65F6-C5B776E81FAE}"/>
              </a:ext>
            </a:extLst>
          </p:cNvPr>
          <p:cNvSpPr>
            <a:spLocks noGrp="1"/>
          </p:cNvSpPr>
          <p:nvPr>
            <p:ph idx="1"/>
          </p:nvPr>
        </p:nvSpPr>
        <p:spPr>
          <a:xfrm>
            <a:off x="1941207" y="2752316"/>
            <a:ext cx="8309586" cy="2756848"/>
          </a:xfrm>
        </p:spPr>
        <p:txBody>
          <a:bodyPr vert="horz" lIns="91440" tIns="45720" rIns="91440" bIns="45720" rtlCol="0">
            <a:normAutofit/>
          </a:bodyPr>
          <a:lstStyle/>
          <a:p>
            <a:r>
              <a:rPr lang="sv-SE" sz="2000">
                <a:latin typeface="Consolas"/>
              </a:rPr>
              <a:t>PS C:\Users\Arsen&gt; python --version
Python 3.12.0
PS C:\Users\Arsen&gt; pip --version
pip 23.2.1 from C:\Users\Arsen\AppData\Local\Programs\Python\Python312\lib\site-packages\pip</a:t>
            </a:r>
            <a:endParaRPr lang="sv-SE" sz="2000"/>
          </a:p>
        </p:txBody>
      </p:sp>
    </p:spTree>
    <p:extLst>
      <p:ext uri="{BB962C8B-B14F-4D97-AF65-F5344CB8AC3E}">
        <p14:creationId xmlns:p14="http://schemas.microsoft.com/office/powerpoint/2010/main" val="915446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1516115-F00E-B8CD-66FE-70A4C090022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Vad </a:t>
            </a:r>
            <a:r>
              <a:rPr lang="en-US" sz="4000" kern="1200" err="1">
                <a:solidFill>
                  <a:srgbClr val="FFFFFF"/>
                </a:solidFill>
                <a:latin typeface="+mj-lt"/>
                <a:ea typeface="+mj-ea"/>
                <a:cs typeface="+mj-cs"/>
              </a:rPr>
              <a:t>är</a:t>
            </a:r>
            <a:r>
              <a:rPr lang="en-US" sz="4000" kern="1200">
                <a:solidFill>
                  <a:srgbClr val="FFFFFF"/>
                </a:solidFill>
                <a:latin typeface="+mj-lt"/>
                <a:ea typeface="+mj-ea"/>
                <a:cs typeface="+mj-cs"/>
              </a:rPr>
              <a:t> pip?</a:t>
            </a:r>
          </a:p>
        </p:txBody>
      </p:sp>
      <p:graphicFrame>
        <p:nvGraphicFramePr>
          <p:cNvPr id="5" name="Platshållare för innehåll 4">
            <a:extLst>
              <a:ext uri="{FF2B5EF4-FFF2-40B4-BE49-F238E27FC236}">
                <a16:creationId xmlns:a16="http://schemas.microsoft.com/office/drawing/2014/main" id="{382080FC-0488-B1A9-7EB7-845AE5A33A64}"/>
              </a:ext>
            </a:extLst>
          </p:cNvPr>
          <p:cNvGraphicFramePr>
            <a:graphicFrameLocks noGrp="1"/>
          </p:cNvGraphicFramePr>
          <p:nvPr>
            <p:ph idx="1"/>
            <p:extLst>
              <p:ext uri="{D42A27DB-BD31-4B8C-83A1-F6EECF244321}">
                <p14:modId xmlns:p14="http://schemas.microsoft.com/office/powerpoint/2010/main" val="2236755764"/>
              </p:ext>
            </p:extLst>
          </p:nvPr>
        </p:nvGraphicFramePr>
        <p:xfrm>
          <a:off x="674203" y="1966293"/>
          <a:ext cx="10843593" cy="4585519"/>
        </p:xfrm>
        <a:graphic>
          <a:graphicData uri="http://schemas.openxmlformats.org/drawingml/2006/table">
            <a:tbl>
              <a:tblPr firstRow="1" bandRow="1">
                <a:solidFill>
                  <a:srgbClr val="F7F7F7"/>
                </a:solidFill>
                <a:tableStyleId>{5C22544A-7EE6-4342-B048-85BDC9FD1C3A}</a:tableStyleId>
              </a:tblPr>
              <a:tblGrid>
                <a:gridCol w="3138321">
                  <a:extLst>
                    <a:ext uri="{9D8B030D-6E8A-4147-A177-3AD203B41FA5}">
                      <a16:colId xmlns:a16="http://schemas.microsoft.com/office/drawing/2014/main" val="24686266"/>
                    </a:ext>
                  </a:extLst>
                </a:gridCol>
                <a:gridCol w="7705272">
                  <a:extLst>
                    <a:ext uri="{9D8B030D-6E8A-4147-A177-3AD203B41FA5}">
                      <a16:colId xmlns:a16="http://schemas.microsoft.com/office/drawing/2014/main" val="3891377157"/>
                    </a:ext>
                  </a:extLst>
                </a:gridCol>
              </a:tblGrid>
              <a:tr h="773342">
                <a:tc>
                  <a:txBody>
                    <a:bodyPr/>
                    <a:lstStyle/>
                    <a:p>
                      <a:pPr algn="l">
                        <a:lnSpc>
                          <a:spcPct val="100000"/>
                        </a:lnSpc>
                        <a:buNone/>
                      </a:pPr>
                      <a:r>
                        <a:rPr lang="sv-SE" sz="3200" b="1" cap="all" spc="60">
                          <a:solidFill>
                            <a:schemeClr val="tx1"/>
                          </a:solidFill>
                          <a:effectLst/>
                          <a:latin typeface="quote-cjk-patch"/>
                        </a:rPr>
                        <a:t>Begrepp</a:t>
                      </a:r>
                    </a:p>
                  </a:txBody>
                  <a:tcPr marL="199334" marR="199334" marT="199334" marB="199334" anchor="ctr">
                    <a:lnL w="12700" cmpd="sng">
                      <a:noFill/>
                    </a:lnL>
                    <a:lnR w="12700" cmpd="sng">
                      <a:noFill/>
                    </a:lnR>
                    <a:lnT w="12700" cmpd="sng">
                      <a:noFill/>
                    </a:lnT>
                    <a:lnB w="38100" cmpd="sng">
                      <a:noFill/>
                    </a:lnB>
                    <a:noFill/>
                  </a:tcPr>
                </a:tc>
                <a:tc>
                  <a:txBody>
                    <a:bodyPr/>
                    <a:lstStyle/>
                    <a:p>
                      <a:pPr algn="l">
                        <a:lnSpc>
                          <a:spcPct val="100000"/>
                        </a:lnSpc>
                        <a:buNone/>
                      </a:pPr>
                      <a:r>
                        <a:rPr lang="sv-SE" sz="3200" b="1" cap="all" spc="60">
                          <a:solidFill>
                            <a:schemeClr val="tx1"/>
                          </a:solidFill>
                          <a:effectLst/>
                          <a:latin typeface="quote-cjk-patch"/>
                        </a:rPr>
                        <a:t>Förklaring</a:t>
                      </a:r>
                    </a:p>
                  </a:txBody>
                  <a:tcPr marL="199334" marR="199334" marT="199334" marB="199334" anchor="ctr">
                    <a:lnL w="12700" cmpd="sng">
                      <a:noFill/>
                    </a:lnL>
                    <a:lnR w="12700" cmpd="sng">
                      <a:noFill/>
                    </a:lnR>
                    <a:lnT w="12700" cmpd="sng">
                      <a:noFill/>
                    </a:lnT>
                    <a:lnB w="38100" cmpd="sng">
                      <a:noFill/>
                    </a:lnB>
                    <a:noFill/>
                  </a:tcPr>
                </a:tc>
                <a:extLst>
                  <a:ext uri="{0D108BD9-81ED-4DB2-BD59-A6C34878D82A}">
                    <a16:rowId xmlns:a16="http://schemas.microsoft.com/office/drawing/2014/main" val="1973906996"/>
                  </a:ext>
                </a:extLst>
              </a:tr>
              <a:tr h="1025832">
                <a:tc>
                  <a:txBody>
                    <a:bodyPr/>
                    <a:lstStyle/>
                    <a:p>
                      <a:pPr>
                        <a:lnSpc>
                          <a:spcPct val="100000"/>
                        </a:lnSpc>
                        <a:buNone/>
                      </a:pPr>
                      <a:r>
                        <a:rPr lang="sv-SE" sz="2300" b="1" cap="none" spc="0">
                          <a:solidFill>
                            <a:schemeClr val="tx1"/>
                          </a:solidFill>
                          <a:effectLst/>
                          <a:latin typeface="quote-cjk-patch"/>
                        </a:rPr>
                        <a:t>pip</a:t>
                      </a:r>
                      <a:endParaRPr lang="sv-SE" sz="2300" b="0" cap="none" spc="0">
                        <a:solidFill>
                          <a:schemeClr val="tx1"/>
                        </a:solidFill>
                        <a:effectLst/>
                        <a:latin typeface="quote-cjk-patch"/>
                      </a:endParaRPr>
                    </a:p>
                  </a:txBody>
                  <a:tcPr marL="132889" marR="221482" marT="138426" marB="132889"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nSpc>
                          <a:spcPct val="100000"/>
                        </a:lnSpc>
                        <a:buNone/>
                      </a:pPr>
                      <a:r>
                        <a:rPr lang="sv-SE" sz="2300" b="0" cap="none" spc="0">
                          <a:solidFill>
                            <a:schemeClr val="tx1"/>
                          </a:solidFill>
                          <a:effectLst/>
                          <a:latin typeface="quote-cjk-patch"/>
                        </a:rPr>
                        <a:t>Pythons pakethanterare. Tänk på det som en "app store" för Python-bibliotek.</a:t>
                      </a:r>
                    </a:p>
                  </a:txBody>
                  <a:tcPr marL="221482" marR="132889" marT="138426" marB="132889"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2684887781"/>
                  </a:ext>
                </a:extLst>
              </a:tr>
              <a:tr h="1025832">
                <a:tc>
                  <a:txBody>
                    <a:bodyPr/>
                    <a:lstStyle/>
                    <a:p>
                      <a:pPr>
                        <a:lnSpc>
                          <a:spcPct val="100000"/>
                        </a:lnSpc>
                        <a:buNone/>
                      </a:pPr>
                      <a:r>
                        <a:rPr lang="sv-SE" sz="2300" b="1" cap="none" spc="0">
                          <a:solidFill>
                            <a:schemeClr val="tx1"/>
                          </a:solidFill>
                          <a:effectLst/>
                          <a:latin typeface="quote-cjk-patch"/>
                        </a:rPr>
                        <a:t>Bibliotek</a:t>
                      </a:r>
                      <a:endParaRPr lang="sv-SE" sz="2300" b="0" cap="none" spc="0">
                        <a:solidFill>
                          <a:schemeClr val="tx1"/>
                        </a:solidFill>
                        <a:effectLst/>
                        <a:latin typeface="quote-cjk-patch"/>
                      </a:endParaRPr>
                    </a:p>
                  </a:txBody>
                  <a:tcPr marL="132889" marR="221482" marT="138426" marB="132889"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2300" b="0" cap="none" spc="0">
                          <a:solidFill>
                            <a:schemeClr val="tx1"/>
                          </a:solidFill>
                          <a:effectLst/>
                          <a:latin typeface="quote-cjk-patch"/>
                        </a:rPr>
                        <a:t>Färdig kod som andra har skrivit så att vi slipper uppfinna hjulet igen.</a:t>
                      </a:r>
                    </a:p>
                  </a:txBody>
                  <a:tcPr marL="221482" marR="132889" marT="138426" marB="132889"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66645227"/>
                  </a:ext>
                </a:extLst>
              </a:tr>
              <a:tr h="952004">
                <a:tc>
                  <a:txBody>
                    <a:bodyPr/>
                    <a:lstStyle/>
                    <a:p>
                      <a:pPr>
                        <a:lnSpc>
                          <a:spcPct val="100000"/>
                        </a:lnSpc>
                        <a:buNone/>
                      </a:pPr>
                      <a:r>
                        <a:rPr lang="sv-SE" sz="2300" b="1" cap="none" spc="0">
                          <a:solidFill>
                            <a:schemeClr val="tx1"/>
                          </a:solidFill>
                          <a:effectLst/>
                          <a:latin typeface="quote-cjk-patch"/>
                        </a:rPr>
                        <a:t>Exempel</a:t>
                      </a:r>
                      <a:endParaRPr lang="sv-SE" sz="2300" b="0" cap="none" spc="0">
                        <a:solidFill>
                          <a:schemeClr val="tx1"/>
                        </a:solidFill>
                        <a:effectLst/>
                        <a:latin typeface="quote-cjk-patch"/>
                      </a:endParaRPr>
                    </a:p>
                  </a:txBody>
                  <a:tcPr marL="132889" marR="221482" marT="138426" marB="132889"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ct val="100000"/>
                        </a:lnSpc>
                        <a:buNone/>
                      </a:pPr>
                      <a:r>
                        <a:rPr lang="sv-SE" sz="2300" b="0" cap="none" spc="0">
                          <a:solidFill>
                            <a:schemeClr val="tx1"/>
                          </a:solidFill>
                          <a:effectLst/>
                          <a:latin typeface="Menlo"/>
                        </a:rPr>
                        <a:t>pandas</a:t>
                      </a:r>
                      <a:r>
                        <a:rPr lang="sv-SE" sz="2300" b="0" cap="none" spc="0">
                          <a:solidFill>
                            <a:schemeClr val="tx1"/>
                          </a:solidFill>
                          <a:effectLst/>
                          <a:latin typeface="quote-cjk-patch"/>
                        </a:rPr>
                        <a:t> (för datahantering), </a:t>
                      </a:r>
                      <a:r>
                        <a:rPr lang="sv-SE" sz="2300" b="0" cap="none" spc="0">
                          <a:solidFill>
                            <a:schemeClr val="tx1"/>
                          </a:solidFill>
                          <a:effectLst/>
                          <a:latin typeface="Menlo"/>
                        </a:rPr>
                        <a:t>scikit-learn</a:t>
                      </a:r>
                      <a:r>
                        <a:rPr lang="sv-SE" sz="2300" b="0" cap="none" spc="0">
                          <a:solidFill>
                            <a:schemeClr val="tx1"/>
                          </a:solidFill>
                          <a:effectLst/>
                          <a:latin typeface="quote-cjk-patch"/>
                        </a:rPr>
                        <a:t> (för maskininlärning), </a:t>
                      </a:r>
                      <a:r>
                        <a:rPr lang="sv-SE" sz="2300" b="0" cap="none" spc="0">
                          <a:solidFill>
                            <a:schemeClr val="tx1"/>
                          </a:solidFill>
                          <a:effectLst/>
                          <a:latin typeface="Menlo"/>
                        </a:rPr>
                        <a:t>joblib</a:t>
                      </a:r>
                      <a:r>
                        <a:rPr lang="sv-SE" sz="2300" b="0" cap="none" spc="0">
                          <a:solidFill>
                            <a:schemeClr val="tx1"/>
                          </a:solidFill>
                          <a:effectLst/>
                          <a:latin typeface="quote-cjk-patch"/>
                        </a:rPr>
                        <a:t> (för att spara modeller).</a:t>
                      </a:r>
                    </a:p>
                  </a:txBody>
                  <a:tcPr marL="221482" marR="132889" marT="138426" marB="132889"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380577834"/>
                  </a:ext>
                </a:extLst>
              </a:tr>
              <a:tr h="675152">
                <a:tc>
                  <a:txBody>
                    <a:bodyPr/>
                    <a:lstStyle/>
                    <a:p>
                      <a:pPr>
                        <a:lnSpc>
                          <a:spcPct val="100000"/>
                        </a:lnSpc>
                        <a:buNone/>
                      </a:pPr>
                      <a:r>
                        <a:rPr lang="sv-SE" sz="2300" b="1" cap="none" spc="0">
                          <a:solidFill>
                            <a:schemeClr val="tx1"/>
                          </a:solidFill>
                          <a:effectLst/>
                          <a:latin typeface="quote-cjk-patch"/>
                        </a:rPr>
                        <a:t>Kommando</a:t>
                      </a:r>
                      <a:endParaRPr lang="sv-SE" sz="2300" b="0" cap="none" spc="0">
                        <a:solidFill>
                          <a:schemeClr val="tx1"/>
                        </a:solidFill>
                        <a:effectLst/>
                        <a:latin typeface="quote-cjk-patch"/>
                      </a:endParaRPr>
                    </a:p>
                  </a:txBody>
                  <a:tcPr marL="132889" marR="221482" marT="138426" marB="132889"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2300" b="0" cap="none" spc="0">
                          <a:solidFill>
                            <a:schemeClr val="tx1"/>
                          </a:solidFill>
                          <a:effectLst/>
                          <a:latin typeface="Menlo"/>
                        </a:rPr>
                        <a:t>pip install pandas</a:t>
                      </a:r>
                      <a:r>
                        <a:rPr lang="sv-SE" sz="2300" b="0" cap="none" spc="0">
                          <a:solidFill>
                            <a:schemeClr val="tx1"/>
                          </a:solidFill>
                          <a:effectLst/>
                          <a:latin typeface="quote-cjk-patch"/>
                        </a:rPr>
                        <a:t> – laddar ner och installerar pandas.</a:t>
                      </a:r>
                    </a:p>
                  </a:txBody>
                  <a:tcPr marL="221482" marR="132889" marT="138426" marB="132889"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514060509"/>
                  </a:ext>
                </a:extLst>
              </a:tr>
            </a:tbl>
          </a:graphicData>
        </a:graphic>
      </p:graphicFrame>
    </p:spTree>
    <p:extLst>
      <p:ext uri="{BB962C8B-B14F-4D97-AF65-F5344CB8AC3E}">
        <p14:creationId xmlns:p14="http://schemas.microsoft.com/office/powerpoint/2010/main" val="1183948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3F45B596-01A2-71AE-D8F0-7AFA15EBA83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err="1">
                <a:solidFill>
                  <a:srgbClr val="FFFFFF"/>
                </a:solidFill>
                <a:latin typeface="+mj-lt"/>
                <a:ea typeface="+mj-ea"/>
                <a:cs typeface="+mj-cs"/>
              </a:rPr>
              <a:t>Vanliga</a:t>
            </a:r>
            <a:r>
              <a:rPr lang="en-US" sz="4000" kern="1200">
                <a:solidFill>
                  <a:srgbClr val="FFFFFF"/>
                </a:solidFill>
                <a:latin typeface="+mj-lt"/>
                <a:ea typeface="+mj-ea"/>
                <a:cs typeface="+mj-cs"/>
              </a:rPr>
              <a:t> </a:t>
            </a:r>
            <a:r>
              <a:rPr lang="en-US" sz="4000" kern="1200" err="1">
                <a:solidFill>
                  <a:srgbClr val="FFFFFF"/>
                </a:solidFill>
                <a:latin typeface="+mj-lt"/>
                <a:ea typeface="+mj-ea"/>
                <a:cs typeface="+mj-cs"/>
              </a:rPr>
              <a:t>frågor</a:t>
            </a:r>
          </a:p>
        </p:txBody>
      </p:sp>
      <p:graphicFrame>
        <p:nvGraphicFramePr>
          <p:cNvPr id="5" name="Platshållare för innehåll 4">
            <a:extLst>
              <a:ext uri="{FF2B5EF4-FFF2-40B4-BE49-F238E27FC236}">
                <a16:creationId xmlns:a16="http://schemas.microsoft.com/office/drawing/2014/main" id="{DCE40964-1A43-7266-D172-6C1BE33DF372}"/>
              </a:ext>
            </a:extLst>
          </p:cNvPr>
          <p:cNvGraphicFramePr>
            <a:graphicFrameLocks noGrp="1"/>
          </p:cNvGraphicFramePr>
          <p:nvPr>
            <p:ph idx="1"/>
            <p:extLst>
              <p:ext uri="{D42A27DB-BD31-4B8C-83A1-F6EECF244321}">
                <p14:modId xmlns:p14="http://schemas.microsoft.com/office/powerpoint/2010/main" val="1109766793"/>
              </p:ext>
            </p:extLst>
          </p:nvPr>
        </p:nvGraphicFramePr>
        <p:xfrm>
          <a:off x="62459" y="1717622"/>
          <a:ext cx="11994297" cy="4972658"/>
        </p:xfrm>
        <a:graphic>
          <a:graphicData uri="http://schemas.openxmlformats.org/drawingml/2006/table">
            <a:tbl>
              <a:tblPr firstRow="1" bandRow="1">
                <a:noFill/>
                <a:tableStyleId>{5C22544A-7EE6-4342-B048-85BDC9FD1C3A}</a:tableStyleId>
              </a:tblPr>
              <a:tblGrid>
                <a:gridCol w="5403272">
                  <a:extLst>
                    <a:ext uri="{9D8B030D-6E8A-4147-A177-3AD203B41FA5}">
                      <a16:colId xmlns:a16="http://schemas.microsoft.com/office/drawing/2014/main" val="2437948771"/>
                    </a:ext>
                  </a:extLst>
                </a:gridCol>
                <a:gridCol w="6591025">
                  <a:extLst>
                    <a:ext uri="{9D8B030D-6E8A-4147-A177-3AD203B41FA5}">
                      <a16:colId xmlns:a16="http://schemas.microsoft.com/office/drawing/2014/main" val="2450202607"/>
                    </a:ext>
                  </a:extLst>
                </a:gridCol>
              </a:tblGrid>
              <a:tr h="477670">
                <a:tc>
                  <a:txBody>
                    <a:bodyPr/>
                    <a:lstStyle/>
                    <a:p>
                      <a:pPr algn="l">
                        <a:lnSpc>
                          <a:spcPts val="1875"/>
                        </a:lnSpc>
                        <a:buNone/>
                      </a:pPr>
                      <a:r>
                        <a:rPr lang="sv-SE" sz="3200" b="1" cap="none" spc="0">
                          <a:solidFill>
                            <a:schemeClr val="tx1"/>
                          </a:solidFill>
                          <a:effectLst/>
                          <a:latin typeface="quote-cjk-patch"/>
                        </a:rPr>
                        <a:t>Fråga</a:t>
                      </a:r>
                    </a:p>
                  </a:txBody>
                  <a:tcPr marL="98500" marR="164167" marT="68950" marB="68950" anchor="ctr">
                    <a:lnL w="12700" cmpd="sng">
                      <a:noFill/>
                    </a:lnL>
                    <a:lnR w="12700" cmpd="sng">
                      <a:noFill/>
                    </a:lnR>
                    <a:lnT w="28575" cap="flat" cmpd="sng" algn="ctr">
                      <a:solidFill>
                        <a:schemeClr val="tx1"/>
                      </a:solidFill>
                      <a:prstDash val="solid"/>
                    </a:lnT>
                    <a:lnB w="38100" cmpd="sng">
                      <a:noFill/>
                    </a:lnB>
                    <a:noFill/>
                  </a:tcPr>
                </a:tc>
                <a:tc>
                  <a:txBody>
                    <a:bodyPr/>
                    <a:lstStyle/>
                    <a:p>
                      <a:pPr algn="l">
                        <a:lnSpc>
                          <a:spcPts val="1875"/>
                        </a:lnSpc>
                        <a:buNone/>
                      </a:pPr>
                      <a:r>
                        <a:rPr lang="sv-SE" sz="3200" b="1" cap="none" spc="0">
                          <a:solidFill>
                            <a:schemeClr val="tx1"/>
                          </a:solidFill>
                          <a:effectLst/>
                          <a:latin typeface="quote-cjk-patch"/>
                        </a:rPr>
                        <a:t>Svar</a:t>
                      </a:r>
                    </a:p>
                  </a:txBody>
                  <a:tcPr marL="164167" marR="164167" marT="68950" marB="68950" anchor="ctr">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3349334951"/>
                  </a:ext>
                </a:extLst>
              </a:tr>
              <a:tr h="1237037">
                <a:tc>
                  <a:txBody>
                    <a:bodyPr/>
                    <a:lstStyle/>
                    <a:p>
                      <a:pPr>
                        <a:lnSpc>
                          <a:spcPts val="1875"/>
                        </a:lnSpc>
                        <a:buNone/>
                      </a:pPr>
                      <a:r>
                        <a:rPr lang="sv-SE" sz="1800" b="1" cap="none" spc="0">
                          <a:solidFill>
                            <a:schemeClr val="tx1"/>
                          </a:solidFill>
                          <a:effectLst/>
                          <a:latin typeface="quote-cjk-patch"/>
                        </a:rPr>
                        <a:t>Vad är PATH? Varför måste jag kryssa i det?</a:t>
                      </a:r>
                      <a:endParaRPr lang="sv-SE" sz="1800" b="0" cap="none" spc="0">
                        <a:solidFill>
                          <a:schemeClr val="tx1"/>
                        </a:solidFill>
                        <a:effectLst/>
                        <a:latin typeface="quote-cjk-patch"/>
                      </a:endParaRPr>
                    </a:p>
                  </a:txBody>
                  <a:tcPr marL="98500" marR="164167" marT="68950" marB="68950" anchor="ctr">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nSpc>
                          <a:spcPts val="1650"/>
                        </a:lnSpc>
                        <a:buNone/>
                      </a:pPr>
                      <a:r>
                        <a:rPr lang="sv-SE" sz="1800" b="0" cap="none" spc="0">
                          <a:solidFill>
                            <a:schemeClr val="tx1"/>
                          </a:solidFill>
                          <a:effectLst/>
                          <a:latin typeface="quote-cjk-patch"/>
                        </a:rPr>
                        <a:t>PATH är en lista över mappar där Windows letar efter program. Om du inte lägger till Python i PATH vet inte datorn var Python finns när du skriver </a:t>
                      </a:r>
                      <a:r>
                        <a:rPr lang="sv-SE" sz="1800" b="0" cap="none" spc="0">
                          <a:solidFill>
                            <a:schemeClr val="tx1"/>
                          </a:solidFill>
                          <a:effectLst/>
                          <a:latin typeface="Menlo"/>
                        </a:rPr>
                        <a:t>python</a:t>
                      </a:r>
                      <a:r>
                        <a:rPr lang="sv-SE" sz="1800" b="0" cap="none" spc="0">
                          <a:solidFill>
                            <a:schemeClr val="tx1"/>
                          </a:solidFill>
                          <a:effectLst/>
                          <a:latin typeface="quote-cjk-patch"/>
                        </a:rPr>
                        <a:t> i terminalen. </a:t>
                      </a:r>
                      <a:r>
                        <a:rPr lang="sv-SE" sz="1800" b="1" cap="none" spc="0">
                          <a:solidFill>
                            <a:schemeClr val="tx1"/>
                          </a:solidFill>
                          <a:effectLst/>
                          <a:latin typeface="quote-cjk-patch"/>
                        </a:rPr>
                        <a:t>Detta är den vanligaste orsaken till problem för nybörjare!</a:t>
                      </a:r>
                      <a:endParaRPr lang="sv-SE" sz="1800" b="0" cap="none" spc="0">
                        <a:solidFill>
                          <a:schemeClr val="tx1"/>
                        </a:solidFill>
                        <a:effectLst/>
                        <a:latin typeface="quote-cjk-patch"/>
                      </a:endParaRPr>
                    </a:p>
                  </a:txBody>
                  <a:tcPr marL="164167" marR="98500" marT="68950" marB="68950" anchor="ctr">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2937430640"/>
                  </a:ext>
                </a:extLst>
              </a:tr>
              <a:tr h="771620">
                <a:tc>
                  <a:txBody>
                    <a:bodyPr/>
                    <a:lstStyle/>
                    <a:p>
                      <a:pPr>
                        <a:lnSpc>
                          <a:spcPts val="1875"/>
                        </a:lnSpc>
                        <a:buNone/>
                      </a:pPr>
                      <a:r>
                        <a:rPr lang="sv-SE" sz="1600" b="1" cap="none" spc="0">
                          <a:solidFill>
                            <a:schemeClr val="tx1"/>
                          </a:solidFill>
                          <a:effectLst/>
                          <a:latin typeface="quote-cjk-patch"/>
                        </a:rPr>
                        <a:t>Jag glömde kryssa i "Add Python to PATH" – vad gör jag?</a:t>
                      </a:r>
                      <a:endParaRPr lang="sv-SE" sz="1600" b="0" cap="none" spc="0">
                        <a:solidFill>
                          <a:schemeClr val="tx1"/>
                        </a:solidFill>
                        <a:effectLst/>
                        <a:latin typeface="quote-cjk-patch"/>
                      </a:endParaRPr>
                    </a:p>
                  </a:txBody>
                  <a:tcPr marL="98500" marR="164167" marT="68950" marB="6895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600" b="0" cap="none" spc="0">
                          <a:solidFill>
                            <a:schemeClr val="tx1"/>
                          </a:solidFill>
                          <a:effectLst/>
                          <a:latin typeface="quote-cjk-patch"/>
                        </a:rPr>
                        <a:t>Avinstallera Python och installera om. Det är enklast. Eller lägg till sökvägen manuellt (krångligt för nybörjare).</a:t>
                      </a:r>
                    </a:p>
                  </a:txBody>
                  <a:tcPr marL="164167" marR="98500" marT="68950" marB="6895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702031931"/>
                  </a:ext>
                </a:extLst>
              </a:tr>
              <a:tr h="771620">
                <a:tc>
                  <a:txBody>
                    <a:bodyPr/>
                    <a:lstStyle/>
                    <a:p>
                      <a:pPr>
                        <a:lnSpc>
                          <a:spcPts val="1875"/>
                        </a:lnSpc>
                        <a:buNone/>
                      </a:pPr>
                      <a:r>
                        <a:rPr lang="sv-SE" sz="1800" b="1" cap="none" spc="0">
                          <a:solidFill>
                            <a:schemeClr val="tx1"/>
                          </a:solidFill>
                          <a:effectLst/>
                          <a:latin typeface="quote-cjk-patch"/>
                        </a:rPr>
                        <a:t>Vad är skillnaden på Python och pip?</a:t>
                      </a:r>
                      <a:endParaRPr lang="sv-SE" sz="1800" b="0" cap="none" spc="0">
                        <a:solidFill>
                          <a:schemeClr val="tx1"/>
                        </a:solidFill>
                        <a:effectLst/>
                        <a:latin typeface="quote-cjk-patch"/>
                      </a:endParaRPr>
                    </a:p>
                  </a:txBody>
                  <a:tcPr marL="98500" marR="164167" marT="68950" marB="68950"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Python är själva språket. pip är ett verktyg som följer med Python och används för att installera tilläggsbibliotek.</a:t>
                      </a:r>
                    </a:p>
                  </a:txBody>
                  <a:tcPr marL="164167" marR="98500" marT="68950" marB="68950"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483012951"/>
                  </a:ext>
                </a:extLst>
              </a:tr>
              <a:tr h="771620">
                <a:tc>
                  <a:txBody>
                    <a:bodyPr/>
                    <a:lstStyle/>
                    <a:p>
                      <a:pPr>
                        <a:lnSpc>
                          <a:spcPts val="1875"/>
                        </a:lnSpc>
                        <a:buNone/>
                      </a:pPr>
                      <a:r>
                        <a:rPr lang="sv-SE" sz="1600" b="1" cap="none" spc="0">
                          <a:solidFill>
                            <a:schemeClr val="tx1"/>
                          </a:solidFill>
                          <a:effectLst/>
                          <a:latin typeface="quote-cjk-patch"/>
                        </a:rPr>
                        <a:t>Jag får "python är inte känt som ett kommando" – varför?</a:t>
                      </a:r>
                      <a:endParaRPr lang="sv-SE" sz="1600" b="0" cap="none" spc="0">
                        <a:solidFill>
                          <a:schemeClr val="tx1"/>
                        </a:solidFill>
                        <a:effectLst/>
                        <a:latin typeface="quote-cjk-patch"/>
                      </a:endParaRPr>
                    </a:p>
                  </a:txBody>
                  <a:tcPr marL="98500" marR="164167" marT="68950" marB="6895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600" b="0" cap="none" spc="0">
                          <a:solidFill>
                            <a:schemeClr val="tx1"/>
                          </a:solidFill>
                          <a:effectLst/>
                          <a:latin typeface="quote-cjk-patch"/>
                        </a:rPr>
                        <a:t>Du glömde kryssa i "Add Python to PATH" vid installationen. Installera om och kryssa i rutan!</a:t>
                      </a:r>
                    </a:p>
                  </a:txBody>
                  <a:tcPr marL="164167" marR="98500" marT="68950" marB="6895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40609473"/>
                  </a:ext>
                </a:extLst>
              </a:tr>
              <a:tr h="477670">
                <a:tc>
                  <a:txBody>
                    <a:bodyPr/>
                    <a:lstStyle/>
                    <a:p>
                      <a:pPr>
                        <a:lnSpc>
                          <a:spcPts val="1875"/>
                        </a:lnSpc>
                        <a:buNone/>
                      </a:pPr>
                      <a:r>
                        <a:rPr lang="sv-SE" sz="1800" b="1" cap="none" spc="0">
                          <a:solidFill>
                            <a:schemeClr val="tx1"/>
                          </a:solidFill>
                          <a:effectLst/>
                          <a:latin typeface="quote-cjk-patch"/>
                        </a:rPr>
                        <a:t>Vilken Python-version ska jag välja?</a:t>
                      </a:r>
                      <a:endParaRPr lang="sv-SE" sz="1800" b="0" cap="none" spc="0">
                        <a:solidFill>
                          <a:schemeClr val="tx1"/>
                        </a:solidFill>
                        <a:effectLst/>
                        <a:latin typeface="quote-cjk-patch"/>
                      </a:endParaRPr>
                    </a:p>
                  </a:txBody>
                  <a:tcPr marL="98500" marR="164167" marT="68950" marB="68950"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Den senaste stabila (3.12 eller 3.13). Välj alltid 64-bitarsversionen.</a:t>
                      </a:r>
                    </a:p>
                  </a:txBody>
                  <a:tcPr marL="164167" marR="98500" marT="68950" marB="68950"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735989500"/>
                  </a:ext>
                </a:extLst>
              </a:tr>
              <a:tr h="465421">
                <a:tc>
                  <a:txBody>
                    <a:bodyPr/>
                    <a:lstStyle/>
                    <a:p>
                      <a:pPr>
                        <a:lnSpc>
                          <a:spcPts val="1875"/>
                        </a:lnSpc>
                        <a:buNone/>
                      </a:pPr>
                      <a:r>
                        <a:rPr lang="sv-SE" sz="1600" b="1" cap="none" spc="0">
                          <a:solidFill>
                            <a:schemeClr val="tx1"/>
                          </a:solidFill>
                          <a:effectLst/>
                          <a:latin typeface="quote-cjk-patch"/>
                        </a:rPr>
                        <a:t>Kan jag ha flera Python-versioner installerade?</a:t>
                      </a:r>
                      <a:endParaRPr lang="sv-SE" sz="1600" b="0" cap="none" spc="0">
                        <a:solidFill>
                          <a:schemeClr val="tx1"/>
                        </a:solidFill>
                        <a:effectLst/>
                        <a:latin typeface="quote-cjk-patch"/>
                      </a:endParaRPr>
                    </a:p>
                  </a:txBody>
                  <a:tcPr marL="98500" marR="164167" marT="68950" marB="6895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600" b="0" cap="none" spc="0">
                          <a:solidFill>
                            <a:schemeClr val="tx1"/>
                          </a:solidFill>
                          <a:effectLst/>
                          <a:latin typeface="quote-cjk-patch"/>
                        </a:rPr>
                        <a:t>Ja, men det kan bli krångligt för nybörjare. Börja med en version.</a:t>
                      </a:r>
                    </a:p>
                  </a:txBody>
                  <a:tcPr marL="164167" marR="98500" marT="68950" marB="6895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248956220"/>
                  </a:ext>
                </a:extLst>
              </a:tr>
            </a:tbl>
          </a:graphicData>
        </a:graphic>
      </p:graphicFrame>
    </p:spTree>
    <p:extLst>
      <p:ext uri="{BB962C8B-B14F-4D97-AF65-F5344CB8AC3E}">
        <p14:creationId xmlns:p14="http://schemas.microsoft.com/office/powerpoint/2010/main" val="886801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C792304F-8FBB-1AAD-7902-456C8092BA93}"/>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err="1">
                <a:solidFill>
                  <a:srgbClr val="FFFFFF"/>
                </a:solidFill>
                <a:latin typeface="+mj-lt"/>
                <a:ea typeface="+mj-ea"/>
                <a:cs typeface="+mj-cs"/>
              </a:rPr>
              <a:t>Felsökning</a:t>
            </a:r>
            <a:r>
              <a:rPr lang="en-US" sz="4000" kern="1200">
                <a:solidFill>
                  <a:srgbClr val="FFFFFF"/>
                </a:solidFill>
                <a:latin typeface="+mj-lt"/>
                <a:ea typeface="+mj-ea"/>
                <a:cs typeface="+mj-cs"/>
              </a:rPr>
              <a:t> </a:t>
            </a:r>
          </a:p>
        </p:txBody>
      </p:sp>
      <p:graphicFrame>
        <p:nvGraphicFramePr>
          <p:cNvPr id="5" name="Platshållare för innehåll 4">
            <a:extLst>
              <a:ext uri="{FF2B5EF4-FFF2-40B4-BE49-F238E27FC236}">
                <a16:creationId xmlns:a16="http://schemas.microsoft.com/office/drawing/2014/main" id="{7FF48516-1503-ED99-C62D-404135C9DB9A}"/>
              </a:ext>
            </a:extLst>
          </p:cNvPr>
          <p:cNvGraphicFramePr>
            <a:graphicFrameLocks noGrp="1"/>
          </p:cNvGraphicFramePr>
          <p:nvPr>
            <p:ph idx="1"/>
            <p:extLst>
              <p:ext uri="{D42A27DB-BD31-4B8C-83A1-F6EECF244321}">
                <p14:modId xmlns:p14="http://schemas.microsoft.com/office/powerpoint/2010/main" val="2874364195"/>
              </p:ext>
            </p:extLst>
          </p:nvPr>
        </p:nvGraphicFramePr>
        <p:xfrm>
          <a:off x="-6245" y="1592704"/>
          <a:ext cx="12167471" cy="5251213"/>
        </p:xfrm>
        <a:graphic>
          <a:graphicData uri="http://schemas.openxmlformats.org/drawingml/2006/table">
            <a:tbl>
              <a:tblPr firstRow="1" bandRow="1">
                <a:solidFill>
                  <a:schemeClr val="bg1"/>
                </a:solidFill>
                <a:tableStyleId>{5C22544A-7EE6-4342-B048-85BDC9FD1C3A}</a:tableStyleId>
              </a:tblPr>
              <a:tblGrid>
                <a:gridCol w="2561965">
                  <a:extLst>
                    <a:ext uri="{9D8B030D-6E8A-4147-A177-3AD203B41FA5}">
                      <a16:colId xmlns:a16="http://schemas.microsoft.com/office/drawing/2014/main" val="3386484137"/>
                    </a:ext>
                  </a:extLst>
                </a:gridCol>
                <a:gridCol w="3776797">
                  <a:extLst>
                    <a:ext uri="{9D8B030D-6E8A-4147-A177-3AD203B41FA5}">
                      <a16:colId xmlns:a16="http://schemas.microsoft.com/office/drawing/2014/main" val="2466267753"/>
                    </a:ext>
                  </a:extLst>
                </a:gridCol>
                <a:gridCol w="5828709">
                  <a:extLst>
                    <a:ext uri="{9D8B030D-6E8A-4147-A177-3AD203B41FA5}">
                      <a16:colId xmlns:a16="http://schemas.microsoft.com/office/drawing/2014/main" val="2969819592"/>
                    </a:ext>
                  </a:extLst>
                </a:gridCol>
              </a:tblGrid>
              <a:tr h="620797">
                <a:tc>
                  <a:txBody>
                    <a:bodyPr/>
                    <a:lstStyle/>
                    <a:p>
                      <a:pPr algn="l">
                        <a:lnSpc>
                          <a:spcPts val="1875"/>
                        </a:lnSpc>
                        <a:buNone/>
                      </a:pPr>
                      <a:r>
                        <a:rPr lang="sv-SE" sz="2800" b="1" cap="none" spc="0">
                          <a:solidFill>
                            <a:schemeClr val="bg1"/>
                          </a:solidFill>
                          <a:effectLst/>
                          <a:latin typeface="quote-cjk-patch"/>
                        </a:rPr>
                        <a:t>Problem</a:t>
                      </a:r>
                    </a:p>
                  </a:txBody>
                  <a:tcPr marL="153701" marR="197053" marT="118232" marB="118232"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800" b="1" cap="none" spc="0">
                          <a:solidFill>
                            <a:schemeClr val="bg1"/>
                          </a:solidFill>
                          <a:effectLst/>
                          <a:latin typeface="quote-cjk-patch"/>
                        </a:rPr>
                        <a:t>Felmeddelande</a:t>
                      </a:r>
                    </a:p>
                  </a:txBody>
                  <a:tcPr marL="153701" marR="197053" marT="118232" marB="118232"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800" b="1" cap="none" spc="0">
                          <a:solidFill>
                            <a:schemeClr val="bg1"/>
                          </a:solidFill>
                          <a:effectLst/>
                          <a:latin typeface="quote-cjk-patch"/>
                        </a:rPr>
                        <a:t>Lösning</a:t>
                      </a:r>
                    </a:p>
                  </a:txBody>
                  <a:tcPr marL="153701" marR="197053" marT="118232" marB="118232"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961291875"/>
                  </a:ext>
                </a:extLst>
              </a:tr>
              <a:tr h="1358453">
                <a:tc>
                  <a:txBody>
                    <a:bodyPr/>
                    <a:lstStyle/>
                    <a:p>
                      <a:pPr>
                        <a:lnSpc>
                          <a:spcPct val="100000"/>
                        </a:lnSpc>
                        <a:buNone/>
                      </a:pPr>
                      <a:r>
                        <a:rPr lang="sv-SE" sz="2400" b="1" cap="none" spc="0">
                          <a:solidFill>
                            <a:schemeClr val="tx1"/>
                          </a:solidFill>
                          <a:effectLst/>
                          <a:latin typeface="quote-cjk-patch"/>
                        </a:rPr>
                        <a:t>Python hittas inte</a:t>
                      </a:r>
                      <a:endParaRPr lang="sv-SE" sz="2400" b="0" cap="none" spc="0">
                        <a:solidFill>
                          <a:schemeClr val="tx1"/>
                        </a:solidFill>
                        <a:effectLst/>
                        <a:latin typeface="quote-cjk-patch"/>
                      </a:endParaRPr>
                    </a:p>
                  </a:txBody>
                  <a:tcPr marL="153701" marR="197053" marT="118232" marB="118232"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ct val="100000"/>
                        </a:lnSpc>
                        <a:buNone/>
                      </a:pPr>
                      <a:r>
                        <a:rPr lang="sv-SE" sz="2400" b="0" cap="none" spc="0">
                          <a:solidFill>
                            <a:schemeClr val="tx1"/>
                          </a:solidFill>
                          <a:effectLst/>
                          <a:latin typeface="quote-cjk-patch"/>
                        </a:rPr>
                        <a:t>"python is not recognized as an internal or external command"</a:t>
                      </a:r>
                    </a:p>
                  </a:txBody>
                  <a:tcPr marL="153701" marR="197053" marT="118232" marB="11823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ct val="100000"/>
                        </a:lnSpc>
                        <a:buNone/>
                      </a:pPr>
                      <a:r>
                        <a:rPr lang="sv-SE" sz="2400" b="0" cap="none" spc="0">
                          <a:solidFill>
                            <a:schemeClr val="tx1"/>
                          </a:solidFill>
                          <a:effectLst/>
                          <a:latin typeface="quote-cjk-patch"/>
                        </a:rPr>
                        <a:t>Du glömde kryssa i "Add Python to PATH". Installera om!</a:t>
                      </a:r>
                    </a:p>
                  </a:txBody>
                  <a:tcPr marL="153701" marR="118232" marT="118232" marB="118232"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3284641439"/>
                  </a:ext>
                </a:extLst>
              </a:tr>
              <a:tr h="985971">
                <a:tc>
                  <a:txBody>
                    <a:bodyPr/>
                    <a:lstStyle/>
                    <a:p>
                      <a:pPr>
                        <a:lnSpc>
                          <a:spcPct val="100000"/>
                        </a:lnSpc>
                        <a:buNone/>
                      </a:pPr>
                      <a:r>
                        <a:rPr lang="sv-SE" sz="2400" b="1" cap="none" spc="0">
                          <a:solidFill>
                            <a:schemeClr val="tx1"/>
                          </a:solidFill>
                          <a:effectLst/>
                          <a:latin typeface="quote-cjk-patch"/>
                        </a:rPr>
                        <a:t>Pip hittas inte</a:t>
                      </a:r>
                      <a:endParaRPr lang="sv-SE" sz="2400" b="0" cap="none" spc="0">
                        <a:solidFill>
                          <a:schemeClr val="tx1"/>
                        </a:solidFill>
                        <a:effectLst/>
                        <a:latin typeface="quote-cjk-patch"/>
                      </a:endParaRPr>
                    </a:p>
                  </a:txBody>
                  <a:tcPr marL="153701" marR="197053" marT="118232" marB="11823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2400" b="0" cap="none" spc="0">
                          <a:solidFill>
                            <a:schemeClr val="tx1"/>
                          </a:solidFill>
                          <a:effectLst/>
                          <a:latin typeface="quote-cjk-patch"/>
                        </a:rPr>
                        <a:t>"pip is not recognized..."</a:t>
                      </a:r>
                    </a:p>
                  </a:txBody>
                  <a:tcPr marL="153701" marR="197053" marT="118232" marB="11823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2400" b="0" cap="none" spc="0">
                          <a:solidFill>
                            <a:schemeClr val="tx1"/>
                          </a:solidFill>
                          <a:effectLst/>
                          <a:latin typeface="quote-cjk-patch"/>
                        </a:rPr>
                        <a:t>Installera om Python med "Add Python to PATH" ikryssad.</a:t>
                      </a:r>
                    </a:p>
                  </a:txBody>
                  <a:tcPr marL="153701" marR="118232" marT="118232" marB="118232"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38874056"/>
                  </a:ext>
                </a:extLst>
              </a:tr>
              <a:tr h="1300021">
                <a:tc>
                  <a:txBody>
                    <a:bodyPr/>
                    <a:lstStyle/>
                    <a:p>
                      <a:pPr>
                        <a:lnSpc>
                          <a:spcPct val="100000"/>
                        </a:lnSpc>
                        <a:buNone/>
                      </a:pPr>
                      <a:r>
                        <a:rPr lang="sv-SE" sz="2400" b="1" cap="none" spc="0">
                          <a:solidFill>
                            <a:schemeClr val="tx1"/>
                          </a:solidFill>
                          <a:effectLst/>
                          <a:latin typeface="quote-cjk-patch"/>
                        </a:rPr>
                        <a:t>Fel version installerad</a:t>
                      </a:r>
                      <a:endParaRPr lang="sv-SE" sz="2400" b="0" cap="none" spc="0">
                        <a:solidFill>
                          <a:schemeClr val="tx1"/>
                        </a:solidFill>
                        <a:effectLst/>
                        <a:latin typeface="quote-cjk-patch"/>
                      </a:endParaRPr>
                    </a:p>
                  </a:txBody>
                  <a:tcPr marL="153701" marR="197053" marT="118232" marB="118232"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2400" b="0" cap="none" spc="0">
                          <a:solidFill>
                            <a:schemeClr val="tx1"/>
                          </a:solidFill>
                          <a:effectLst/>
                          <a:latin typeface="quote-cjk-patch"/>
                        </a:rPr>
                        <a:t>Python 2.x visas</a:t>
                      </a:r>
                    </a:p>
                  </a:txBody>
                  <a:tcPr marL="153701" marR="197053" marT="118232" marB="11823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2400" b="0" cap="none" spc="0">
                          <a:solidFill>
                            <a:schemeClr val="tx1"/>
                          </a:solidFill>
                          <a:effectLst/>
                          <a:latin typeface="quote-cjk-patch"/>
                        </a:rPr>
                        <a:t>Du kan ha en gammal version installerad. Installera Python 3.x från </a:t>
                      </a:r>
                      <a:r>
                        <a:rPr lang="sv-SE" sz="2400" b="0" u="none" strike="noStrike" cap="none" spc="0">
                          <a:solidFill>
                            <a:schemeClr val="tx1"/>
                          </a:solidFill>
                          <a:effectLst/>
                          <a:latin typeface="quote-cjk-patch"/>
                          <a:hlinkClick r:id="rId2">
                            <a:extLst>
                              <a:ext uri="{A12FA001-AC4F-418D-AE19-62706E023703}">
                                <ahyp:hlinkClr xmlns:ahyp="http://schemas.microsoft.com/office/drawing/2018/hyperlinkcolor" val="tx"/>
                              </a:ext>
                            </a:extLst>
                          </a:hlinkClick>
                        </a:rPr>
                        <a:t>python.org</a:t>
                      </a:r>
                      <a:r>
                        <a:rPr lang="sv-SE" sz="2400" b="0" cap="none" spc="0">
                          <a:solidFill>
                            <a:schemeClr val="tx1"/>
                          </a:solidFill>
                          <a:effectLst/>
                          <a:latin typeface="quote-cjk-patch"/>
                        </a:rPr>
                        <a:t>.</a:t>
                      </a:r>
                    </a:p>
                  </a:txBody>
                  <a:tcPr marL="153701" marR="118232" marT="118232" marB="118232"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357316277"/>
                  </a:ext>
                </a:extLst>
              </a:tr>
              <a:tr h="985971">
                <a:tc>
                  <a:txBody>
                    <a:bodyPr/>
                    <a:lstStyle/>
                    <a:p>
                      <a:pPr>
                        <a:lnSpc>
                          <a:spcPct val="100000"/>
                        </a:lnSpc>
                        <a:buNone/>
                      </a:pPr>
                      <a:r>
                        <a:rPr lang="sv-SE" sz="2400" b="1" cap="none" spc="0">
                          <a:solidFill>
                            <a:schemeClr val="tx1"/>
                          </a:solidFill>
                          <a:effectLst/>
                          <a:latin typeface="quote-cjk-patch"/>
                        </a:rPr>
                        <a:t>Installationen fastnar</a:t>
                      </a:r>
                      <a:endParaRPr lang="sv-SE" sz="2400" b="0" cap="none" spc="0">
                        <a:solidFill>
                          <a:schemeClr val="tx1"/>
                        </a:solidFill>
                        <a:effectLst/>
                        <a:latin typeface="quote-cjk-patch"/>
                      </a:endParaRPr>
                    </a:p>
                  </a:txBody>
                  <a:tcPr marL="153701" marR="197053" marT="118232" marB="11823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2400" b="0" cap="none" spc="0">
                          <a:solidFill>
                            <a:schemeClr val="tx1"/>
                          </a:solidFill>
                          <a:effectLst/>
                          <a:latin typeface="quote-cjk-patch"/>
                        </a:rPr>
                        <a:t>-</a:t>
                      </a:r>
                    </a:p>
                  </a:txBody>
                  <a:tcPr marL="153701" marR="197053" marT="118232" marB="11823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2400" b="0" cap="none" spc="0">
                          <a:solidFill>
                            <a:schemeClr val="tx1"/>
                          </a:solidFill>
                          <a:effectLst/>
                          <a:latin typeface="quote-cjk-patch"/>
                        </a:rPr>
                        <a:t>Starta om datorn och försök igen. Stäng av brandväggen temporärt.</a:t>
                      </a:r>
                    </a:p>
                  </a:txBody>
                  <a:tcPr marL="153701" marR="118232" marT="118232" marB="118232"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243003337"/>
                  </a:ext>
                </a:extLst>
              </a:tr>
            </a:tbl>
          </a:graphicData>
        </a:graphic>
      </p:graphicFrame>
    </p:spTree>
    <p:extLst>
      <p:ext uri="{BB962C8B-B14F-4D97-AF65-F5344CB8AC3E}">
        <p14:creationId xmlns:p14="http://schemas.microsoft.com/office/powerpoint/2010/main" val="287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1D466BC5-B18F-4E0F-1E03-29BE81C538FC}"/>
              </a:ext>
            </a:extLst>
          </p:cNvPr>
          <p:cNvSpPr>
            <a:spLocks noGrp="1"/>
          </p:cNvSpPr>
          <p:nvPr>
            <p:ph type="title"/>
          </p:nvPr>
        </p:nvSpPr>
        <p:spPr>
          <a:xfrm>
            <a:off x="1371597" y="348865"/>
            <a:ext cx="10044023" cy="877729"/>
          </a:xfrm>
        </p:spPr>
        <p:txBody>
          <a:bodyPr anchor="ctr">
            <a:normAutofit/>
          </a:bodyPr>
          <a:lstStyle/>
          <a:p>
            <a:r>
              <a:rPr lang="sv-SE" sz="2800">
                <a:solidFill>
                  <a:srgbClr val="FFFFFF"/>
                </a:solidFill>
                <a:ea typeface="+mj-lt"/>
                <a:cs typeface="+mj-lt"/>
              </a:rPr>
              <a:t>Steg 5: Installera VS Code (Visual Studio Code). VS Code är vår arbetsyta och textredigerare. </a:t>
            </a:r>
            <a:endParaRPr lang="sv-SE" sz="2800">
              <a:solidFill>
                <a:srgbClr val="FFFFFF"/>
              </a:solidFill>
            </a:endParaRPr>
          </a:p>
        </p:txBody>
      </p:sp>
      <p:graphicFrame>
        <p:nvGraphicFramePr>
          <p:cNvPr id="12" name="Platshållare för innehåll 2">
            <a:extLst>
              <a:ext uri="{FF2B5EF4-FFF2-40B4-BE49-F238E27FC236}">
                <a16:creationId xmlns:a16="http://schemas.microsoft.com/office/drawing/2014/main" id="{82025763-57B3-72D8-D7DB-2B1421532291}"/>
              </a:ext>
            </a:extLst>
          </p:cNvPr>
          <p:cNvGraphicFramePr>
            <a:graphicFrameLocks noGrp="1"/>
          </p:cNvGraphicFramePr>
          <p:nvPr>
            <p:ph idx="1"/>
            <p:extLst>
              <p:ext uri="{D42A27DB-BD31-4B8C-83A1-F6EECF244321}">
                <p14:modId xmlns:p14="http://schemas.microsoft.com/office/powerpoint/2010/main" val="259976603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3495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Rubrik 1">
            <a:extLst>
              <a:ext uri="{FF2B5EF4-FFF2-40B4-BE49-F238E27FC236}">
                <a16:creationId xmlns:a16="http://schemas.microsoft.com/office/drawing/2014/main" id="{B8D72A7B-81EC-69E7-89DA-2DBC4EF5F53E}"/>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kern="1200">
                <a:solidFill>
                  <a:srgbClr val="FFFFFF"/>
                </a:solidFill>
                <a:latin typeface="+mj-lt"/>
                <a:ea typeface="+mj-ea"/>
                <a:cs typeface="+mj-cs"/>
              </a:rPr>
              <a:t>VS Code-installation</a:t>
            </a:r>
          </a:p>
        </p:txBody>
      </p:sp>
      <p:sp>
        <p:nvSpPr>
          <p:cNvPr id="2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26"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28"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30" name="Straight Connector 29">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34"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36"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625892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C4B1A803-4A03-63E9-8EFD-8EED67BBD700}"/>
              </a:ext>
            </a:extLst>
          </p:cNvPr>
          <p:cNvGraphicFramePr>
            <a:graphicFrameLocks noGrp="1"/>
          </p:cNvGraphicFramePr>
          <p:nvPr>
            <p:ph idx="1"/>
            <p:extLst>
              <p:ext uri="{D42A27DB-BD31-4B8C-83A1-F6EECF244321}">
                <p14:modId xmlns:p14="http://schemas.microsoft.com/office/powerpoint/2010/main" val="3594183711"/>
              </p:ext>
            </p:extLst>
          </p:nvPr>
        </p:nvGraphicFramePr>
        <p:xfrm>
          <a:off x="25830" y="710339"/>
          <a:ext cx="12135073" cy="6065593"/>
        </p:xfrm>
        <a:graphic>
          <a:graphicData uri="http://schemas.openxmlformats.org/drawingml/2006/table">
            <a:tbl>
              <a:tblPr firstRow="1" bandRow="1">
                <a:solidFill>
                  <a:schemeClr val="bg1"/>
                </a:solidFill>
                <a:tableStyleId>{5C22544A-7EE6-4342-B048-85BDC9FD1C3A}</a:tableStyleId>
              </a:tblPr>
              <a:tblGrid>
                <a:gridCol w="555355">
                  <a:extLst>
                    <a:ext uri="{9D8B030D-6E8A-4147-A177-3AD203B41FA5}">
                      <a16:colId xmlns:a16="http://schemas.microsoft.com/office/drawing/2014/main" val="3657294024"/>
                    </a:ext>
                  </a:extLst>
                </a:gridCol>
                <a:gridCol w="1782305">
                  <a:extLst>
                    <a:ext uri="{9D8B030D-6E8A-4147-A177-3AD203B41FA5}">
                      <a16:colId xmlns:a16="http://schemas.microsoft.com/office/drawing/2014/main" val="3514454590"/>
                    </a:ext>
                  </a:extLst>
                </a:gridCol>
                <a:gridCol w="9797413">
                  <a:extLst>
                    <a:ext uri="{9D8B030D-6E8A-4147-A177-3AD203B41FA5}">
                      <a16:colId xmlns:a16="http://schemas.microsoft.com/office/drawing/2014/main" val="3462425584"/>
                    </a:ext>
                  </a:extLst>
                </a:gridCol>
              </a:tblGrid>
              <a:tr h="239300">
                <a:tc>
                  <a:txBody>
                    <a:bodyPr/>
                    <a:lstStyle/>
                    <a:p>
                      <a:pPr algn="l">
                        <a:lnSpc>
                          <a:spcPts val="1875"/>
                        </a:lnSpc>
                        <a:buNone/>
                      </a:pPr>
                      <a:r>
                        <a:rPr lang="sv-SE" sz="2000" b="0" cap="none" spc="0">
                          <a:solidFill>
                            <a:schemeClr val="bg1"/>
                          </a:solidFill>
                          <a:effectLst/>
                          <a:latin typeface="quote-cjk-patch"/>
                        </a:rPr>
                        <a:t>Steg</a:t>
                      </a:r>
                    </a:p>
                  </a:txBody>
                  <a:tcPr marL="97422" marR="0" marT="74940" marB="74940"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000" b="0" cap="none" spc="0">
                          <a:solidFill>
                            <a:schemeClr val="bg1"/>
                          </a:solidFill>
                          <a:effectLst/>
                          <a:latin typeface="quote-cjk-patch"/>
                        </a:rPr>
                        <a:t>Vad ska du göra?</a:t>
                      </a:r>
                    </a:p>
                  </a:txBody>
                  <a:tcPr marL="97422" marR="0" marT="74940" marB="74940"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000" b="0" cap="none" spc="0">
                          <a:solidFill>
                            <a:schemeClr val="bg1"/>
                          </a:solidFill>
                          <a:effectLst/>
                          <a:latin typeface="quote-cjk-patch"/>
                        </a:rPr>
                        <a:t>Instruktioner (anpassat för nybörjare)</a:t>
                      </a:r>
                    </a:p>
                  </a:txBody>
                  <a:tcPr marL="97422" marR="0" marT="74940" marB="74940"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622874145"/>
                  </a:ext>
                </a:extLst>
              </a:tr>
              <a:tr h="390857">
                <a:tc>
                  <a:txBody>
                    <a:bodyPr/>
                    <a:lstStyle/>
                    <a:p>
                      <a:pPr>
                        <a:lnSpc>
                          <a:spcPts val="1875"/>
                        </a:lnSpc>
                        <a:buNone/>
                      </a:pPr>
                      <a:r>
                        <a:rPr lang="sv-SE" sz="1200" b="1" cap="none" spc="0">
                          <a:solidFill>
                            <a:schemeClr val="tx1"/>
                          </a:solidFill>
                          <a:effectLst/>
                          <a:latin typeface="quote-cjk-patch"/>
                        </a:rPr>
                        <a:t>1</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nSpc>
                          <a:spcPct val="100000"/>
                        </a:lnSpc>
                        <a:buNone/>
                      </a:pPr>
                      <a:r>
                        <a:rPr lang="sv-SE" sz="1400" b="1" cap="none" spc="0">
                          <a:solidFill>
                            <a:schemeClr val="tx1"/>
                          </a:solidFill>
                          <a:effectLst/>
                          <a:latin typeface="quote-cjk-patch"/>
                        </a:rPr>
                        <a:t>Ladda ner VS Code</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nSpc>
                          <a:spcPct val="100000"/>
                        </a:lnSpc>
                        <a:buNone/>
                      </a:pPr>
                      <a:r>
                        <a:rPr lang="sv-SE" sz="1400" b="0" cap="none" spc="0">
                          <a:solidFill>
                            <a:schemeClr val="tx1"/>
                          </a:solidFill>
                          <a:effectLst/>
                          <a:latin typeface="quote-cjk-patch"/>
                        </a:rPr>
                        <a:t>Gå till </a:t>
                      </a:r>
                      <a:r>
                        <a:rPr lang="sv-SE" sz="1400" b="0" u="none" strike="noStrike" cap="none" spc="0">
                          <a:solidFill>
                            <a:schemeClr val="tx1"/>
                          </a:solidFill>
                          <a:effectLst/>
                          <a:latin typeface="quote-cjk-patch"/>
                          <a:hlinkClick r:id="rId2">
                            <a:extLst>
                              <a:ext uri="{A12FA001-AC4F-418D-AE19-62706E023703}">
                                <ahyp:hlinkClr xmlns:ahyp="http://schemas.microsoft.com/office/drawing/2018/hyperlinkcolor" val="tx"/>
                              </a:ext>
                            </a:extLst>
                          </a:hlinkClick>
                        </a:rPr>
                        <a:t>code.visualstudio.com</a:t>
                      </a:r>
                      <a:r>
                        <a:rPr lang="sv-SE" sz="1400" b="0" cap="none" spc="0">
                          <a:solidFill>
                            <a:schemeClr val="tx1"/>
                          </a:solidFill>
                          <a:effectLst/>
                          <a:latin typeface="quote-cjk-patch"/>
                        </a:rPr>
                        <a:t>. Sidan känner automatiskt av ditt operativsystem (Windows). Klicka på den stora gröna knappen </a:t>
                      </a:r>
                      <a:r>
                        <a:rPr lang="sv-SE" sz="1400" b="1" cap="none" spc="0">
                          <a:solidFill>
                            <a:schemeClr val="tx1"/>
                          </a:solidFill>
                          <a:effectLst/>
                          <a:latin typeface="quote-cjk-patch"/>
                        </a:rPr>
                        <a:t>"Download for Windows"</a:t>
                      </a:r>
                      <a:r>
                        <a:rPr lang="sv-SE" sz="1400" b="0" cap="none" spc="0">
                          <a:solidFill>
                            <a:schemeClr val="tx1"/>
                          </a:solidFill>
                          <a:effectLst/>
                          <a:latin typeface="quote-cjk-patch"/>
                        </a:rPr>
                        <a:t> .</a:t>
                      </a:r>
                    </a:p>
                  </a:txBody>
                  <a:tcPr marL="97422" marR="0" marT="74940" marB="74940"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2870037"/>
                  </a:ext>
                </a:extLst>
              </a:tr>
              <a:tr h="335020">
                <a:tc>
                  <a:txBody>
                    <a:bodyPr/>
                    <a:lstStyle/>
                    <a:p>
                      <a:pPr>
                        <a:lnSpc>
                          <a:spcPts val="1875"/>
                        </a:lnSpc>
                        <a:buNone/>
                      </a:pPr>
                      <a:r>
                        <a:rPr lang="sv-SE" sz="1200" b="1" cap="none" spc="0">
                          <a:solidFill>
                            <a:schemeClr val="tx1"/>
                          </a:solidFill>
                          <a:effectLst/>
                          <a:latin typeface="quote-cjk-patch"/>
                        </a:rPr>
                        <a:t>2</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latin typeface="quote-cjk-patch"/>
                        </a:rPr>
                        <a:t>Starta installationen</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latin typeface="quote-cjk-patch"/>
                        </a:rPr>
                        <a:t>Öppna den nedladdade filen (den heter något i stil med </a:t>
                      </a:r>
                      <a:r>
                        <a:rPr lang="sv-SE" sz="1400" b="0" cap="none" spc="0">
                          <a:solidFill>
                            <a:schemeClr val="tx1"/>
                          </a:solidFill>
                          <a:effectLst/>
                          <a:latin typeface="Menlo"/>
                        </a:rPr>
                        <a:t>VSCodeUserSetup-x64-1.85.1.exe</a:t>
                      </a:r>
                      <a:r>
                        <a:rPr lang="sv-SE" sz="1400" b="0" cap="none" spc="0">
                          <a:solidFill>
                            <a:schemeClr val="tx1"/>
                          </a:solidFill>
                          <a:effectLst/>
                          <a:latin typeface="quote-cjk-patch"/>
                        </a:rPr>
                        <a:t>). Ett installationsfönster öppnas.</a:t>
                      </a:r>
                    </a:p>
                  </a:txBody>
                  <a:tcPr marL="97422" marR="0" marT="74940" marB="74940"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975722528"/>
                  </a:ext>
                </a:extLst>
              </a:tr>
              <a:tr h="239300">
                <a:tc>
                  <a:txBody>
                    <a:bodyPr/>
                    <a:lstStyle/>
                    <a:p>
                      <a:pPr>
                        <a:lnSpc>
                          <a:spcPts val="1875"/>
                        </a:lnSpc>
                        <a:buNone/>
                      </a:pPr>
                      <a:r>
                        <a:rPr lang="sv-SE" sz="1200" b="1" cap="none" spc="0">
                          <a:solidFill>
                            <a:schemeClr val="tx1"/>
                          </a:solidFill>
                          <a:effectLst/>
                          <a:latin typeface="quote-cjk-patch"/>
                        </a:rPr>
                        <a:t>3</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400" b="1" cap="none" spc="0">
                          <a:solidFill>
                            <a:schemeClr val="tx1"/>
                          </a:solidFill>
                          <a:effectLst/>
                          <a:latin typeface="quote-cjk-patch"/>
                        </a:rPr>
                        <a:t>Acceptera licensavtalet</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400" b="0" cap="none" spc="0">
                          <a:solidFill>
                            <a:schemeClr val="tx1"/>
                          </a:solidFill>
                          <a:effectLst/>
                          <a:latin typeface="quote-cjk-patch"/>
                        </a:rPr>
                        <a:t>Läs igenom och klicka på </a:t>
                      </a:r>
                      <a:r>
                        <a:rPr lang="sv-SE" sz="1400" b="1" cap="none" spc="0">
                          <a:solidFill>
                            <a:schemeClr val="tx1"/>
                          </a:solidFill>
                          <a:effectLst/>
                          <a:latin typeface="quote-cjk-patch"/>
                        </a:rPr>
                        <a:t>"Jag accepterar avtalet"</a:t>
                      </a:r>
                      <a:r>
                        <a:rPr lang="sv-SE" sz="1400" b="0" cap="none" spc="0">
                          <a:solidFill>
                            <a:schemeClr val="tx1"/>
                          </a:solidFill>
                          <a:effectLst/>
                          <a:latin typeface="quote-cjk-patch"/>
                        </a:rPr>
                        <a:t> (I accept the agreement). Klicka sedan på </a:t>
                      </a:r>
                      <a:r>
                        <a:rPr lang="sv-SE" sz="1400" b="1" cap="none" spc="0">
                          <a:solidFill>
                            <a:schemeClr val="tx1"/>
                          </a:solidFill>
                          <a:effectLst/>
                          <a:latin typeface="quote-cjk-patch"/>
                        </a:rPr>
                        <a:t>"Nästa"</a:t>
                      </a:r>
                      <a:r>
                        <a:rPr lang="sv-SE" sz="1400" b="0" cap="none" spc="0">
                          <a:solidFill>
                            <a:schemeClr val="tx1"/>
                          </a:solidFill>
                          <a:effectLst/>
                          <a:latin typeface="quote-cjk-patch"/>
                        </a:rPr>
                        <a:t> (Next).</a:t>
                      </a: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24621013"/>
                  </a:ext>
                </a:extLst>
              </a:tr>
              <a:tr h="358950">
                <a:tc>
                  <a:txBody>
                    <a:bodyPr/>
                    <a:lstStyle/>
                    <a:p>
                      <a:pPr>
                        <a:lnSpc>
                          <a:spcPts val="1875"/>
                        </a:lnSpc>
                        <a:buNone/>
                      </a:pPr>
                      <a:r>
                        <a:rPr lang="sv-SE" sz="1200" b="1" cap="none" spc="0">
                          <a:solidFill>
                            <a:schemeClr val="tx1"/>
                          </a:solidFill>
                          <a:effectLst/>
                          <a:latin typeface="quote-cjk-patch"/>
                        </a:rPr>
                        <a:t>4</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latin typeface="quote-cjk-patch"/>
                        </a:rPr>
                        <a:t>Välj installationsmapp</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latin typeface="quote-cjk-patch"/>
                        </a:rPr>
                        <a:t>Du får frågan var VS Code ska installeras. Standardinställningen (</a:t>
                      </a:r>
                      <a:r>
                        <a:rPr lang="sv-SE" sz="1400" b="0" cap="none" spc="0">
                          <a:solidFill>
                            <a:schemeClr val="tx1"/>
                          </a:solidFill>
                          <a:effectLst/>
                          <a:latin typeface="Menlo"/>
                        </a:rPr>
                        <a:t>C:\Users\DittNamn\AppData\Local\Programs\Microsoft VS Code</a:t>
                      </a:r>
                      <a:r>
                        <a:rPr lang="sv-SE" sz="1400" b="0" cap="none" spc="0">
                          <a:solidFill>
                            <a:schemeClr val="tx1"/>
                          </a:solidFill>
                          <a:effectLst/>
                          <a:latin typeface="quote-cjk-patch"/>
                        </a:rPr>
                        <a:t>) är oftast bäst. Klicka på </a:t>
                      </a:r>
                      <a:r>
                        <a:rPr lang="sv-SE" sz="1400" b="1" cap="none" spc="0">
                          <a:solidFill>
                            <a:schemeClr val="tx1"/>
                          </a:solidFill>
                          <a:effectLst/>
                          <a:latin typeface="quote-cjk-patch"/>
                        </a:rPr>
                        <a:t>"Nästa"</a:t>
                      </a:r>
                      <a:r>
                        <a:rPr lang="sv-SE" sz="1400" b="0" cap="none" spc="0">
                          <a:solidFill>
                            <a:schemeClr val="tx1"/>
                          </a:solidFill>
                          <a:effectLst/>
                          <a:latin typeface="quote-cjk-patch"/>
                        </a:rPr>
                        <a:t> .</a:t>
                      </a:r>
                    </a:p>
                  </a:txBody>
                  <a:tcPr marL="97422" marR="0" marT="74940" marB="74940"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253166853"/>
                  </a:ext>
                </a:extLst>
              </a:tr>
              <a:tr h="239300">
                <a:tc>
                  <a:txBody>
                    <a:bodyPr/>
                    <a:lstStyle/>
                    <a:p>
                      <a:pPr>
                        <a:lnSpc>
                          <a:spcPts val="1875"/>
                        </a:lnSpc>
                        <a:buNone/>
                      </a:pPr>
                      <a:r>
                        <a:rPr lang="sv-SE" sz="1200" b="1" cap="none" spc="0">
                          <a:solidFill>
                            <a:schemeClr val="tx1"/>
                          </a:solidFill>
                          <a:effectLst/>
                          <a:latin typeface="quote-cjk-patch"/>
                        </a:rPr>
                        <a:t>5</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400" b="1" cap="none" spc="0">
                          <a:solidFill>
                            <a:schemeClr val="tx1"/>
                          </a:solidFill>
                          <a:effectLst/>
                          <a:latin typeface="quote-cjk-patch"/>
                        </a:rPr>
                        <a:t>Välj komponenter</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400" b="0" cap="none" spc="0">
                          <a:solidFill>
                            <a:schemeClr val="tx1"/>
                          </a:solidFill>
                          <a:effectLst/>
                          <a:latin typeface="quote-cjk-patch"/>
                        </a:rPr>
                        <a:t>Här ser du en lista med valbara komponenter. </a:t>
                      </a:r>
                      <a:r>
                        <a:rPr lang="sv-SE" sz="1400" b="1" cap="none" spc="0">
                          <a:solidFill>
                            <a:schemeClr val="tx1"/>
                          </a:solidFill>
                          <a:effectLst/>
                          <a:latin typeface="quote-cjk-patch"/>
                        </a:rPr>
                        <a:t>Låt alla vara ikryssade som standard</a:t>
                      </a:r>
                      <a:r>
                        <a:rPr lang="sv-SE" sz="1400" b="0" cap="none" spc="0">
                          <a:solidFill>
                            <a:schemeClr val="tx1"/>
                          </a:solidFill>
                          <a:effectLst/>
                          <a:latin typeface="quote-cjk-patch"/>
                        </a:rPr>
                        <a:t>. Klicka på </a:t>
                      </a:r>
                      <a:r>
                        <a:rPr lang="sv-SE" sz="1400" b="1" cap="none" spc="0">
                          <a:solidFill>
                            <a:schemeClr val="tx1"/>
                          </a:solidFill>
                          <a:effectLst/>
                          <a:latin typeface="quote-cjk-patch"/>
                        </a:rPr>
                        <a:t>"Nästa"</a:t>
                      </a:r>
                      <a:r>
                        <a:rPr lang="sv-SE" sz="1400" b="0" cap="none" spc="0">
                          <a:solidFill>
                            <a:schemeClr val="tx1"/>
                          </a:solidFill>
                          <a:effectLst/>
                          <a:latin typeface="quote-cjk-patch"/>
                        </a:rPr>
                        <a:t> .</a:t>
                      </a: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73851102"/>
                  </a:ext>
                </a:extLst>
              </a:tr>
              <a:tr h="989108">
                <a:tc>
                  <a:txBody>
                    <a:bodyPr/>
                    <a:lstStyle/>
                    <a:p>
                      <a:pPr>
                        <a:lnSpc>
                          <a:spcPts val="1875"/>
                        </a:lnSpc>
                        <a:buNone/>
                      </a:pPr>
                      <a:r>
                        <a:rPr lang="sv-SE" sz="1200" b="1" cap="none" spc="0">
                          <a:solidFill>
                            <a:schemeClr val="tx1"/>
                          </a:solidFill>
                          <a:effectLst/>
                          <a:latin typeface="quote-cjk-patch"/>
                        </a:rPr>
                        <a:t>6</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latin typeface="quote-cjk-patch"/>
                        </a:rPr>
                        <a:t>VIKTIGT! – Välj ytterligare uppgifter</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latin typeface="quote-cjk-patch"/>
                        </a:rPr>
                        <a:t>Detta är ett viktigt steg. Här kan du kryssa i några användbara rutor:</a:t>
                      </a:r>
                      <a:br>
                        <a:rPr lang="sv-SE" sz="1400" b="0" cap="none" spc="0">
                          <a:solidFill>
                            <a:srgbClr val="000000"/>
                          </a:solidFill>
                          <a:effectLst/>
                          <a:latin typeface="quote-cjk-patch"/>
                        </a:rPr>
                      </a:br>
                      <a:r>
                        <a:rPr lang="sv-SE" sz="1400" b="0" cap="none" spc="0">
                          <a:solidFill>
                            <a:schemeClr val="tx1"/>
                          </a:solidFill>
                          <a:effectLst/>
                          <a:latin typeface="quote-cjk-patch"/>
                        </a:rPr>
                        <a:t>☑ </a:t>
                      </a:r>
                      <a:r>
                        <a:rPr lang="sv-SE" sz="1400" b="1" cap="none" spc="0">
                          <a:solidFill>
                            <a:schemeClr val="tx1"/>
                          </a:solidFill>
                          <a:effectLst/>
                          <a:latin typeface="quote-cjk-patch"/>
                        </a:rPr>
                        <a:t>"Lägg till "Open with Code"-åtgärd"</a:t>
                      </a:r>
                      <a:r>
                        <a:rPr lang="sv-SE" sz="1400" b="0" cap="none" spc="0">
                          <a:solidFill>
                            <a:schemeClr val="tx1"/>
                          </a:solidFill>
                          <a:effectLst/>
                          <a:latin typeface="quote-cjk-patch"/>
                        </a:rPr>
                        <a:t> (Add "Open with Code" action) – gör det lättare att öppna mappar</a:t>
                      </a:r>
                      <a:br>
                        <a:rPr lang="sv-SE" sz="1400" b="0" cap="none" spc="0">
                          <a:solidFill>
                            <a:srgbClr val="000000"/>
                          </a:solidFill>
                          <a:effectLst/>
                          <a:latin typeface="quote-cjk-patch"/>
                        </a:rPr>
                      </a:br>
                      <a:r>
                        <a:rPr lang="sv-SE" sz="1400" b="0" cap="none" spc="0">
                          <a:solidFill>
                            <a:schemeClr val="tx1"/>
                          </a:solidFill>
                          <a:effectLst/>
                          <a:latin typeface="quote-cjk-patch"/>
                        </a:rPr>
                        <a:t>☑ </a:t>
                      </a:r>
                      <a:r>
                        <a:rPr lang="sv-SE" sz="1400" b="1" cap="none" spc="0">
                          <a:solidFill>
                            <a:schemeClr val="tx1"/>
                          </a:solidFill>
                          <a:effectLst/>
                          <a:latin typeface="quote-cjk-patch"/>
                        </a:rPr>
                        <a:t>"Lägg till i PATH"</a:t>
                      </a:r>
                      <a:r>
                        <a:rPr lang="sv-SE" sz="1400" b="0" cap="none" spc="0">
                          <a:solidFill>
                            <a:schemeClr val="tx1"/>
                          </a:solidFill>
                          <a:effectLst/>
                          <a:latin typeface="quote-cjk-patch"/>
                        </a:rPr>
                        <a:t> (Add to PATH) – viktigt för att kunna använda 'code' kommandot i terminalen</a:t>
                      </a:r>
                      <a:br>
                        <a:rPr lang="sv-SE" sz="1400" b="0" cap="none" spc="0">
                          <a:solidFill>
                            <a:srgbClr val="000000"/>
                          </a:solidFill>
                          <a:effectLst/>
                          <a:latin typeface="quote-cjk-patch"/>
                        </a:rPr>
                      </a:br>
                      <a:r>
                        <a:rPr lang="sv-SE" sz="1400" b="0" cap="none" spc="0">
                          <a:solidFill>
                            <a:schemeClr val="tx1"/>
                          </a:solidFill>
                          <a:effectLst/>
                          <a:latin typeface="quote-cjk-patch"/>
                        </a:rPr>
                        <a:t>☑ </a:t>
                      </a:r>
                      <a:r>
                        <a:rPr lang="sv-SE" sz="1400" b="1" cap="none" spc="0">
                          <a:solidFill>
                            <a:schemeClr val="tx1"/>
                          </a:solidFill>
                          <a:effectLst/>
                          <a:latin typeface="quote-cjk-patch"/>
                        </a:rPr>
                        <a:t>"Registrera som kodredigerare för filtyper"</a:t>
                      </a:r>
                      <a:r>
                        <a:rPr lang="sv-SE" sz="1400" b="0" cap="none" spc="0">
                          <a:solidFill>
                            <a:schemeClr val="tx1"/>
                          </a:solidFill>
                          <a:effectLst/>
                          <a:latin typeface="quote-cjk-patch"/>
                        </a:rPr>
                        <a:t> (Register as code editor for supported file types)</a:t>
                      </a:r>
                      <a:br>
                        <a:rPr lang="sv-SE" sz="1400" b="0" cap="none" spc="0">
                          <a:solidFill>
                            <a:srgbClr val="000000"/>
                          </a:solidFill>
                          <a:effectLst/>
                          <a:latin typeface="quote-cjk-patch"/>
                        </a:rPr>
                      </a:br>
                      <a:br>
                        <a:rPr lang="sv-SE" sz="1400" b="0" cap="none" spc="0">
                          <a:solidFill>
                            <a:srgbClr val="000000"/>
                          </a:solidFill>
                          <a:effectLst/>
                          <a:latin typeface="quote-cjk-patch"/>
                        </a:rPr>
                      </a:br>
                      <a:r>
                        <a:rPr lang="sv-SE" sz="1400" b="1" cap="none" spc="0">
                          <a:solidFill>
                            <a:schemeClr val="tx1"/>
                          </a:solidFill>
                          <a:effectLst/>
                          <a:latin typeface="quote-cjk-patch"/>
                        </a:rPr>
                        <a:t>Kryssa i alla rutor</a:t>
                      </a:r>
                      <a:r>
                        <a:rPr lang="sv-SE" sz="1400" b="0" cap="none" spc="0">
                          <a:solidFill>
                            <a:schemeClr val="tx1"/>
                          </a:solidFill>
                          <a:effectLst/>
                          <a:latin typeface="quote-cjk-patch"/>
                        </a:rPr>
                        <a:t> – de gör livet enklare!</a:t>
                      </a:r>
                    </a:p>
                  </a:txBody>
                  <a:tcPr marL="97422" marR="0" marT="74940" marB="74940"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761950399"/>
                  </a:ext>
                </a:extLst>
              </a:tr>
              <a:tr h="239300">
                <a:tc>
                  <a:txBody>
                    <a:bodyPr/>
                    <a:lstStyle/>
                    <a:p>
                      <a:pPr>
                        <a:lnSpc>
                          <a:spcPts val="1875"/>
                        </a:lnSpc>
                        <a:buNone/>
                      </a:pPr>
                      <a:r>
                        <a:rPr lang="sv-SE" sz="1200" b="1" cap="none" spc="0">
                          <a:solidFill>
                            <a:schemeClr val="tx1"/>
                          </a:solidFill>
                          <a:effectLst/>
                          <a:latin typeface="quote-cjk-patch"/>
                        </a:rPr>
                        <a:t>7</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400" b="1" cap="none" spc="0">
                          <a:solidFill>
                            <a:schemeClr val="tx1"/>
                          </a:solidFill>
                          <a:effectLst/>
                          <a:latin typeface="quote-cjk-patch"/>
                        </a:rPr>
                        <a:t>Installera</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00000"/>
                        </a:lnSpc>
                        <a:buNone/>
                      </a:pPr>
                      <a:r>
                        <a:rPr lang="sv-SE" sz="1400" b="0" cap="none" spc="0">
                          <a:solidFill>
                            <a:schemeClr val="tx1"/>
                          </a:solidFill>
                          <a:effectLst/>
                          <a:latin typeface="quote-cjk-patch"/>
                        </a:rPr>
                        <a:t>Klicka på </a:t>
                      </a:r>
                      <a:r>
                        <a:rPr lang="sv-SE" sz="1400" b="1" cap="none" spc="0">
                          <a:solidFill>
                            <a:schemeClr val="tx1"/>
                          </a:solidFill>
                          <a:effectLst/>
                          <a:latin typeface="quote-cjk-patch"/>
                        </a:rPr>
                        <a:t>"Installera"</a:t>
                      </a:r>
                      <a:r>
                        <a:rPr lang="sv-SE" sz="1400" b="0" cap="none" spc="0">
                          <a:solidFill>
                            <a:schemeClr val="tx1"/>
                          </a:solidFill>
                          <a:effectLst/>
                          <a:latin typeface="quote-cjk-patch"/>
                        </a:rPr>
                        <a:t> (Install). Installationen tar någon minut.</a:t>
                      </a: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82751894"/>
                  </a:ext>
                </a:extLst>
              </a:tr>
              <a:tr h="358950">
                <a:tc>
                  <a:txBody>
                    <a:bodyPr/>
                    <a:lstStyle/>
                    <a:p>
                      <a:pPr>
                        <a:lnSpc>
                          <a:spcPts val="1875"/>
                        </a:lnSpc>
                        <a:buNone/>
                      </a:pPr>
                      <a:r>
                        <a:rPr lang="sv-SE" sz="1200" b="1" cap="none" spc="0">
                          <a:solidFill>
                            <a:schemeClr val="tx1"/>
                          </a:solidFill>
                          <a:effectLst/>
                          <a:latin typeface="quote-cjk-patch"/>
                        </a:rPr>
                        <a:t>8</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latin typeface="quote-cjk-patch"/>
                        </a:rPr>
                        <a:t>Starta VS Code</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latin typeface="quote-cjk-patch"/>
                        </a:rPr>
                        <a:t>När installationen är klar, se till att rutan </a:t>
                      </a:r>
                      <a:r>
                        <a:rPr lang="sv-SE" sz="1400" b="1" cap="none" spc="0">
                          <a:solidFill>
                            <a:schemeClr val="tx1"/>
                          </a:solidFill>
                          <a:effectLst/>
                          <a:latin typeface="quote-cjk-patch"/>
                        </a:rPr>
                        <a:t>"Starta Visual Studio Code"</a:t>
                      </a:r>
                      <a:r>
                        <a:rPr lang="sv-SE" sz="1400" b="0" cap="none" spc="0">
                          <a:solidFill>
                            <a:schemeClr val="tx1"/>
                          </a:solidFill>
                          <a:effectLst/>
                          <a:latin typeface="quote-cjk-patch"/>
                        </a:rPr>
                        <a:t> (Launch Visual Studio Code) är ikryssad. Klicka på </a:t>
                      </a:r>
                      <a:r>
                        <a:rPr lang="sv-SE" sz="1400" b="1" cap="none" spc="0">
                          <a:solidFill>
                            <a:schemeClr val="tx1"/>
                          </a:solidFill>
                          <a:effectLst/>
                          <a:latin typeface="quote-cjk-patch"/>
                        </a:rPr>
                        <a:t>"Slutför"</a:t>
                      </a:r>
                      <a:r>
                        <a:rPr lang="sv-SE" sz="1400" b="0" cap="none" spc="0">
                          <a:solidFill>
                            <a:schemeClr val="tx1"/>
                          </a:solidFill>
                          <a:effectLst/>
                          <a:latin typeface="quote-cjk-patch"/>
                        </a:rPr>
                        <a:t> (Finish).</a:t>
                      </a:r>
                    </a:p>
                  </a:txBody>
                  <a:tcPr marL="97422" marR="0" marT="74940" marB="74940"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178089105"/>
                  </a:ext>
                </a:extLst>
              </a:tr>
              <a:tr h="358950">
                <a:tc>
                  <a:txBody>
                    <a:bodyPr/>
                    <a:lstStyle/>
                    <a:p>
                      <a:pPr>
                        <a:lnSpc>
                          <a:spcPts val="1875"/>
                        </a:lnSpc>
                        <a:buNone/>
                      </a:pPr>
                      <a:r>
                        <a:rPr lang="sv-SE" sz="1200" b="1" cap="none" spc="0">
                          <a:solidFill>
                            <a:schemeClr val="tx1"/>
                          </a:solidFill>
                          <a:effectLst/>
                          <a:latin typeface="quote-cjk-patch"/>
                        </a:rPr>
                        <a:t>9</a:t>
                      </a:r>
                      <a:endParaRPr lang="sv-SE" sz="12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1" cap="none" spc="0">
                          <a:solidFill>
                            <a:schemeClr val="tx1"/>
                          </a:solidFill>
                          <a:effectLst/>
                          <a:latin typeface="quote-cjk-patch"/>
                        </a:rPr>
                        <a:t>VS Code öppnas</a:t>
                      </a:r>
                      <a:endParaRPr lang="sv-SE" sz="1400" b="0" cap="none" spc="0">
                        <a:solidFill>
                          <a:schemeClr val="tx1"/>
                        </a:solidFill>
                        <a:effectLst/>
                        <a:latin typeface="quote-cjk-patch"/>
                      </a:endParaRP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0" cap="none" spc="0">
                          <a:solidFill>
                            <a:schemeClr val="tx1"/>
                          </a:solidFill>
                          <a:effectLst/>
                          <a:latin typeface="quote-cjk-patch"/>
                        </a:rPr>
                        <a:t>Programmet startar automatiskt. Du möts av en startsida med olika alternativ. Du kan stänga startsidan genom att klicka på "X" på fliken.</a:t>
                      </a:r>
                    </a:p>
                  </a:txBody>
                  <a:tcPr marL="97422" marR="0" marT="74940" marB="74940"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582715783"/>
                  </a:ext>
                </a:extLst>
              </a:tr>
            </a:tbl>
          </a:graphicData>
        </a:graphic>
      </p:graphicFrame>
    </p:spTree>
    <p:extLst>
      <p:ext uri="{BB962C8B-B14F-4D97-AF65-F5344CB8AC3E}">
        <p14:creationId xmlns:p14="http://schemas.microsoft.com/office/powerpoint/2010/main" val="1338106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30FAE802-6E3E-2103-D559-137EC974A92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err="1">
                <a:solidFill>
                  <a:srgbClr val="FFFFFF"/>
                </a:solidFill>
                <a:latin typeface="+mj-lt"/>
                <a:ea typeface="+mj-ea"/>
                <a:cs typeface="+mj-cs"/>
              </a:rPr>
              <a:t>Vanliga</a:t>
            </a:r>
            <a:r>
              <a:rPr lang="en-US" sz="4000" kern="1200">
                <a:solidFill>
                  <a:srgbClr val="FFFFFF"/>
                </a:solidFill>
                <a:latin typeface="+mj-lt"/>
                <a:ea typeface="+mj-ea"/>
                <a:cs typeface="+mj-cs"/>
              </a:rPr>
              <a:t> </a:t>
            </a:r>
            <a:r>
              <a:rPr lang="en-US" sz="4000" kern="1200" err="1">
                <a:solidFill>
                  <a:srgbClr val="FFFFFF"/>
                </a:solidFill>
                <a:latin typeface="+mj-lt"/>
                <a:ea typeface="+mj-ea"/>
                <a:cs typeface="+mj-cs"/>
              </a:rPr>
              <a:t>frågor</a:t>
            </a:r>
          </a:p>
        </p:txBody>
      </p:sp>
      <p:graphicFrame>
        <p:nvGraphicFramePr>
          <p:cNvPr id="5" name="Platshållare för innehåll 4">
            <a:extLst>
              <a:ext uri="{FF2B5EF4-FFF2-40B4-BE49-F238E27FC236}">
                <a16:creationId xmlns:a16="http://schemas.microsoft.com/office/drawing/2014/main" id="{CE5DDE22-0A46-BC6F-A585-7D71EFFE58D7}"/>
              </a:ext>
            </a:extLst>
          </p:cNvPr>
          <p:cNvGraphicFramePr>
            <a:graphicFrameLocks noGrp="1"/>
          </p:cNvGraphicFramePr>
          <p:nvPr>
            <p:ph idx="1"/>
            <p:extLst>
              <p:ext uri="{D42A27DB-BD31-4B8C-83A1-F6EECF244321}">
                <p14:modId xmlns:p14="http://schemas.microsoft.com/office/powerpoint/2010/main" val="3763647987"/>
              </p:ext>
            </p:extLst>
          </p:nvPr>
        </p:nvGraphicFramePr>
        <p:xfrm>
          <a:off x="0" y="1317885"/>
          <a:ext cx="12184796" cy="5556571"/>
        </p:xfrm>
        <a:graphic>
          <a:graphicData uri="http://schemas.openxmlformats.org/drawingml/2006/table">
            <a:tbl>
              <a:tblPr firstRow="1" bandRow="1">
                <a:solidFill>
                  <a:schemeClr val="bg1">
                    <a:lumMod val="95000"/>
                  </a:schemeClr>
                </a:solidFill>
                <a:tableStyleId>{5C22544A-7EE6-4342-B048-85BDC9FD1C3A}</a:tableStyleId>
              </a:tblPr>
              <a:tblGrid>
                <a:gridCol w="4517512">
                  <a:extLst>
                    <a:ext uri="{9D8B030D-6E8A-4147-A177-3AD203B41FA5}">
                      <a16:colId xmlns:a16="http://schemas.microsoft.com/office/drawing/2014/main" val="3218327035"/>
                    </a:ext>
                  </a:extLst>
                </a:gridCol>
                <a:gridCol w="7667284">
                  <a:extLst>
                    <a:ext uri="{9D8B030D-6E8A-4147-A177-3AD203B41FA5}">
                      <a16:colId xmlns:a16="http://schemas.microsoft.com/office/drawing/2014/main" val="2386609429"/>
                    </a:ext>
                  </a:extLst>
                </a:gridCol>
              </a:tblGrid>
              <a:tr h="568410">
                <a:tc>
                  <a:txBody>
                    <a:bodyPr/>
                    <a:lstStyle/>
                    <a:p>
                      <a:pPr algn="l">
                        <a:lnSpc>
                          <a:spcPts val="1875"/>
                        </a:lnSpc>
                        <a:buNone/>
                      </a:pPr>
                      <a:r>
                        <a:rPr lang="sv-SE" sz="1700" b="1" cap="none" spc="0">
                          <a:solidFill>
                            <a:schemeClr val="tx1"/>
                          </a:solidFill>
                          <a:effectLst/>
                          <a:latin typeface="quote-cjk-patch"/>
                        </a:rPr>
                        <a:t>Fråga</a:t>
                      </a:r>
                    </a:p>
                  </a:txBody>
                  <a:tcPr marL="68950" marR="164167" marT="19700" marB="147751"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l">
                        <a:lnSpc>
                          <a:spcPts val="1875"/>
                        </a:lnSpc>
                        <a:buNone/>
                      </a:pPr>
                      <a:r>
                        <a:rPr lang="sv-SE" sz="1700" b="1" cap="none" spc="0">
                          <a:solidFill>
                            <a:schemeClr val="tx1"/>
                          </a:solidFill>
                          <a:effectLst/>
                          <a:latin typeface="quote-cjk-patch"/>
                        </a:rPr>
                        <a:t>Svar</a:t>
                      </a:r>
                    </a:p>
                  </a:txBody>
                  <a:tcPr marL="68950" marR="164167" marT="19700" marB="147751"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732709464"/>
                  </a:ext>
                </a:extLst>
              </a:tr>
              <a:tr h="1176477">
                <a:tc>
                  <a:txBody>
                    <a:bodyPr/>
                    <a:lstStyle/>
                    <a:p>
                      <a:pPr>
                        <a:lnSpc>
                          <a:spcPts val="1875"/>
                        </a:lnSpc>
                        <a:buNone/>
                      </a:pPr>
                      <a:r>
                        <a:rPr lang="sv-SE" sz="1600" b="1" cap="none" spc="0">
                          <a:solidFill>
                            <a:schemeClr val="tx1"/>
                          </a:solidFill>
                          <a:effectLst/>
                          <a:latin typeface="quote-cjk-patch"/>
                        </a:rPr>
                        <a:t>Vad är skillnaden på VS Code och vanlig Anteckningar?</a:t>
                      </a:r>
                      <a:endParaRPr lang="sv-SE" sz="1600" b="0" cap="none" spc="0">
                        <a:solidFill>
                          <a:schemeClr val="tx1"/>
                        </a:solidFill>
                        <a:effectLst/>
                        <a:latin typeface="quote-cjk-patch"/>
                      </a:endParaRPr>
                    </a:p>
                  </a:txBody>
                  <a:tcPr marL="68950" marR="164167" marT="19700" marB="147751"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nSpc>
                          <a:spcPts val="1875"/>
                        </a:lnSpc>
                        <a:buNone/>
                      </a:pPr>
                      <a:r>
                        <a:rPr lang="sv-SE" sz="1600" b="0" cap="none" spc="0">
                          <a:solidFill>
                            <a:schemeClr val="tx1"/>
                          </a:solidFill>
                          <a:effectLst/>
                          <a:latin typeface="quote-cjk-patch"/>
                        </a:rPr>
                        <a:t>VS Code är som Anteckningar på steroider! Det färglägger koden, föreslår vad du ska skriva, hittar fel, och har en inbyggd terminal. Anteckningar visar bara vanlig text.</a:t>
                      </a:r>
                    </a:p>
                  </a:txBody>
                  <a:tcPr marL="68950" marR="98500" marT="19700" marB="147751"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06419581"/>
                  </a:ext>
                </a:extLst>
              </a:tr>
              <a:tr h="859226">
                <a:tc>
                  <a:txBody>
                    <a:bodyPr/>
                    <a:lstStyle/>
                    <a:p>
                      <a:pPr>
                        <a:lnSpc>
                          <a:spcPts val="1875"/>
                        </a:lnSpc>
                        <a:buNone/>
                      </a:pPr>
                      <a:r>
                        <a:rPr lang="sv-SE" sz="1600" b="1" cap="none" spc="0">
                          <a:solidFill>
                            <a:schemeClr val="tx1"/>
                          </a:solidFill>
                          <a:effectLst/>
                          <a:latin typeface="quote-cjk-patch"/>
                        </a:rPr>
                        <a:t>Är VS Code verkligen gratis?</a:t>
                      </a:r>
                      <a:endParaRPr lang="sv-SE" sz="1600" b="0" cap="none" spc="0">
                        <a:solidFill>
                          <a:schemeClr val="tx1"/>
                        </a:solidFill>
                        <a:effectLst/>
                        <a:latin typeface="quote-cjk-patch"/>
                      </a:endParaRPr>
                    </a:p>
                  </a:txBody>
                  <a:tcPr marL="68950" marR="164167" marT="19700" marB="147751"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ts val="1875"/>
                        </a:lnSpc>
                        <a:buNone/>
                      </a:pPr>
                      <a:r>
                        <a:rPr lang="sv-SE" sz="1600" b="0" cap="none" spc="0">
                          <a:solidFill>
                            <a:schemeClr val="tx1"/>
                          </a:solidFill>
                          <a:effectLst/>
                          <a:latin typeface="quote-cjk-patch"/>
                        </a:rPr>
                        <a:t>Ja, det är 100% gratis och utvecklat av Microsoft. Det är ett av världens mest populära verktyg för programmering .</a:t>
                      </a:r>
                    </a:p>
                  </a:txBody>
                  <a:tcPr marL="68950" marR="98500" marT="19700" marB="147751"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769611986"/>
                  </a:ext>
                </a:extLst>
              </a:tr>
              <a:tr h="793130">
                <a:tc>
                  <a:txBody>
                    <a:bodyPr/>
                    <a:lstStyle/>
                    <a:p>
                      <a:pPr>
                        <a:lnSpc>
                          <a:spcPts val="1875"/>
                        </a:lnSpc>
                        <a:buNone/>
                      </a:pPr>
                      <a:r>
                        <a:rPr lang="sv-SE" sz="1600" b="1" cap="none" spc="0">
                          <a:solidFill>
                            <a:schemeClr val="tx1"/>
                          </a:solidFill>
                          <a:effectLst/>
                          <a:latin typeface="quote-cjk-patch"/>
                        </a:rPr>
                        <a:t>Vad är "PATH" och varför är det viktigt?</a:t>
                      </a:r>
                      <a:endParaRPr lang="sv-SE" sz="1600" b="0" cap="none" spc="0">
                        <a:solidFill>
                          <a:schemeClr val="tx1"/>
                        </a:solidFill>
                        <a:effectLst/>
                        <a:latin typeface="quote-cjk-patch"/>
                      </a:endParaRPr>
                    </a:p>
                  </a:txBody>
                  <a:tcPr marL="68950" marR="164167" marT="19700" marB="147751"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ts val="1650"/>
                        </a:lnSpc>
                        <a:buNone/>
                      </a:pPr>
                      <a:r>
                        <a:rPr lang="sv-SE" sz="1600" b="0" cap="none" spc="0">
                          <a:solidFill>
                            <a:schemeClr val="tx1"/>
                          </a:solidFill>
                          <a:effectLst/>
                          <a:latin typeface="quote-cjk-patch"/>
                        </a:rPr>
                        <a:t>PATH är en lista över mappar där Windows letar efter program. Om du lägger till VS Code i PATH kan du öppna det från terminalen genom att bara skriva </a:t>
                      </a:r>
                      <a:r>
                        <a:rPr lang="sv-SE" sz="1600" b="0" cap="none" spc="0">
                          <a:solidFill>
                            <a:schemeClr val="tx1"/>
                          </a:solidFill>
                          <a:effectLst/>
                          <a:latin typeface="Menlo"/>
                        </a:rPr>
                        <a:t>code</a:t>
                      </a:r>
                      <a:r>
                        <a:rPr lang="sv-SE" sz="1600" b="0" cap="none" spc="0">
                          <a:solidFill>
                            <a:schemeClr val="tx1"/>
                          </a:solidFill>
                          <a:effectLst/>
                          <a:latin typeface="quote-cjk-patch"/>
                        </a:rPr>
                        <a:t>.</a:t>
                      </a:r>
                    </a:p>
                  </a:txBody>
                  <a:tcPr marL="68950" marR="98500" marT="19700" marB="147751"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719172149"/>
                  </a:ext>
                </a:extLst>
              </a:tr>
              <a:tr h="541973">
                <a:tc>
                  <a:txBody>
                    <a:bodyPr/>
                    <a:lstStyle/>
                    <a:p>
                      <a:pPr>
                        <a:lnSpc>
                          <a:spcPts val="1875"/>
                        </a:lnSpc>
                        <a:buNone/>
                      </a:pPr>
                      <a:r>
                        <a:rPr lang="sv-SE" sz="1600" b="1" cap="none" spc="0">
                          <a:solidFill>
                            <a:schemeClr val="tx1"/>
                          </a:solidFill>
                          <a:effectLst/>
                          <a:latin typeface="quote-cjk-patch"/>
                        </a:rPr>
                        <a:t>Jag råkade stänga startsidan – hur får jag tillbaka den?</a:t>
                      </a:r>
                      <a:endParaRPr lang="sv-SE" sz="1600" b="0" cap="none" spc="0">
                        <a:solidFill>
                          <a:schemeClr val="tx1"/>
                        </a:solidFill>
                        <a:effectLst/>
                        <a:latin typeface="quote-cjk-patch"/>
                      </a:endParaRPr>
                    </a:p>
                  </a:txBody>
                  <a:tcPr marL="68950" marR="164167" marT="19700" marB="147751"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ts val="1875"/>
                        </a:lnSpc>
                        <a:buNone/>
                      </a:pPr>
                      <a:r>
                        <a:rPr lang="sv-SE" sz="1600" b="0" cap="none" spc="0">
                          <a:solidFill>
                            <a:schemeClr val="tx1"/>
                          </a:solidFill>
                          <a:effectLst/>
                          <a:latin typeface="quote-cjk-patch"/>
                        </a:rPr>
                        <a:t>Klicka på </a:t>
                      </a:r>
                      <a:r>
                        <a:rPr lang="sv-SE" sz="1600" b="1" cap="none" spc="0">
                          <a:solidFill>
                            <a:schemeClr val="tx1"/>
                          </a:solidFill>
                          <a:effectLst/>
                          <a:latin typeface="quote-cjk-patch"/>
                        </a:rPr>
                        <a:t>"Help"</a:t>
                      </a:r>
                      <a:r>
                        <a:rPr lang="sv-SE" sz="1600" b="0" cap="none" spc="0">
                          <a:solidFill>
                            <a:schemeClr val="tx1"/>
                          </a:solidFill>
                          <a:effectLst/>
                          <a:latin typeface="quote-cjk-patch"/>
                        </a:rPr>
                        <a:t> i menyn → </a:t>
                      </a:r>
                      <a:r>
                        <a:rPr lang="sv-SE" sz="1600" b="1" cap="none" spc="0">
                          <a:solidFill>
                            <a:schemeClr val="tx1"/>
                          </a:solidFill>
                          <a:effectLst/>
                          <a:latin typeface="quote-cjk-patch"/>
                        </a:rPr>
                        <a:t>"Welcome"</a:t>
                      </a:r>
                      <a:r>
                        <a:rPr lang="sv-SE" sz="1600" b="0" cap="none" spc="0">
                          <a:solidFill>
                            <a:schemeClr val="tx1"/>
                          </a:solidFill>
                          <a:effectLst/>
                          <a:latin typeface="quote-cjk-patch"/>
                        </a:rPr>
                        <a:t> så kommer startsidan tillbaka.</a:t>
                      </a:r>
                    </a:p>
                  </a:txBody>
                  <a:tcPr marL="68950" marR="98500" marT="19700" marB="147751"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777212803"/>
                  </a:ext>
                </a:extLst>
              </a:tr>
              <a:tr h="541973">
                <a:tc>
                  <a:txBody>
                    <a:bodyPr/>
                    <a:lstStyle/>
                    <a:p>
                      <a:pPr>
                        <a:lnSpc>
                          <a:spcPts val="1875"/>
                        </a:lnSpc>
                        <a:buNone/>
                      </a:pPr>
                      <a:r>
                        <a:rPr lang="sv-SE" sz="1600" b="1" cap="none" spc="0">
                          <a:solidFill>
                            <a:schemeClr val="tx1"/>
                          </a:solidFill>
                          <a:effectLst/>
                          <a:latin typeface="quote-cjk-patch"/>
                        </a:rPr>
                        <a:t>Måste jag ha ett Microsoft-konto för att använda VS Code?</a:t>
                      </a:r>
                      <a:endParaRPr lang="sv-SE" sz="1600" b="0" cap="none" spc="0">
                        <a:solidFill>
                          <a:schemeClr val="tx1"/>
                        </a:solidFill>
                        <a:effectLst/>
                        <a:latin typeface="quote-cjk-patch"/>
                      </a:endParaRPr>
                    </a:p>
                  </a:txBody>
                  <a:tcPr marL="68950" marR="164167" marT="19700" marB="147751"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ts val="1875"/>
                        </a:lnSpc>
                        <a:buNone/>
                      </a:pPr>
                      <a:r>
                        <a:rPr lang="sv-SE" sz="1600" b="0" cap="none" spc="0">
                          <a:solidFill>
                            <a:schemeClr val="tx1"/>
                          </a:solidFill>
                          <a:effectLst/>
                          <a:latin typeface="quote-cjk-patch"/>
                        </a:rPr>
                        <a:t>Nej, du kan använda det helt utan inloggning.</a:t>
                      </a:r>
                    </a:p>
                  </a:txBody>
                  <a:tcPr marL="68950" marR="98500" marT="19700" marB="147751"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164117309"/>
                  </a:ext>
                </a:extLst>
              </a:tr>
              <a:tr h="859226">
                <a:tc>
                  <a:txBody>
                    <a:bodyPr/>
                    <a:lstStyle/>
                    <a:p>
                      <a:pPr>
                        <a:lnSpc>
                          <a:spcPts val="1875"/>
                        </a:lnSpc>
                        <a:buNone/>
                      </a:pPr>
                      <a:r>
                        <a:rPr lang="sv-SE" sz="1600" b="1" cap="none" spc="0">
                          <a:solidFill>
                            <a:schemeClr val="tx1"/>
                          </a:solidFill>
                          <a:effectLst/>
                          <a:latin typeface="quote-cjk-patch"/>
                        </a:rPr>
                        <a:t>Kan jag installera VS Code på svenska?</a:t>
                      </a:r>
                      <a:endParaRPr lang="sv-SE" sz="1600" b="0" cap="none" spc="0">
                        <a:solidFill>
                          <a:schemeClr val="tx1"/>
                        </a:solidFill>
                        <a:effectLst/>
                        <a:latin typeface="quote-cjk-patch"/>
                      </a:endParaRPr>
                    </a:p>
                  </a:txBody>
                  <a:tcPr marL="68950" marR="164167" marT="19700" marB="147751"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ts val="1875"/>
                        </a:lnSpc>
                        <a:buNone/>
                      </a:pPr>
                      <a:r>
                        <a:rPr lang="sv-SE" sz="1600" b="0" cap="none" spc="0">
                          <a:solidFill>
                            <a:schemeClr val="tx1"/>
                          </a:solidFill>
                          <a:effectLst/>
                          <a:latin typeface="quote-cjk-patch"/>
                        </a:rPr>
                        <a:t>Ja, du kan lägga till språkpaket som tillägg efter installationen. Men för programmering är det ofta enklast att ha på engelska.</a:t>
                      </a:r>
                    </a:p>
                  </a:txBody>
                  <a:tcPr marL="68950" marR="98500" marT="19700" marB="147751"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252207025"/>
                  </a:ext>
                </a:extLst>
              </a:tr>
            </a:tbl>
          </a:graphicData>
        </a:graphic>
      </p:graphicFrame>
    </p:spTree>
    <p:extLst>
      <p:ext uri="{BB962C8B-B14F-4D97-AF65-F5344CB8AC3E}">
        <p14:creationId xmlns:p14="http://schemas.microsoft.com/office/powerpoint/2010/main" val="19295469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CC942DDA-1F77-483A-A42B-6CC1E5B8FFEA}"/>
              </a:ext>
            </a:extLst>
          </p:cNvPr>
          <p:cNvSpPr>
            <a:spLocks noGrp="1"/>
          </p:cNvSpPr>
          <p:nvPr>
            <p:ph type="title"/>
          </p:nvPr>
        </p:nvSpPr>
        <p:spPr>
          <a:xfrm>
            <a:off x="1371599" y="294538"/>
            <a:ext cx="9895951" cy="1033669"/>
          </a:xfrm>
        </p:spPr>
        <p:txBody>
          <a:bodyPr>
            <a:normAutofit/>
          </a:bodyPr>
          <a:lstStyle/>
          <a:p>
            <a:r>
              <a:rPr lang="sv-SE" sz="4000">
                <a:solidFill>
                  <a:srgbClr val="FFFFFF"/>
                </a:solidFill>
                <a:ea typeface="+mj-lt"/>
                <a:cs typeface="+mj-lt"/>
              </a:rPr>
              <a:t>Steg 6: Installera Python-tillägg i VS Code</a:t>
            </a:r>
          </a:p>
        </p:txBody>
      </p:sp>
      <p:sp>
        <p:nvSpPr>
          <p:cNvPr id="3" name="Platshållare för innehåll 2">
            <a:extLst>
              <a:ext uri="{FF2B5EF4-FFF2-40B4-BE49-F238E27FC236}">
                <a16:creationId xmlns:a16="http://schemas.microsoft.com/office/drawing/2014/main" id="{0231165A-C2B0-C08C-B065-DB3979EF3FAD}"/>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sv-SE" sz="2000">
                <a:highlight>
                  <a:srgbClr val="FFFFFF"/>
                </a:highlight>
                <a:ea typeface="+mn-lt"/>
                <a:cs typeface="+mn-lt"/>
              </a:rPr>
              <a:t>Python-tillägget gör att VS Code blir en </a:t>
            </a:r>
            <a:r>
              <a:rPr lang="sv-SE" sz="2000" b="1">
                <a:highlight>
                  <a:srgbClr val="FFFFFF"/>
                </a:highlight>
                <a:ea typeface="+mn-lt"/>
                <a:cs typeface="+mn-lt"/>
              </a:rPr>
              <a:t>Python-expert</a:t>
            </a:r>
            <a:r>
              <a:rPr lang="sv-SE" sz="2000">
                <a:highlight>
                  <a:srgbClr val="FFFFFF"/>
                </a:highlight>
                <a:ea typeface="+mn-lt"/>
                <a:cs typeface="+mn-lt"/>
              </a:rPr>
              <a:t> som kan:</a:t>
            </a:r>
            <a:endParaRPr lang="sv-SE" sz="2000"/>
          </a:p>
          <a:p>
            <a:r>
              <a:rPr lang="sv-SE" sz="2000">
                <a:highlight>
                  <a:srgbClr val="FFFFFF"/>
                </a:highlight>
                <a:ea typeface="+mn-lt"/>
                <a:cs typeface="+mn-lt"/>
              </a:rPr>
              <a:t>Färglägga din Python-kod så den blir lättare att läsa</a:t>
            </a:r>
            <a:endParaRPr lang="sv-SE" sz="2000"/>
          </a:p>
          <a:p>
            <a:r>
              <a:rPr lang="sv-SE" sz="2000">
                <a:highlight>
                  <a:srgbClr val="FFFFFF"/>
                </a:highlight>
                <a:ea typeface="+mn-lt"/>
                <a:cs typeface="+mn-lt"/>
              </a:rPr>
              <a:t>Föreslå vad du ska skriva härnäst (som autocomplete på mobilen)</a:t>
            </a:r>
            <a:endParaRPr lang="sv-SE" sz="2000"/>
          </a:p>
          <a:p>
            <a:r>
              <a:rPr lang="sv-SE" sz="2000">
                <a:highlight>
                  <a:srgbClr val="FFFFFF"/>
                </a:highlight>
                <a:ea typeface="+mn-lt"/>
                <a:cs typeface="+mn-lt"/>
              </a:rPr>
              <a:t>Hitta syntaxfel och markera dem i rött</a:t>
            </a:r>
            <a:endParaRPr lang="sv-SE" sz="2000"/>
          </a:p>
          <a:p>
            <a:r>
              <a:rPr lang="sv-SE" sz="2000">
                <a:highlight>
                  <a:srgbClr val="FFFFFF"/>
                </a:highlight>
                <a:ea typeface="+mn-lt"/>
                <a:cs typeface="+mn-lt"/>
              </a:rPr>
              <a:t>Formatera din kod snyggt och automatiskt</a:t>
            </a:r>
            <a:endParaRPr lang="sv-SE" sz="2000"/>
          </a:p>
          <a:p>
            <a:r>
              <a:rPr lang="sv-SE" sz="2000">
                <a:highlight>
                  <a:srgbClr val="FFFFFF"/>
                </a:highlight>
                <a:ea typeface="+mn-lt"/>
                <a:cs typeface="+mn-lt"/>
              </a:rPr>
              <a:t>Köra Python-filer med en knapptryckning</a:t>
            </a:r>
            <a:endParaRPr lang="sv-SE" sz="2000"/>
          </a:p>
          <a:p>
            <a:r>
              <a:rPr lang="sv-SE" sz="2000">
                <a:highlight>
                  <a:srgbClr val="FFFFFF"/>
                </a:highlight>
                <a:ea typeface="+mn-lt"/>
                <a:cs typeface="+mn-lt"/>
              </a:rPr>
              <a:t>Hjälpa dig felsöka när något inte fungerar</a:t>
            </a:r>
            <a:endParaRPr lang="sv-SE" sz="2000"/>
          </a:p>
        </p:txBody>
      </p:sp>
    </p:spTree>
    <p:extLst>
      <p:ext uri="{BB962C8B-B14F-4D97-AF65-F5344CB8AC3E}">
        <p14:creationId xmlns:p14="http://schemas.microsoft.com/office/powerpoint/2010/main" val="1573423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195DAE58-3C28-719A-683C-A36A4D739E36}"/>
              </a:ext>
            </a:extLst>
          </p:cNvPr>
          <p:cNvGraphicFramePr>
            <a:graphicFrameLocks noGrp="1"/>
          </p:cNvGraphicFramePr>
          <p:nvPr>
            <p:ph idx="1"/>
            <p:extLst>
              <p:ext uri="{D42A27DB-BD31-4B8C-83A1-F6EECF244321}">
                <p14:modId xmlns:p14="http://schemas.microsoft.com/office/powerpoint/2010/main" val="492655509"/>
              </p:ext>
            </p:extLst>
          </p:nvPr>
        </p:nvGraphicFramePr>
        <p:xfrm>
          <a:off x="18737" y="343524"/>
          <a:ext cx="12154611" cy="6431280"/>
        </p:xfrm>
        <a:graphic>
          <a:graphicData uri="http://schemas.openxmlformats.org/drawingml/2006/table">
            <a:tbl>
              <a:tblPr firstRow="1" bandRow="1">
                <a:solidFill>
                  <a:schemeClr val="bg1"/>
                </a:solidFill>
                <a:tableStyleId>{9D7B26C5-4107-4FEC-AEDC-1716B250A1EF}</a:tableStyleId>
              </a:tblPr>
              <a:tblGrid>
                <a:gridCol w="457200">
                  <a:extLst>
                    <a:ext uri="{9D8B030D-6E8A-4147-A177-3AD203B41FA5}">
                      <a16:colId xmlns:a16="http://schemas.microsoft.com/office/drawing/2014/main" val="364647470"/>
                    </a:ext>
                  </a:extLst>
                </a:gridCol>
                <a:gridCol w="1759527">
                  <a:extLst>
                    <a:ext uri="{9D8B030D-6E8A-4147-A177-3AD203B41FA5}">
                      <a16:colId xmlns:a16="http://schemas.microsoft.com/office/drawing/2014/main" val="1400502575"/>
                    </a:ext>
                  </a:extLst>
                </a:gridCol>
                <a:gridCol w="9937884">
                  <a:extLst>
                    <a:ext uri="{9D8B030D-6E8A-4147-A177-3AD203B41FA5}">
                      <a16:colId xmlns:a16="http://schemas.microsoft.com/office/drawing/2014/main" val="2828796486"/>
                    </a:ext>
                  </a:extLst>
                </a:gridCol>
              </a:tblGrid>
              <a:tr h="0">
                <a:tc>
                  <a:txBody>
                    <a:bodyPr/>
                    <a:lstStyle/>
                    <a:p>
                      <a:pPr algn="l">
                        <a:lnSpc>
                          <a:spcPct val="100000"/>
                        </a:lnSpc>
                        <a:buNone/>
                      </a:pPr>
                      <a:r>
                        <a:rPr lang="sv-SE" sz="1600" b="0" cap="none" spc="0">
                          <a:solidFill>
                            <a:schemeClr val="bg1"/>
                          </a:solidFill>
                          <a:effectLst/>
                        </a:rPr>
                        <a:t>Steg</a:t>
                      </a:r>
                      <a:endParaRPr lang="sv-SE" sz="1600" b="0" cap="none" spc="0">
                        <a:solidFill>
                          <a:schemeClr val="bg1"/>
                        </a:solidFill>
                        <a:effectLst/>
                        <a:latin typeface="quote-cjk-patch"/>
                      </a:endParaRPr>
                    </a:p>
                  </a:txBody>
                  <a:tcPr marL="52913" marR="0" marT="0" marB="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ct val="100000"/>
                        </a:lnSpc>
                        <a:buNone/>
                      </a:pPr>
                      <a:r>
                        <a:rPr lang="sv-SE" sz="1600" b="0" cap="none" spc="0">
                          <a:solidFill>
                            <a:schemeClr val="bg1"/>
                          </a:solidFill>
                          <a:effectLst/>
                        </a:rPr>
                        <a:t>Vad ska du göra?</a:t>
                      </a:r>
                      <a:endParaRPr lang="sv-SE" sz="1600" b="0" cap="none" spc="0">
                        <a:solidFill>
                          <a:schemeClr val="bg1"/>
                        </a:solidFill>
                        <a:effectLst/>
                        <a:latin typeface="quote-cjk-patch"/>
                      </a:endParaRPr>
                    </a:p>
                  </a:txBody>
                  <a:tcPr marL="52913" marR="0" marT="0" marB="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ct val="100000"/>
                        </a:lnSpc>
                        <a:buNone/>
                      </a:pPr>
                      <a:r>
                        <a:rPr lang="sv-SE" sz="1600" b="0" cap="none" spc="0">
                          <a:solidFill>
                            <a:schemeClr val="bg1"/>
                          </a:solidFill>
                          <a:effectLst/>
                        </a:rPr>
                        <a:t>Instruktioner (anpassat för nybörjare)</a:t>
                      </a:r>
                      <a:endParaRPr lang="sv-SE" sz="1600" b="0" cap="none" spc="0">
                        <a:solidFill>
                          <a:schemeClr val="bg1"/>
                        </a:solidFill>
                        <a:effectLst/>
                        <a:latin typeface="quote-cjk-patch"/>
                      </a:endParaRPr>
                    </a:p>
                  </a:txBody>
                  <a:tcPr marL="52913" marR="0" marT="0" marB="0"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211767864"/>
                  </a:ext>
                </a:extLst>
              </a:tr>
              <a:tr h="0">
                <a:tc>
                  <a:txBody>
                    <a:bodyPr/>
                    <a:lstStyle/>
                    <a:p>
                      <a:pPr>
                        <a:lnSpc>
                          <a:spcPct val="100000"/>
                        </a:lnSpc>
                        <a:buNone/>
                      </a:pPr>
                      <a:r>
                        <a:rPr lang="sv-SE" sz="1400" b="1" cap="none" spc="0">
                          <a:solidFill>
                            <a:schemeClr val="tx1"/>
                          </a:solidFill>
                          <a:effectLst/>
                        </a:rPr>
                        <a:t>1</a:t>
                      </a:r>
                      <a:endParaRPr lang="sv-SE" sz="1400" b="0" cap="none" spc="0">
                        <a:solidFill>
                          <a:schemeClr val="tx1"/>
                        </a:solidFill>
                        <a:effectLst/>
                        <a:latin typeface="quote-cjk-patch"/>
                      </a:endParaRPr>
                    </a:p>
                  </a:txBody>
                  <a:tcPr marL="52913" marR="0" marT="0" marB="0"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ct val="100000"/>
                        </a:lnSpc>
                        <a:buNone/>
                      </a:pPr>
                      <a:r>
                        <a:rPr lang="sv-SE" sz="1400" b="1" cap="none" spc="0">
                          <a:solidFill>
                            <a:schemeClr val="tx1"/>
                          </a:solidFill>
                          <a:effectLst/>
                        </a:rPr>
                        <a:t>Öppna VS Code</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ct val="100000"/>
                        </a:lnSpc>
                        <a:buNone/>
                      </a:pPr>
                      <a:r>
                        <a:rPr lang="sv-SE" sz="1400" b="0" cap="none" spc="0">
                          <a:solidFill>
                            <a:schemeClr val="tx1"/>
                          </a:solidFill>
                          <a:effectLst/>
                        </a:rPr>
                        <a:t>Om VS Code inte redan är igång, sök efter </a:t>
                      </a:r>
                      <a:r>
                        <a:rPr lang="sv-SE" sz="1400" b="1" cap="none" spc="0">
                          <a:solidFill>
                            <a:schemeClr val="tx1"/>
                          </a:solidFill>
                          <a:effectLst/>
                        </a:rPr>
                        <a:t>"Visual Studio Code"</a:t>
                      </a:r>
                      <a:r>
                        <a:rPr lang="sv-SE" sz="1400" b="0" cap="none" spc="0">
                          <a:solidFill>
                            <a:schemeClr val="tx1"/>
                          </a:solidFill>
                          <a:effectLst/>
                        </a:rPr>
                        <a:t> i Windows startmeny och öppna programmet.</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3833364152"/>
                  </a:ext>
                </a:extLst>
              </a:tr>
              <a:tr h="226961">
                <a:tc>
                  <a:txBody>
                    <a:bodyPr/>
                    <a:lstStyle/>
                    <a:p>
                      <a:pPr>
                        <a:lnSpc>
                          <a:spcPct val="100000"/>
                        </a:lnSpc>
                        <a:buNone/>
                      </a:pPr>
                      <a:r>
                        <a:rPr lang="sv-SE" sz="1400" b="1" cap="none" spc="0">
                          <a:solidFill>
                            <a:schemeClr val="tx1"/>
                          </a:solidFill>
                          <a:effectLst/>
                        </a:rPr>
                        <a:t>2</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rPr>
                        <a:t>Öppna tilläggspanelen</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rPr>
                        <a:t>Titta på den vänstra sidan av VS Code. Där finns en vertikal meny med olika ikoner. Klicka på ikonen som ser ut som </a:t>
                      </a:r>
                      <a:r>
                        <a:rPr lang="sv-SE" sz="1400" b="1" cap="none" spc="0">
                          <a:solidFill>
                            <a:schemeClr val="tx1"/>
                          </a:solidFill>
                          <a:effectLst/>
                        </a:rPr>
                        <a:t>fyra kvadrater</a:t>
                      </a:r>
                      <a:r>
                        <a:rPr lang="sv-SE" sz="1400" b="0" cap="none" spc="0">
                          <a:solidFill>
                            <a:schemeClr val="tx1"/>
                          </a:solidFill>
                          <a:effectLst/>
                        </a:rPr>
                        <a:t> (eller ett pusselbits-ikon). Den heter </a:t>
                      </a:r>
                      <a:r>
                        <a:rPr lang="sv-SE" sz="1400" b="1" cap="none" spc="0">
                          <a:solidFill>
                            <a:schemeClr val="tx1"/>
                          </a:solidFill>
                          <a:effectLst/>
                        </a:rPr>
                        <a:t>"Extensions"</a:t>
                      </a:r>
                      <a:r>
                        <a:rPr lang="sv-SE" sz="1400" b="0" cap="none" spc="0">
                          <a:solidFill>
                            <a:schemeClr val="tx1"/>
                          </a:solidFill>
                          <a:effectLst/>
                        </a:rPr>
                        <a:t> (Tillägg).</a:t>
                      </a:r>
                      <a:br>
                        <a:rPr lang="sv-SE" sz="1400" b="0" cap="none" spc="0">
                          <a:solidFill>
                            <a:srgbClr val="000000"/>
                          </a:solidFill>
                          <a:effectLst/>
                        </a:rPr>
                      </a:br>
                      <a:br>
                        <a:rPr lang="sv-SE" sz="1400" b="0" cap="none" spc="0">
                          <a:solidFill>
                            <a:srgbClr val="000000"/>
                          </a:solidFill>
                          <a:effectLst/>
                        </a:rPr>
                      </a:br>
                      <a:r>
                        <a:rPr lang="sv-SE" sz="1400" b="0" cap="none" spc="0">
                          <a:solidFill>
                            <a:schemeClr val="tx1"/>
                          </a:solidFill>
                          <a:effectLst/>
                        </a:rPr>
                        <a:t>Du kan också använda kortkommandot: Ctrl+Shift+X .</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562687956"/>
                  </a:ext>
                </a:extLst>
              </a:tr>
              <a:tr h="0">
                <a:tc>
                  <a:txBody>
                    <a:bodyPr/>
                    <a:lstStyle/>
                    <a:p>
                      <a:pPr>
                        <a:lnSpc>
                          <a:spcPct val="100000"/>
                        </a:lnSpc>
                        <a:buNone/>
                      </a:pPr>
                      <a:r>
                        <a:rPr lang="sv-SE" sz="1400" b="1" cap="none" spc="0">
                          <a:solidFill>
                            <a:schemeClr val="tx1"/>
                          </a:solidFill>
                          <a:effectLst/>
                        </a:rPr>
                        <a:t>3</a:t>
                      </a:r>
                      <a:endParaRPr lang="sv-SE" sz="1400" b="0" cap="none" spc="0">
                        <a:solidFill>
                          <a:schemeClr val="tx1"/>
                        </a:solidFill>
                        <a:effectLst/>
                        <a:latin typeface="quote-cjk-patch"/>
                      </a:endParaRPr>
                    </a:p>
                  </a:txBody>
                  <a:tcPr marL="52913" marR="0" marT="0" marB="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1" cap="none" spc="0">
                          <a:solidFill>
                            <a:schemeClr val="tx1"/>
                          </a:solidFill>
                          <a:effectLst/>
                        </a:rPr>
                        <a:t>Sök efter Python-tillägget</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0" cap="none" spc="0">
                          <a:solidFill>
                            <a:schemeClr val="tx1"/>
                          </a:solidFill>
                          <a:effectLst/>
                        </a:rPr>
                        <a:t>Högst upp i tilläggspanelen finns en sökruta. Skriv in python här.</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834030330"/>
                  </a:ext>
                </a:extLst>
              </a:tr>
              <a:tr h="134032">
                <a:tc>
                  <a:txBody>
                    <a:bodyPr/>
                    <a:lstStyle/>
                    <a:p>
                      <a:pPr>
                        <a:lnSpc>
                          <a:spcPct val="100000"/>
                        </a:lnSpc>
                        <a:buNone/>
                      </a:pPr>
                      <a:r>
                        <a:rPr lang="sv-SE" sz="1400" b="1" cap="none" spc="0">
                          <a:solidFill>
                            <a:schemeClr val="tx1"/>
                          </a:solidFill>
                          <a:effectLst/>
                        </a:rPr>
                        <a:t>4</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rPr>
                        <a:t>Hitta rätt tillägg</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rPr>
                        <a:t>Bland sökresultaten ser du många tillägg. Det första och viktigaste är </a:t>
                      </a:r>
                      <a:r>
                        <a:rPr lang="sv-SE" sz="1400" b="1" cap="none" spc="0">
                          <a:solidFill>
                            <a:schemeClr val="tx1"/>
                          </a:solidFill>
                          <a:effectLst/>
                        </a:rPr>
                        <a:t>"Python"</a:t>
                      </a:r>
                      <a:r>
                        <a:rPr lang="sv-SE" sz="1400" b="0" cap="none" spc="0">
                          <a:solidFill>
                            <a:schemeClr val="tx1"/>
                          </a:solidFill>
                          <a:effectLst/>
                        </a:rPr>
                        <a:t> som är publicerat av </a:t>
                      </a:r>
                      <a:r>
                        <a:rPr lang="sv-SE" sz="1400" b="1" cap="none" spc="0">
                          <a:solidFill>
                            <a:schemeClr val="tx1"/>
                          </a:solidFill>
                          <a:effectLst/>
                        </a:rPr>
                        <a:t>Microsoft</a:t>
                      </a:r>
                      <a:r>
                        <a:rPr lang="sv-SE" sz="1400" b="0" cap="none" spc="0">
                          <a:solidFill>
                            <a:schemeClr val="tx1"/>
                          </a:solidFill>
                          <a:effectLst/>
                        </a:rPr>
                        <a:t>. Det har ofta en blå logotyp och miljontals nedladdningar. </a:t>
                      </a:r>
                      <a:r>
                        <a:rPr lang="sv-SE" sz="1400" b="1" cap="none" spc="0">
                          <a:solidFill>
                            <a:schemeClr val="tx1"/>
                          </a:solidFill>
                          <a:effectLst/>
                        </a:rPr>
                        <a:t>Detta är det officiella Python-tillägget</a:t>
                      </a:r>
                      <a:r>
                        <a:rPr lang="sv-SE" sz="1400" b="0" cap="none" spc="0">
                          <a:solidFill>
                            <a:schemeClr val="tx1"/>
                          </a:solidFill>
                          <a:effectLst/>
                        </a:rPr>
                        <a:t> .</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655044504"/>
                  </a:ext>
                </a:extLst>
              </a:tr>
              <a:tr h="134032">
                <a:tc>
                  <a:txBody>
                    <a:bodyPr/>
                    <a:lstStyle/>
                    <a:p>
                      <a:pPr>
                        <a:lnSpc>
                          <a:spcPct val="100000"/>
                        </a:lnSpc>
                        <a:buNone/>
                      </a:pPr>
                      <a:r>
                        <a:rPr lang="sv-SE" sz="1400" b="1" cap="none" spc="0">
                          <a:solidFill>
                            <a:schemeClr val="tx1"/>
                          </a:solidFill>
                          <a:effectLst/>
                        </a:rPr>
                        <a:t>5</a:t>
                      </a:r>
                      <a:endParaRPr lang="sv-SE" sz="1400" b="0" cap="none" spc="0">
                        <a:solidFill>
                          <a:schemeClr val="tx1"/>
                        </a:solidFill>
                        <a:effectLst/>
                        <a:latin typeface="quote-cjk-patch"/>
                      </a:endParaRPr>
                    </a:p>
                  </a:txBody>
                  <a:tcPr marL="52913" marR="0" marT="0" marB="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1" cap="none" spc="0">
                          <a:solidFill>
                            <a:schemeClr val="tx1"/>
                          </a:solidFill>
                          <a:effectLst/>
                        </a:rPr>
                        <a:t>Installera tillägget</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0" cap="none" spc="0">
                          <a:solidFill>
                            <a:schemeClr val="tx1"/>
                          </a:solidFill>
                          <a:effectLst/>
                        </a:rPr>
                        <a:t>Klicka på den blå knappen </a:t>
                      </a:r>
                      <a:r>
                        <a:rPr lang="sv-SE" sz="1400" b="1" cap="none" spc="0">
                          <a:solidFill>
                            <a:schemeClr val="tx1"/>
                          </a:solidFill>
                          <a:effectLst/>
                        </a:rPr>
                        <a:t>"Install"</a:t>
                      </a:r>
                      <a:r>
                        <a:rPr lang="sv-SE" sz="1400" b="0" cap="none" spc="0">
                          <a:solidFill>
                            <a:schemeClr val="tx1"/>
                          </a:solidFill>
                          <a:effectLst/>
                        </a:rPr>
                        <a:t> (Installera) bredvid tillägget. En förloppsindikator visas och knappen ändras till "Installing..." och sedan till "Uninstall" när det är klart.</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888211874"/>
                  </a:ext>
                </a:extLst>
              </a:tr>
              <a:tr h="0">
                <a:tc>
                  <a:txBody>
                    <a:bodyPr/>
                    <a:lstStyle/>
                    <a:p>
                      <a:pPr>
                        <a:lnSpc>
                          <a:spcPct val="100000"/>
                        </a:lnSpc>
                        <a:buNone/>
                      </a:pPr>
                      <a:r>
                        <a:rPr lang="sv-SE" sz="1400" b="1" cap="none" spc="0">
                          <a:solidFill>
                            <a:schemeClr val="tx1"/>
                          </a:solidFill>
                          <a:effectLst/>
                        </a:rPr>
                        <a:t>6</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rPr>
                        <a:t>Vänta på installationen</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rPr>
                        <a:t>Installationen tar bara några sekunder. Du ser en animation som visar att det laddas ner och installeras.</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160175567"/>
                  </a:ext>
                </a:extLst>
              </a:tr>
              <a:tr h="0">
                <a:tc>
                  <a:txBody>
                    <a:bodyPr/>
                    <a:lstStyle/>
                    <a:p>
                      <a:pPr>
                        <a:lnSpc>
                          <a:spcPct val="100000"/>
                        </a:lnSpc>
                        <a:buNone/>
                      </a:pPr>
                      <a:r>
                        <a:rPr lang="sv-SE" sz="1400" b="1" cap="none" spc="0">
                          <a:solidFill>
                            <a:schemeClr val="tx1"/>
                          </a:solidFill>
                          <a:effectLst/>
                        </a:rPr>
                        <a:t>7</a:t>
                      </a:r>
                      <a:endParaRPr lang="sv-SE" sz="1400" b="0" cap="none" spc="0">
                        <a:solidFill>
                          <a:schemeClr val="tx1"/>
                        </a:solidFill>
                        <a:effectLst/>
                        <a:latin typeface="quote-cjk-patch"/>
                      </a:endParaRPr>
                    </a:p>
                  </a:txBody>
                  <a:tcPr marL="52913" marR="0" marT="0" marB="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1" cap="none" spc="0">
                          <a:solidFill>
                            <a:schemeClr val="tx1"/>
                          </a:solidFill>
                          <a:effectLst/>
                        </a:rPr>
                        <a:t>Bekräfta att installationen lyckades</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0" cap="none" spc="0">
                          <a:solidFill>
                            <a:schemeClr val="tx1"/>
                          </a:solidFill>
                          <a:effectLst/>
                        </a:rPr>
                        <a:t>När installationen är klar ser du att knappen har ändrats till </a:t>
                      </a:r>
                      <a:r>
                        <a:rPr lang="sv-SE" sz="1400" b="1" cap="none" spc="0">
                          <a:solidFill>
                            <a:schemeClr val="tx1"/>
                          </a:solidFill>
                          <a:effectLst/>
                        </a:rPr>
                        <a:t>"Uninstall"</a:t>
                      </a:r>
                      <a:r>
                        <a:rPr lang="sv-SE" sz="1400" b="0" cap="none" spc="0">
                          <a:solidFill>
                            <a:schemeClr val="tx1"/>
                          </a:solidFill>
                          <a:effectLst/>
                        </a:rPr>
                        <a:t> (Avinstallera). Tillägget är nu aktivt och redo att användas.</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347661835"/>
                  </a:ext>
                </a:extLst>
              </a:tr>
              <a:tr h="134032">
                <a:tc>
                  <a:txBody>
                    <a:bodyPr/>
                    <a:lstStyle/>
                    <a:p>
                      <a:pPr>
                        <a:lnSpc>
                          <a:spcPct val="100000"/>
                        </a:lnSpc>
                        <a:buNone/>
                      </a:pPr>
                      <a:r>
                        <a:rPr lang="sv-SE" sz="1400" b="1" cap="none" spc="0">
                          <a:solidFill>
                            <a:schemeClr val="tx1"/>
                          </a:solidFill>
                          <a:effectLst/>
                        </a:rPr>
                        <a:t>8</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rPr>
                        <a:t>Skapa en Python-fil för att testa</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rPr>
                        <a:t>Klicka på </a:t>
                      </a:r>
                      <a:r>
                        <a:rPr lang="sv-SE" sz="1400" b="1" cap="none" spc="0">
                          <a:solidFill>
                            <a:schemeClr val="tx1"/>
                          </a:solidFill>
                          <a:effectLst/>
                        </a:rPr>
                        <a:t>"File"</a:t>
                      </a:r>
                      <a:r>
                        <a:rPr lang="sv-SE" sz="1400" b="0" cap="none" spc="0">
                          <a:solidFill>
                            <a:schemeClr val="tx1"/>
                          </a:solidFill>
                          <a:effectLst/>
                        </a:rPr>
                        <a:t> → </a:t>
                      </a:r>
                      <a:r>
                        <a:rPr lang="sv-SE" sz="1400" b="1" cap="none" spc="0">
                          <a:solidFill>
                            <a:schemeClr val="tx1"/>
                          </a:solidFill>
                          <a:effectLst/>
                        </a:rPr>
                        <a:t>"New File"</a:t>
                      </a:r>
                      <a:r>
                        <a:rPr lang="sv-SE" sz="1400" b="0" cap="none" spc="0">
                          <a:solidFill>
                            <a:schemeClr val="tx1"/>
                          </a:solidFill>
                          <a:effectLst/>
                        </a:rPr>
                        <a:t> (eller tryck Ctrl+N). Spara filen direkt (Ctrl+S) och ge den namnet test.py. Välj en mapp att spara i, till exempel din projektmapp.</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35712453"/>
                  </a:ext>
                </a:extLst>
              </a:tr>
              <a:tr h="226961">
                <a:tc>
                  <a:txBody>
                    <a:bodyPr/>
                    <a:lstStyle/>
                    <a:p>
                      <a:pPr>
                        <a:lnSpc>
                          <a:spcPct val="100000"/>
                        </a:lnSpc>
                        <a:buNone/>
                      </a:pPr>
                      <a:r>
                        <a:rPr lang="sv-SE" sz="1400" b="1" cap="none" spc="0">
                          <a:solidFill>
                            <a:schemeClr val="tx1"/>
                          </a:solidFill>
                          <a:effectLst/>
                        </a:rPr>
                        <a:t>9</a:t>
                      </a:r>
                      <a:endParaRPr lang="sv-SE" sz="1400" b="0" cap="none" spc="0">
                        <a:solidFill>
                          <a:schemeClr val="tx1"/>
                        </a:solidFill>
                        <a:effectLst/>
                        <a:latin typeface="quote-cjk-patch"/>
                      </a:endParaRPr>
                    </a:p>
                  </a:txBody>
                  <a:tcPr marL="52913" marR="0" marT="0" marB="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1" cap="none" spc="0">
                          <a:solidFill>
                            <a:schemeClr val="tx1"/>
                          </a:solidFill>
                          <a:effectLst/>
                        </a:rPr>
                        <a:t>Testa att tillägget fungerar</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0" cap="none" spc="0">
                          <a:solidFill>
                            <a:schemeClr val="tx1"/>
                          </a:solidFill>
                          <a:effectLst/>
                        </a:rPr>
                        <a:t>I filen test.py skriver du:</a:t>
                      </a:r>
                      <a:br>
                        <a:rPr lang="sv-SE" sz="1400" b="0" cap="none" spc="0">
                          <a:solidFill>
                            <a:srgbClr val="000000"/>
                          </a:solidFill>
                          <a:effectLst/>
                        </a:rPr>
                      </a:br>
                      <a:r>
                        <a:rPr lang="sv-SE" sz="1400" b="0" cap="none" spc="0">
                          <a:solidFill>
                            <a:schemeClr val="tx1"/>
                          </a:solidFill>
                          <a:effectLst/>
                        </a:rPr>
                        <a:t>print("Hej från Python!")</a:t>
                      </a:r>
                      <a:br>
                        <a:rPr lang="sv-SE" sz="1400" b="0" cap="none" spc="0">
                          <a:solidFill>
                            <a:srgbClr val="000000"/>
                          </a:solidFill>
                          <a:effectLst/>
                        </a:rPr>
                      </a:br>
                      <a:br>
                        <a:rPr lang="sv-SE" sz="1400" b="0" cap="none" spc="0">
                          <a:solidFill>
                            <a:srgbClr val="000000"/>
                          </a:solidFill>
                          <a:effectLst/>
                        </a:rPr>
                      </a:br>
                      <a:r>
                        <a:rPr lang="sv-SE" sz="1400" b="0" cap="none" spc="0">
                          <a:solidFill>
                            <a:schemeClr val="tx1"/>
                          </a:solidFill>
                          <a:effectLst/>
                        </a:rPr>
                        <a:t>Du bör nu se att texten får olika färger. Till exempel är print lila och texten inom citattecken är grön eller orange. Detta är ett tecken på att tillägget fungerar!</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624215977"/>
                  </a:ext>
                </a:extLst>
              </a:tr>
              <a:tr h="134032">
                <a:tc>
                  <a:txBody>
                    <a:bodyPr/>
                    <a:lstStyle/>
                    <a:p>
                      <a:pPr>
                        <a:lnSpc>
                          <a:spcPct val="100000"/>
                        </a:lnSpc>
                        <a:buNone/>
                      </a:pPr>
                      <a:r>
                        <a:rPr lang="sv-SE" sz="1400" b="1" cap="none" spc="0">
                          <a:solidFill>
                            <a:schemeClr val="tx1"/>
                          </a:solidFill>
                          <a:effectLst/>
                        </a:rPr>
                        <a:t>10</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1" cap="none" spc="0">
                          <a:solidFill>
                            <a:schemeClr val="tx1"/>
                          </a:solidFill>
                          <a:effectLst/>
                        </a:rPr>
                        <a:t>Kör Python-filen</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ct val="100000"/>
                        </a:lnSpc>
                        <a:buNone/>
                      </a:pPr>
                      <a:r>
                        <a:rPr lang="sv-SE" sz="1400" b="0" cap="none" spc="0">
                          <a:solidFill>
                            <a:schemeClr val="tx1"/>
                          </a:solidFill>
                          <a:effectLst/>
                        </a:rPr>
                        <a:t>För att verkligen testa att allt fungerar, klicka på den lilla </a:t>
                      </a:r>
                      <a:r>
                        <a:rPr lang="sv-SE" sz="1400" b="1" cap="none" spc="0">
                          <a:solidFill>
                            <a:schemeClr val="tx1"/>
                          </a:solidFill>
                          <a:effectLst/>
                        </a:rPr>
                        <a:t>triangel-ikonen "Play"</a:t>
                      </a:r>
                      <a:r>
                        <a:rPr lang="sv-SE" sz="1400" b="0" cap="none" spc="0">
                          <a:solidFill>
                            <a:schemeClr val="tx1"/>
                          </a:solidFill>
                          <a:effectLst/>
                        </a:rPr>
                        <a:t> (Kör) som syns längst upp till höger i fönstret. Du kan också högerklicka i filen och välja </a:t>
                      </a:r>
                      <a:r>
                        <a:rPr lang="sv-SE" sz="1400" b="1" cap="none" spc="0">
                          <a:solidFill>
                            <a:schemeClr val="tx1"/>
                          </a:solidFill>
                          <a:effectLst/>
                        </a:rPr>
                        <a:t>"Run Python File in Terminal"</a:t>
                      </a:r>
                      <a:r>
                        <a:rPr lang="sv-SE" sz="1400" b="0" cap="none" spc="0">
                          <a:solidFill>
                            <a:schemeClr val="tx1"/>
                          </a:solidFill>
                          <a:effectLst/>
                        </a:rPr>
                        <a:t> .</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954178266"/>
                  </a:ext>
                </a:extLst>
              </a:tr>
              <a:tr h="226961">
                <a:tc>
                  <a:txBody>
                    <a:bodyPr/>
                    <a:lstStyle/>
                    <a:p>
                      <a:pPr>
                        <a:lnSpc>
                          <a:spcPct val="100000"/>
                        </a:lnSpc>
                        <a:buNone/>
                      </a:pPr>
                      <a:r>
                        <a:rPr lang="sv-SE" sz="1400" b="1" cap="none" spc="0">
                          <a:solidFill>
                            <a:schemeClr val="tx1"/>
                          </a:solidFill>
                          <a:effectLst/>
                        </a:rPr>
                        <a:t>11</a:t>
                      </a:r>
                      <a:endParaRPr lang="sv-SE" sz="1400" b="0" cap="none" spc="0">
                        <a:solidFill>
                          <a:schemeClr val="tx1"/>
                        </a:solidFill>
                        <a:effectLst/>
                        <a:latin typeface="quote-cjk-patch"/>
                      </a:endParaRPr>
                    </a:p>
                  </a:txBody>
                  <a:tcPr marL="52913" marR="0" marT="0" marB="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1" cap="none" spc="0">
                          <a:solidFill>
                            <a:schemeClr val="tx1"/>
                          </a:solidFill>
                          <a:effectLst/>
                        </a:rPr>
                        <a:t>Se resultatet</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ct val="100000"/>
                        </a:lnSpc>
                        <a:buNone/>
                      </a:pPr>
                      <a:r>
                        <a:rPr lang="sv-SE" sz="1400" b="0" cap="none" spc="0">
                          <a:solidFill>
                            <a:schemeClr val="tx1"/>
                          </a:solidFill>
                          <a:effectLst/>
                        </a:rPr>
                        <a:t>En terminal öppnas längst ner i VS Code och du bör se texten:</a:t>
                      </a:r>
                      <a:br>
                        <a:rPr lang="sv-SE" sz="1400" b="0" cap="none" spc="0">
                          <a:solidFill>
                            <a:srgbClr val="000000"/>
                          </a:solidFill>
                          <a:effectLst/>
                        </a:rPr>
                      </a:br>
                      <a:r>
                        <a:rPr lang="sv-SE" sz="1400" b="0" cap="none" spc="0">
                          <a:solidFill>
                            <a:schemeClr val="tx1"/>
                          </a:solidFill>
                          <a:effectLst/>
                        </a:rPr>
                        <a:t>Hej från Python!</a:t>
                      </a:r>
                      <a:br>
                        <a:rPr lang="sv-SE" sz="1400" b="0" cap="none" spc="0">
                          <a:solidFill>
                            <a:srgbClr val="000000"/>
                          </a:solidFill>
                          <a:effectLst/>
                        </a:rPr>
                      </a:br>
                      <a:br>
                        <a:rPr lang="sv-SE" sz="1400" b="0" cap="none" spc="0">
                          <a:solidFill>
                            <a:srgbClr val="000000"/>
                          </a:solidFill>
                          <a:effectLst/>
                        </a:rPr>
                      </a:br>
                      <a:r>
                        <a:rPr lang="sv-SE" sz="1400" b="1" cap="none" spc="0">
                          <a:solidFill>
                            <a:schemeClr val="tx1"/>
                          </a:solidFill>
                          <a:effectLst/>
                        </a:rPr>
                        <a:t>Om du ser detta – GRATTIS! Allt fungerar perfekt!</a:t>
                      </a:r>
                      <a:endParaRPr lang="sv-SE" sz="1400" b="0" cap="none" spc="0">
                        <a:solidFill>
                          <a:schemeClr val="tx1"/>
                        </a:solidFill>
                        <a:effectLst/>
                        <a:latin typeface="quote-cjk-patch"/>
                      </a:endParaRPr>
                    </a:p>
                  </a:txBody>
                  <a:tcPr marL="52913" marR="0" marT="0" marB="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4077804512"/>
                  </a:ext>
                </a:extLst>
              </a:tr>
            </a:tbl>
          </a:graphicData>
        </a:graphic>
      </p:graphicFrame>
    </p:spTree>
    <p:extLst>
      <p:ext uri="{BB962C8B-B14F-4D97-AF65-F5344CB8AC3E}">
        <p14:creationId xmlns:p14="http://schemas.microsoft.com/office/powerpoint/2010/main" val="4228074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F34120B0-2F1D-61FC-5666-41FE5C66115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Vanliga frågor</a:t>
            </a:r>
          </a:p>
        </p:txBody>
      </p:sp>
      <p:graphicFrame>
        <p:nvGraphicFramePr>
          <p:cNvPr id="5" name="Platshållare för innehåll 4">
            <a:extLst>
              <a:ext uri="{FF2B5EF4-FFF2-40B4-BE49-F238E27FC236}">
                <a16:creationId xmlns:a16="http://schemas.microsoft.com/office/drawing/2014/main" id="{83DD1A85-52BB-500F-388F-2987D0DD2530}"/>
              </a:ext>
            </a:extLst>
          </p:cNvPr>
          <p:cNvGraphicFramePr>
            <a:graphicFrameLocks noGrp="1"/>
          </p:cNvGraphicFramePr>
          <p:nvPr>
            <p:ph idx="1"/>
            <p:extLst>
              <p:ext uri="{D42A27DB-BD31-4B8C-83A1-F6EECF244321}">
                <p14:modId xmlns:p14="http://schemas.microsoft.com/office/powerpoint/2010/main" val="461240491"/>
              </p:ext>
            </p:extLst>
          </p:nvPr>
        </p:nvGraphicFramePr>
        <p:xfrm>
          <a:off x="24983" y="1717622"/>
          <a:ext cx="12143986" cy="4998720"/>
        </p:xfrm>
        <a:graphic>
          <a:graphicData uri="http://schemas.openxmlformats.org/drawingml/2006/table">
            <a:tbl>
              <a:tblPr firstRow="1" bandRow="1">
                <a:noFill/>
                <a:tableStyleId>{5C22544A-7EE6-4342-B048-85BDC9FD1C3A}</a:tableStyleId>
              </a:tblPr>
              <a:tblGrid>
                <a:gridCol w="2996338">
                  <a:extLst>
                    <a:ext uri="{9D8B030D-6E8A-4147-A177-3AD203B41FA5}">
                      <a16:colId xmlns:a16="http://schemas.microsoft.com/office/drawing/2014/main" val="2312156932"/>
                    </a:ext>
                  </a:extLst>
                </a:gridCol>
                <a:gridCol w="9147648">
                  <a:extLst>
                    <a:ext uri="{9D8B030D-6E8A-4147-A177-3AD203B41FA5}">
                      <a16:colId xmlns:a16="http://schemas.microsoft.com/office/drawing/2014/main" val="1151807445"/>
                    </a:ext>
                  </a:extLst>
                </a:gridCol>
              </a:tblGrid>
              <a:tr h="0">
                <a:tc>
                  <a:txBody>
                    <a:bodyPr/>
                    <a:lstStyle/>
                    <a:p>
                      <a:pPr algn="l">
                        <a:lnSpc>
                          <a:spcPct val="100000"/>
                        </a:lnSpc>
                        <a:buNone/>
                      </a:pPr>
                      <a:r>
                        <a:rPr lang="sv-SE" sz="2800" b="1">
                          <a:solidFill>
                            <a:srgbClr val="FFFFFF"/>
                          </a:solidFill>
                          <a:effectLst/>
                          <a:latin typeface="quote-cjk-patch"/>
                        </a:rPr>
                        <a:t>Fråga</a:t>
                      </a:r>
                    </a:p>
                  </a:txBody>
                  <a:tcPr marL="164169" marR="98501" marT="0" marB="0"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l">
                        <a:lnSpc>
                          <a:spcPct val="100000"/>
                        </a:lnSpc>
                        <a:buNone/>
                      </a:pPr>
                      <a:r>
                        <a:rPr lang="sv-SE" sz="2800" b="1">
                          <a:solidFill>
                            <a:srgbClr val="FFFFFF"/>
                          </a:solidFill>
                          <a:effectLst/>
                          <a:latin typeface="quote-cjk-patch"/>
                        </a:rPr>
                        <a:t>Svar</a:t>
                      </a:r>
                    </a:p>
                  </a:txBody>
                  <a:tcPr marL="164169" marR="98501" marT="0" marB="0"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3043362716"/>
                  </a:ext>
                </a:extLst>
              </a:tr>
              <a:tr h="283213">
                <a:tc>
                  <a:txBody>
                    <a:bodyPr/>
                    <a:lstStyle/>
                    <a:p>
                      <a:pPr>
                        <a:lnSpc>
                          <a:spcPct val="100000"/>
                        </a:lnSpc>
                        <a:buNone/>
                      </a:pPr>
                      <a:r>
                        <a:rPr lang="sv-SE" sz="2000" b="1">
                          <a:solidFill>
                            <a:schemeClr val="tx1">
                              <a:lumMod val="85000"/>
                              <a:lumOff val="15000"/>
                            </a:schemeClr>
                          </a:solidFill>
                          <a:effectLst/>
                          <a:latin typeface="quote-cjk-patch"/>
                        </a:rPr>
                        <a:t>Måste jag installera fler tillägg?</a:t>
                      </a:r>
                      <a:endParaRPr lang="sv-SE" sz="2000" b="0">
                        <a:solidFill>
                          <a:schemeClr val="tx1">
                            <a:lumMod val="85000"/>
                            <a:lumOff val="15000"/>
                          </a:schemeClr>
                        </a:solidFill>
                        <a:effectLst/>
                        <a:latin typeface="quote-cjk-patch"/>
                      </a:endParaRPr>
                    </a:p>
                  </a:txBody>
                  <a:tcPr marL="164169" marR="98501" marT="0" marB="0"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nSpc>
                          <a:spcPct val="100000"/>
                        </a:lnSpc>
                        <a:buNone/>
                      </a:pPr>
                      <a:r>
                        <a:rPr lang="sv-SE" sz="2000" b="0">
                          <a:solidFill>
                            <a:schemeClr val="tx1">
                              <a:lumMod val="85000"/>
                              <a:lumOff val="15000"/>
                            </a:schemeClr>
                          </a:solidFill>
                          <a:effectLst/>
                          <a:latin typeface="quote-cjk-patch"/>
                        </a:rPr>
                        <a:t>Nej, Python-tillägget från Microsoft är det enda du absolut behöver. Det innehåller allt grundläggande stöd för Python.</a:t>
                      </a:r>
                    </a:p>
                  </a:txBody>
                  <a:tcPr marL="164169" marR="98501" marT="0" marB="0"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1107767586"/>
                  </a:ext>
                </a:extLst>
              </a:tr>
              <a:tr h="283213">
                <a:tc>
                  <a:txBody>
                    <a:bodyPr/>
                    <a:lstStyle/>
                    <a:p>
                      <a:pPr>
                        <a:lnSpc>
                          <a:spcPct val="100000"/>
                        </a:lnSpc>
                        <a:buNone/>
                      </a:pPr>
                      <a:r>
                        <a:rPr lang="sv-SE" sz="2000" b="1">
                          <a:solidFill>
                            <a:schemeClr val="tx1">
                              <a:lumMod val="85000"/>
                              <a:lumOff val="15000"/>
                            </a:schemeClr>
                          </a:solidFill>
                          <a:effectLst/>
                          <a:latin typeface="quote-cjk-patch"/>
                        </a:rPr>
                        <a:t>Vad är Pylance?</a:t>
                      </a:r>
                      <a:endParaRPr lang="sv-SE" sz="2000" b="0">
                        <a:solidFill>
                          <a:schemeClr val="tx1">
                            <a:lumMod val="85000"/>
                            <a:lumOff val="15000"/>
                          </a:schemeClr>
                        </a:solidFill>
                        <a:effectLst/>
                        <a:latin typeface="quote-cjk-patch"/>
                      </a:endParaRPr>
                    </a:p>
                  </a:txBody>
                  <a:tcPr marL="164169" marR="98501" marT="0" marB="0"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nSpc>
                          <a:spcPct val="100000"/>
                        </a:lnSpc>
                        <a:buNone/>
                      </a:pPr>
                      <a:r>
                        <a:rPr lang="sv-SE" sz="2000" b="0">
                          <a:solidFill>
                            <a:schemeClr val="tx1">
                              <a:lumMod val="85000"/>
                              <a:lumOff val="15000"/>
                            </a:schemeClr>
                          </a:solidFill>
                          <a:effectLst/>
                          <a:latin typeface="quote-cjk-patch"/>
                        </a:rPr>
                        <a:t>Pylance är en del av Python-tillägget. Det är "motorn" som ger dig smarta kodförslag, felsökning och snabb navigering i koden .</a:t>
                      </a:r>
                    </a:p>
                  </a:txBody>
                  <a:tcPr marL="164169" marR="98501" marT="0" marB="0"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411023253"/>
                  </a:ext>
                </a:extLst>
              </a:tr>
              <a:tr h="283213">
                <a:tc>
                  <a:txBody>
                    <a:bodyPr/>
                    <a:lstStyle/>
                    <a:p>
                      <a:pPr>
                        <a:lnSpc>
                          <a:spcPct val="100000"/>
                        </a:lnSpc>
                        <a:buNone/>
                      </a:pPr>
                      <a:r>
                        <a:rPr lang="sv-SE" sz="2000" b="1">
                          <a:solidFill>
                            <a:schemeClr val="tx1">
                              <a:lumMod val="85000"/>
                              <a:lumOff val="15000"/>
                            </a:schemeClr>
                          </a:solidFill>
                          <a:effectLst/>
                          <a:latin typeface="quote-cjk-patch"/>
                        </a:rPr>
                        <a:t>Varför får min kod inte färger?</a:t>
                      </a:r>
                      <a:endParaRPr lang="sv-SE" sz="2000" b="0">
                        <a:solidFill>
                          <a:schemeClr val="tx1">
                            <a:lumMod val="85000"/>
                            <a:lumOff val="15000"/>
                          </a:schemeClr>
                        </a:solidFill>
                        <a:effectLst/>
                        <a:latin typeface="quote-cjk-patch"/>
                      </a:endParaRPr>
                    </a:p>
                  </a:txBody>
                  <a:tcPr marL="164169" marR="98501" marT="0" marB="0"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nSpc>
                          <a:spcPct val="100000"/>
                        </a:lnSpc>
                        <a:buNone/>
                      </a:pPr>
                      <a:r>
                        <a:rPr lang="sv-SE" sz="2000" b="0">
                          <a:solidFill>
                            <a:schemeClr val="tx1">
                              <a:lumMod val="85000"/>
                              <a:lumOff val="15000"/>
                            </a:schemeClr>
                          </a:solidFill>
                          <a:effectLst/>
                          <a:latin typeface="quote-cjk-patch"/>
                        </a:rPr>
                        <a:t>Då har troligen tillägget inte installerats korrekt. Dubbelkolla att du ser "INSTALLED" bredvid Python-tillägget. Testa också att starta om VS Code.</a:t>
                      </a:r>
                    </a:p>
                  </a:txBody>
                  <a:tcPr marL="164169" marR="98501" marT="0" marB="0"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265156830"/>
                  </a:ext>
                </a:extLst>
              </a:tr>
              <a:tr h="524468">
                <a:tc>
                  <a:txBody>
                    <a:bodyPr/>
                    <a:lstStyle/>
                    <a:p>
                      <a:pPr>
                        <a:lnSpc>
                          <a:spcPct val="100000"/>
                        </a:lnSpc>
                        <a:buNone/>
                      </a:pPr>
                      <a:r>
                        <a:rPr lang="sv-SE" sz="2000" b="1">
                          <a:solidFill>
                            <a:schemeClr val="tx1">
                              <a:lumMod val="85000"/>
                              <a:lumOff val="15000"/>
                            </a:schemeClr>
                          </a:solidFill>
                          <a:effectLst/>
                          <a:latin typeface="quote-cjk-patch"/>
                        </a:rPr>
                        <a:t>Vad betyder de olika färgerna?</a:t>
                      </a:r>
                      <a:endParaRPr lang="sv-SE" sz="2000" b="0">
                        <a:solidFill>
                          <a:schemeClr val="tx1">
                            <a:lumMod val="85000"/>
                            <a:lumOff val="15000"/>
                          </a:schemeClr>
                        </a:solidFill>
                        <a:effectLst/>
                        <a:latin typeface="quote-cjk-patch"/>
                      </a:endParaRPr>
                    </a:p>
                  </a:txBody>
                  <a:tcPr marL="164169" marR="98501" marT="0" marB="0"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nSpc>
                          <a:spcPct val="100000"/>
                        </a:lnSpc>
                        <a:buNone/>
                      </a:pPr>
                      <a:r>
                        <a:rPr lang="sv-SE" sz="2000" b="0">
                          <a:solidFill>
                            <a:schemeClr val="tx1">
                              <a:lumMod val="85000"/>
                              <a:lumOff val="15000"/>
                            </a:schemeClr>
                          </a:solidFill>
                          <a:effectLst/>
                          <a:latin typeface="quote-cjk-patch"/>
                        </a:rPr>
                        <a:t>VS Code färglägger olika delar av koden för att göra den lättare att läsa:</a:t>
                      </a:r>
                      <a:br>
                        <a:rPr lang="sv-SE" sz="2000" b="0">
                          <a:solidFill>
                            <a:srgbClr val="262626"/>
                          </a:solidFill>
                          <a:effectLst/>
                          <a:latin typeface="quote-cjk-patch"/>
                        </a:rPr>
                      </a:br>
                      <a:r>
                        <a:rPr lang="sv-SE" sz="2000" b="0">
                          <a:solidFill>
                            <a:schemeClr val="tx1">
                              <a:lumMod val="85000"/>
                              <a:lumOff val="15000"/>
                            </a:schemeClr>
                          </a:solidFill>
                          <a:effectLst/>
                          <a:latin typeface="quote-cjk-patch"/>
                        </a:rPr>
                        <a:t>• </a:t>
                      </a:r>
                      <a:r>
                        <a:rPr lang="sv-SE" sz="2000" b="1">
                          <a:solidFill>
                            <a:schemeClr val="tx1">
                              <a:lumMod val="85000"/>
                              <a:lumOff val="15000"/>
                            </a:schemeClr>
                          </a:solidFill>
                          <a:effectLst/>
                          <a:latin typeface="quote-cjk-patch"/>
                        </a:rPr>
                        <a:t>Blå/Lila</a:t>
                      </a:r>
                      <a:r>
                        <a:rPr lang="sv-SE" sz="2000" b="0">
                          <a:solidFill>
                            <a:schemeClr val="tx1">
                              <a:lumMod val="85000"/>
                              <a:lumOff val="15000"/>
                            </a:schemeClr>
                          </a:solidFill>
                          <a:effectLst/>
                          <a:latin typeface="quote-cjk-patch"/>
                        </a:rPr>
                        <a:t>: Nyckelord som </a:t>
                      </a:r>
                      <a:r>
                        <a:rPr lang="sv-SE" sz="2000" b="0">
                          <a:solidFill>
                            <a:schemeClr val="tx1">
                              <a:lumMod val="85000"/>
                              <a:lumOff val="15000"/>
                            </a:schemeClr>
                          </a:solidFill>
                          <a:effectLst/>
                          <a:latin typeface="Menlo"/>
                        </a:rPr>
                        <a:t>print</a:t>
                      </a:r>
                      <a:r>
                        <a:rPr lang="sv-SE" sz="2000" b="0">
                          <a:solidFill>
                            <a:schemeClr val="tx1">
                              <a:lumMod val="85000"/>
                              <a:lumOff val="15000"/>
                            </a:schemeClr>
                          </a:solidFill>
                          <a:effectLst/>
                          <a:latin typeface="quote-cjk-patch"/>
                        </a:rPr>
                        <a:t>, </a:t>
                      </a:r>
                      <a:r>
                        <a:rPr lang="sv-SE" sz="2000" b="0">
                          <a:solidFill>
                            <a:schemeClr val="tx1">
                              <a:lumMod val="85000"/>
                              <a:lumOff val="15000"/>
                            </a:schemeClr>
                          </a:solidFill>
                          <a:effectLst/>
                          <a:latin typeface="Menlo"/>
                        </a:rPr>
                        <a:t>if</a:t>
                      </a:r>
                      <a:r>
                        <a:rPr lang="sv-SE" sz="2000" b="0">
                          <a:solidFill>
                            <a:schemeClr val="tx1">
                              <a:lumMod val="85000"/>
                              <a:lumOff val="15000"/>
                            </a:schemeClr>
                          </a:solidFill>
                          <a:effectLst/>
                          <a:latin typeface="quote-cjk-patch"/>
                        </a:rPr>
                        <a:t>, </a:t>
                      </a:r>
                      <a:r>
                        <a:rPr lang="sv-SE" sz="2000" b="0">
                          <a:solidFill>
                            <a:schemeClr val="tx1">
                              <a:lumMod val="85000"/>
                              <a:lumOff val="15000"/>
                            </a:schemeClr>
                          </a:solidFill>
                          <a:effectLst/>
                          <a:latin typeface="Menlo"/>
                        </a:rPr>
                        <a:t>for</a:t>
                      </a:r>
                      <a:br>
                        <a:rPr lang="sv-SE" sz="2000" b="0">
                          <a:solidFill>
                            <a:srgbClr val="262626"/>
                          </a:solidFill>
                          <a:effectLst/>
                          <a:latin typeface="quote-cjk-patch"/>
                        </a:rPr>
                      </a:br>
                      <a:r>
                        <a:rPr lang="sv-SE" sz="2000" b="0">
                          <a:solidFill>
                            <a:schemeClr val="tx1">
                              <a:lumMod val="85000"/>
                              <a:lumOff val="15000"/>
                            </a:schemeClr>
                          </a:solidFill>
                          <a:effectLst/>
                          <a:latin typeface="quote-cjk-patch"/>
                        </a:rPr>
                        <a:t>• </a:t>
                      </a:r>
                      <a:r>
                        <a:rPr lang="sv-SE" sz="2000" b="1">
                          <a:solidFill>
                            <a:schemeClr val="tx1">
                              <a:lumMod val="85000"/>
                              <a:lumOff val="15000"/>
                            </a:schemeClr>
                          </a:solidFill>
                          <a:effectLst/>
                          <a:latin typeface="quote-cjk-patch"/>
                        </a:rPr>
                        <a:t>Orange/Grön</a:t>
                      </a:r>
                      <a:r>
                        <a:rPr lang="sv-SE" sz="2000" b="0">
                          <a:solidFill>
                            <a:schemeClr val="tx1">
                              <a:lumMod val="85000"/>
                              <a:lumOff val="15000"/>
                            </a:schemeClr>
                          </a:solidFill>
                          <a:effectLst/>
                          <a:latin typeface="quote-cjk-patch"/>
                        </a:rPr>
                        <a:t>: Text inom citattecken</a:t>
                      </a:r>
                      <a:br>
                        <a:rPr lang="sv-SE" sz="2000" b="0">
                          <a:solidFill>
                            <a:srgbClr val="262626"/>
                          </a:solidFill>
                          <a:effectLst/>
                          <a:latin typeface="quote-cjk-patch"/>
                        </a:rPr>
                      </a:br>
                      <a:r>
                        <a:rPr lang="sv-SE" sz="2000" b="0">
                          <a:solidFill>
                            <a:schemeClr val="tx1">
                              <a:lumMod val="85000"/>
                              <a:lumOff val="15000"/>
                            </a:schemeClr>
                          </a:solidFill>
                          <a:effectLst/>
                          <a:latin typeface="quote-cjk-patch"/>
                        </a:rPr>
                        <a:t>• </a:t>
                      </a:r>
                      <a:r>
                        <a:rPr lang="sv-SE" sz="2000" b="1">
                          <a:solidFill>
                            <a:schemeClr val="tx1">
                              <a:lumMod val="85000"/>
                              <a:lumOff val="15000"/>
                            </a:schemeClr>
                          </a:solidFill>
                          <a:effectLst/>
                          <a:latin typeface="quote-cjk-patch"/>
                        </a:rPr>
                        <a:t>Gul</a:t>
                      </a:r>
                      <a:r>
                        <a:rPr lang="sv-SE" sz="2000" b="0">
                          <a:solidFill>
                            <a:schemeClr val="tx1">
                              <a:lumMod val="85000"/>
                              <a:lumOff val="15000"/>
                            </a:schemeClr>
                          </a:solidFill>
                          <a:effectLst/>
                          <a:latin typeface="quote-cjk-patch"/>
                        </a:rPr>
                        <a:t>: Tal och siffror</a:t>
                      </a:r>
                      <a:br>
                        <a:rPr lang="sv-SE" sz="2000" b="0">
                          <a:solidFill>
                            <a:srgbClr val="262626"/>
                          </a:solidFill>
                          <a:effectLst/>
                          <a:latin typeface="quote-cjk-patch"/>
                        </a:rPr>
                      </a:br>
                      <a:r>
                        <a:rPr lang="sv-SE" sz="2000" b="0">
                          <a:solidFill>
                            <a:schemeClr val="tx1">
                              <a:lumMod val="85000"/>
                              <a:lumOff val="15000"/>
                            </a:schemeClr>
                          </a:solidFill>
                          <a:effectLst/>
                          <a:latin typeface="quote-cjk-patch"/>
                        </a:rPr>
                        <a:t>• </a:t>
                      </a:r>
                      <a:r>
                        <a:rPr lang="sv-SE" sz="2000" b="1">
                          <a:solidFill>
                            <a:schemeClr val="tx1">
                              <a:lumMod val="85000"/>
                              <a:lumOff val="15000"/>
                            </a:schemeClr>
                          </a:solidFill>
                          <a:effectLst/>
                          <a:latin typeface="quote-cjk-patch"/>
                        </a:rPr>
                        <a:t>Vit</a:t>
                      </a:r>
                      <a:r>
                        <a:rPr lang="sv-SE" sz="2000" b="0">
                          <a:solidFill>
                            <a:schemeClr val="tx1">
                              <a:lumMod val="85000"/>
                              <a:lumOff val="15000"/>
                            </a:schemeClr>
                          </a:solidFill>
                          <a:effectLst/>
                          <a:latin typeface="quote-cjk-patch"/>
                        </a:rPr>
                        <a:t>: Vanlig text</a:t>
                      </a:r>
                    </a:p>
                  </a:txBody>
                  <a:tcPr marL="164169" marR="98501" marT="0" marB="0"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551454403"/>
                  </a:ext>
                </a:extLst>
              </a:tr>
              <a:tr h="262234">
                <a:tc>
                  <a:txBody>
                    <a:bodyPr/>
                    <a:lstStyle/>
                    <a:p>
                      <a:pPr>
                        <a:lnSpc>
                          <a:spcPct val="100000"/>
                        </a:lnSpc>
                        <a:buNone/>
                      </a:pPr>
                      <a:r>
                        <a:rPr lang="sv-SE" sz="2000" b="1">
                          <a:solidFill>
                            <a:schemeClr val="tx1">
                              <a:lumMod val="85000"/>
                              <a:lumOff val="15000"/>
                            </a:schemeClr>
                          </a:solidFill>
                          <a:effectLst/>
                          <a:latin typeface="quote-cjk-patch"/>
                        </a:rPr>
                        <a:t>Jag ser ingen "Play"-knapp, varför?</a:t>
                      </a:r>
                      <a:endParaRPr lang="sv-SE" sz="2000" b="0">
                        <a:solidFill>
                          <a:schemeClr val="tx1">
                            <a:lumMod val="85000"/>
                            <a:lumOff val="15000"/>
                          </a:schemeClr>
                        </a:solidFill>
                        <a:effectLst/>
                        <a:latin typeface="quote-cjk-patch"/>
                      </a:endParaRPr>
                    </a:p>
                  </a:txBody>
                  <a:tcPr marL="164169" marR="98501" marT="0" marB="0"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nSpc>
                          <a:spcPct val="100000"/>
                        </a:lnSpc>
                        <a:buNone/>
                      </a:pPr>
                      <a:r>
                        <a:rPr lang="sv-SE" sz="2000" b="0">
                          <a:solidFill>
                            <a:schemeClr val="tx1">
                              <a:lumMod val="85000"/>
                              <a:lumOff val="15000"/>
                            </a:schemeClr>
                          </a:solidFill>
                          <a:effectLst/>
                          <a:latin typeface="quote-cjk-patch"/>
                        </a:rPr>
                        <a:t>"Play"-knappen visas bara när du har en Python-fil öppen (fil som slutar med </a:t>
                      </a:r>
                      <a:r>
                        <a:rPr lang="sv-SE" sz="2000" b="0">
                          <a:solidFill>
                            <a:schemeClr val="tx1">
                              <a:lumMod val="85000"/>
                              <a:lumOff val="15000"/>
                            </a:schemeClr>
                          </a:solidFill>
                          <a:effectLst/>
                          <a:latin typeface="Menlo"/>
                        </a:rPr>
                        <a:t>.py</a:t>
                      </a:r>
                      <a:r>
                        <a:rPr lang="sv-SE" sz="2000" b="0">
                          <a:solidFill>
                            <a:schemeClr val="tx1">
                              <a:lumMod val="85000"/>
                              <a:lumOff val="15000"/>
                            </a:schemeClr>
                          </a:solidFill>
                          <a:effectLst/>
                          <a:latin typeface="quote-cjk-patch"/>
                        </a:rPr>
                        <a:t>). Kontrollera att din fil heter </a:t>
                      </a:r>
                      <a:r>
                        <a:rPr lang="sv-SE" sz="2000" b="0">
                          <a:solidFill>
                            <a:schemeClr val="tx1">
                              <a:lumMod val="85000"/>
                              <a:lumOff val="15000"/>
                            </a:schemeClr>
                          </a:solidFill>
                          <a:effectLst/>
                          <a:latin typeface="Menlo"/>
                        </a:rPr>
                        <a:t>test.py</a:t>
                      </a:r>
                      <a:r>
                        <a:rPr lang="sv-SE" sz="2000" b="0">
                          <a:solidFill>
                            <a:schemeClr val="tx1">
                              <a:lumMod val="85000"/>
                              <a:lumOff val="15000"/>
                            </a:schemeClr>
                          </a:solidFill>
                          <a:effectLst/>
                          <a:latin typeface="quote-cjk-patch"/>
                        </a:rPr>
                        <a:t> och inte </a:t>
                      </a:r>
                      <a:r>
                        <a:rPr lang="sv-SE" sz="2000" b="0">
                          <a:solidFill>
                            <a:schemeClr val="tx1">
                              <a:lumMod val="85000"/>
                              <a:lumOff val="15000"/>
                            </a:schemeClr>
                          </a:solidFill>
                          <a:effectLst/>
                          <a:latin typeface="Menlo"/>
                        </a:rPr>
                        <a:t>test.txt</a:t>
                      </a:r>
                      <a:r>
                        <a:rPr lang="sv-SE" sz="2000" b="0">
                          <a:solidFill>
                            <a:schemeClr val="tx1">
                              <a:lumMod val="85000"/>
                              <a:lumOff val="15000"/>
                            </a:schemeClr>
                          </a:solidFill>
                          <a:effectLst/>
                          <a:latin typeface="quote-cjk-patch"/>
                        </a:rPr>
                        <a:t>.</a:t>
                      </a:r>
                    </a:p>
                  </a:txBody>
                  <a:tcPr marL="164169" marR="98501" marT="0" marB="0"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214118587"/>
                  </a:ext>
                </a:extLst>
              </a:tr>
              <a:tr h="283213">
                <a:tc>
                  <a:txBody>
                    <a:bodyPr/>
                    <a:lstStyle/>
                    <a:p>
                      <a:pPr>
                        <a:lnSpc>
                          <a:spcPct val="100000"/>
                        </a:lnSpc>
                        <a:buNone/>
                      </a:pPr>
                      <a:r>
                        <a:rPr lang="sv-SE" sz="2000" b="1">
                          <a:solidFill>
                            <a:schemeClr val="tx1">
                              <a:lumMod val="85000"/>
                              <a:lumOff val="15000"/>
                            </a:schemeClr>
                          </a:solidFill>
                          <a:effectLst/>
                          <a:latin typeface="quote-cjk-patch"/>
                        </a:rPr>
                        <a:t>Kan jag installera tillägg på andra språk?</a:t>
                      </a:r>
                      <a:endParaRPr lang="sv-SE" sz="2000" b="0">
                        <a:solidFill>
                          <a:schemeClr val="tx1">
                            <a:lumMod val="85000"/>
                            <a:lumOff val="15000"/>
                          </a:schemeClr>
                        </a:solidFill>
                        <a:effectLst/>
                        <a:latin typeface="quote-cjk-patch"/>
                      </a:endParaRPr>
                    </a:p>
                  </a:txBody>
                  <a:tcPr marL="164169" marR="98501" marT="0" marB="0" anchor="ctr">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lnSpc>
                          <a:spcPct val="100000"/>
                        </a:lnSpc>
                        <a:buNone/>
                      </a:pPr>
                      <a:r>
                        <a:rPr lang="sv-SE" sz="2000" b="0">
                          <a:solidFill>
                            <a:schemeClr val="tx1">
                              <a:lumMod val="85000"/>
                              <a:lumOff val="15000"/>
                            </a:schemeClr>
                          </a:solidFill>
                          <a:effectLst/>
                          <a:latin typeface="quote-cjk-patch"/>
                        </a:rPr>
                        <a:t>Ja! VS Code har tillägg för nästan alla programmeringsspråk. Sök bara efter språket du vill använda.</a:t>
                      </a:r>
                    </a:p>
                  </a:txBody>
                  <a:tcPr marL="164169" marR="98501" marT="0" marB="0" anchor="ctr">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3707017541"/>
                  </a:ext>
                </a:extLst>
              </a:tr>
            </a:tbl>
          </a:graphicData>
        </a:graphic>
      </p:graphicFrame>
    </p:spTree>
    <p:extLst>
      <p:ext uri="{BB962C8B-B14F-4D97-AF65-F5344CB8AC3E}">
        <p14:creationId xmlns:p14="http://schemas.microsoft.com/office/powerpoint/2010/main" val="6091848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2F037B05-8D04-800E-5788-30C6A7D3D18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err="1">
                <a:solidFill>
                  <a:srgbClr val="FFFFFF"/>
                </a:solidFill>
                <a:latin typeface="+mj-lt"/>
                <a:ea typeface="+mj-ea"/>
                <a:cs typeface="+mj-cs"/>
              </a:rPr>
              <a:t>Felsökning</a:t>
            </a:r>
            <a:r>
              <a:rPr lang="en-US" sz="4000" kern="1200">
                <a:solidFill>
                  <a:srgbClr val="FFFFFF"/>
                </a:solidFill>
                <a:latin typeface="+mj-lt"/>
                <a:ea typeface="+mj-ea"/>
                <a:cs typeface="+mj-cs"/>
              </a:rPr>
              <a:t> </a:t>
            </a:r>
          </a:p>
        </p:txBody>
      </p:sp>
      <p:graphicFrame>
        <p:nvGraphicFramePr>
          <p:cNvPr id="5" name="Platshållare för innehåll 4">
            <a:extLst>
              <a:ext uri="{FF2B5EF4-FFF2-40B4-BE49-F238E27FC236}">
                <a16:creationId xmlns:a16="http://schemas.microsoft.com/office/drawing/2014/main" id="{42430493-ABB7-3A43-9256-AE816C8F8F0F}"/>
              </a:ext>
            </a:extLst>
          </p:cNvPr>
          <p:cNvGraphicFramePr>
            <a:graphicFrameLocks noGrp="1"/>
          </p:cNvGraphicFramePr>
          <p:nvPr>
            <p:ph idx="1"/>
            <p:extLst>
              <p:ext uri="{D42A27DB-BD31-4B8C-83A1-F6EECF244321}">
                <p14:modId xmlns:p14="http://schemas.microsoft.com/office/powerpoint/2010/main" val="259418683"/>
              </p:ext>
            </p:extLst>
          </p:nvPr>
        </p:nvGraphicFramePr>
        <p:xfrm>
          <a:off x="87442" y="1648918"/>
          <a:ext cx="12013201" cy="5119288"/>
        </p:xfrm>
        <a:graphic>
          <a:graphicData uri="http://schemas.openxmlformats.org/drawingml/2006/table">
            <a:tbl>
              <a:tblPr firstRow="1" bandRow="1">
                <a:tableStyleId>{9D7B26C5-4107-4FEC-AEDC-1716B250A1EF}</a:tableStyleId>
              </a:tblPr>
              <a:tblGrid>
                <a:gridCol w="2880101">
                  <a:extLst>
                    <a:ext uri="{9D8B030D-6E8A-4147-A177-3AD203B41FA5}">
                      <a16:colId xmlns:a16="http://schemas.microsoft.com/office/drawing/2014/main" val="1591270572"/>
                    </a:ext>
                  </a:extLst>
                </a:gridCol>
                <a:gridCol w="2079355">
                  <a:extLst>
                    <a:ext uri="{9D8B030D-6E8A-4147-A177-3AD203B41FA5}">
                      <a16:colId xmlns:a16="http://schemas.microsoft.com/office/drawing/2014/main" val="1523058501"/>
                    </a:ext>
                  </a:extLst>
                </a:gridCol>
                <a:gridCol w="7053745">
                  <a:extLst>
                    <a:ext uri="{9D8B030D-6E8A-4147-A177-3AD203B41FA5}">
                      <a16:colId xmlns:a16="http://schemas.microsoft.com/office/drawing/2014/main" val="2425164465"/>
                    </a:ext>
                  </a:extLst>
                </a:gridCol>
              </a:tblGrid>
              <a:tr h="513316">
                <a:tc>
                  <a:txBody>
                    <a:bodyPr/>
                    <a:lstStyle/>
                    <a:p>
                      <a:pPr algn="l">
                        <a:lnSpc>
                          <a:spcPts val="1875"/>
                        </a:lnSpc>
                        <a:buNone/>
                      </a:pPr>
                      <a:r>
                        <a:rPr lang="sv-SE" sz="1800" b="1">
                          <a:effectLst/>
                        </a:rPr>
                        <a:t>Problem</a:t>
                      </a:r>
                      <a:endParaRPr lang="sv-SE" sz="1800" b="0">
                        <a:effectLst/>
                        <a:latin typeface="quote-cjk-patch"/>
                      </a:endParaRPr>
                    </a:p>
                  </a:txBody>
                  <a:tcPr marL="87997" marR="146662" marT="91664" marB="91664" anchor="ctr"/>
                </a:tc>
                <a:tc>
                  <a:txBody>
                    <a:bodyPr/>
                    <a:lstStyle/>
                    <a:p>
                      <a:pPr algn="l">
                        <a:lnSpc>
                          <a:spcPts val="1875"/>
                        </a:lnSpc>
                        <a:buNone/>
                      </a:pPr>
                      <a:r>
                        <a:rPr lang="sv-SE" sz="1800" b="1">
                          <a:effectLst/>
                        </a:rPr>
                        <a:t>Felmeddelande</a:t>
                      </a:r>
                      <a:endParaRPr lang="sv-SE" sz="1800" b="0">
                        <a:effectLst/>
                        <a:latin typeface="quote-cjk-patch"/>
                      </a:endParaRPr>
                    </a:p>
                  </a:txBody>
                  <a:tcPr marL="146662" marR="146662" marT="91664" marB="91664" anchor="ctr"/>
                </a:tc>
                <a:tc>
                  <a:txBody>
                    <a:bodyPr/>
                    <a:lstStyle/>
                    <a:p>
                      <a:pPr algn="l">
                        <a:lnSpc>
                          <a:spcPts val="1875"/>
                        </a:lnSpc>
                        <a:buNone/>
                      </a:pPr>
                      <a:r>
                        <a:rPr lang="sv-SE" sz="1800" b="1">
                          <a:effectLst/>
                        </a:rPr>
                        <a:t>Lösning</a:t>
                      </a:r>
                      <a:endParaRPr lang="sv-SE" sz="1800" b="0">
                        <a:effectLst/>
                        <a:latin typeface="quote-cjk-patch"/>
                      </a:endParaRPr>
                    </a:p>
                  </a:txBody>
                  <a:tcPr marL="146662" marR="146662" marT="91664" marB="91664" anchor="ctr"/>
                </a:tc>
                <a:extLst>
                  <a:ext uri="{0D108BD9-81ED-4DB2-BD59-A6C34878D82A}">
                    <a16:rowId xmlns:a16="http://schemas.microsoft.com/office/drawing/2014/main" val="853367572"/>
                  </a:ext>
                </a:extLst>
              </a:tr>
              <a:tr h="1054379">
                <a:tc>
                  <a:txBody>
                    <a:bodyPr/>
                    <a:lstStyle/>
                    <a:p>
                      <a:pPr>
                        <a:lnSpc>
                          <a:spcPts val="1875"/>
                        </a:lnSpc>
                        <a:buNone/>
                      </a:pPr>
                      <a:r>
                        <a:rPr lang="sv-SE" sz="2000" b="1">
                          <a:effectLst/>
                        </a:rPr>
                        <a:t>Hittar inte Python-tillägget</a:t>
                      </a:r>
                      <a:endParaRPr lang="sv-SE" sz="2000" b="0">
                        <a:effectLst/>
                        <a:latin typeface="quote-cjk-patch"/>
                      </a:endParaRPr>
                    </a:p>
                  </a:txBody>
                  <a:tcPr marL="87997" marR="146662" marT="91664" marB="91664" anchor="ctr"/>
                </a:tc>
                <a:tc>
                  <a:txBody>
                    <a:bodyPr/>
                    <a:lstStyle/>
                    <a:p>
                      <a:pPr>
                        <a:lnSpc>
                          <a:spcPts val="1875"/>
                        </a:lnSpc>
                        <a:buNone/>
                      </a:pPr>
                      <a:r>
                        <a:rPr lang="sv-SE" sz="2000" b="0">
                          <a:effectLst/>
                        </a:rPr>
                        <a:t>-</a:t>
                      </a:r>
                      <a:endParaRPr lang="sv-SE" sz="2000" b="0">
                        <a:effectLst/>
                        <a:latin typeface="quote-cjk-patch"/>
                      </a:endParaRPr>
                    </a:p>
                  </a:txBody>
                  <a:tcPr marL="146662" marR="146662" marT="91664" marB="91664" anchor="ctr"/>
                </a:tc>
                <a:tc>
                  <a:txBody>
                    <a:bodyPr/>
                    <a:lstStyle/>
                    <a:p>
                      <a:pPr>
                        <a:lnSpc>
                          <a:spcPts val="1875"/>
                        </a:lnSpc>
                        <a:buNone/>
                      </a:pPr>
                      <a:r>
                        <a:rPr lang="sv-SE" sz="2000" b="0">
                          <a:effectLst/>
                        </a:rPr>
                        <a:t>Kontrollera att du är på fliken "Extensions" (pusselbitsikonen) och inte på "Search" i utforskaren.</a:t>
                      </a:r>
                      <a:endParaRPr lang="sv-SE" sz="2000" b="0">
                        <a:effectLst/>
                        <a:latin typeface="quote-cjk-patch"/>
                      </a:endParaRPr>
                    </a:p>
                  </a:txBody>
                  <a:tcPr marL="146662" marR="87997" marT="91664" marB="91664" anchor="ctr"/>
                </a:tc>
                <a:extLst>
                  <a:ext uri="{0D108BD9-81ED-4DB2-BD59-A6C34878D82A}">
                    <a16:rowId xmlns:a16="http://schemas.microsoft.com/office/drawing/2014/main" val="2299239218"/>
                  </a:ext>
                </a:extLst>
              </a:tr>
              <a:tr h="790784">
                <a:tc>
                  <a:txBody>
                    <a:bodyPr/>
                    <a:lstStyle/>
                    <a:p>
                      <a:pPr>
                        <a:lnSpc>
                          <a:spcPts val="1875"/>
                        </a:lnSpc>
                        <a:buNone/>
                      </a:pPr>
                      <a:r>
                        <a:rPr lang="sv-SE" sz="2000" b="1">
                          <a:effectLst/>
                        </a:rPr>
                        <a:t>Installationen fastnar</a:t>
                      </a:r>
                      <a:endParaRPr lang="sv-SE" sz="2000" b="0">
                        <a:effectLst/>
                        <a:latin typeface="quote-cjk-patch"/>
                      </a:endParaRPr>
                    </a:p>
                  </a:txBody>
                  <a:tcPr marL="87997" marR="146662" marT="91664" marB="91664" anchor="ctr"/>
                </a:tc>
                <a:tc>
                  <a:txBody>
                    <a:bodyPr/>
                    <a:lstStyle/>
                    <a:p>
                      <a:pPr>
                        <a:lnSpc>
                          <a:spcPts val="1875"/>
                        </a:lnSpc>
                        <a:buNone/>
                      </a:pPr>
                      <a:r>
                        <a:rPr lang="sv-SE" sz="2000" b="0">
                          <a:effectLst/>
                        </a:rPr>
                        <a:t>-</a:t>
                      </a:r>
                      <a:endParaRPr lang="sv-SE" sz="2000" b="0">
                        <a:effectLst/>
                        <a:latin typeface="quote-cjk-patch"/>
                      </a:endParaRPr>
                    </a:p>
                  </a:txBody>
                  <a:tcPr marL="146662" marR="146662" marT="91664" marB="91664" anchor="ctr"/>
                </a:tc>
                <a:tc>
                  <a:txBody>
                    <a:bodyPr/>
                    <a:lstStyle/>
                    <a:p>
                      <a:pPr>
                        <a:lnSpc>
                          <a:spcPts val="1875"/>
                        </a:lnSpc>
                        <a:buNone/>
                      </a:pPr>
                      <a:r>
                        <a:rPr lang="sv-SE" sz="2000" b="0">
                          <a:effectLst/>
                        </a:rPr>
                        <a:t>Starta om VS Code och försök igen. Kontrollera internetanslutningen.</a:t>
                      </a:r>
                      <a:endParaRPr lang="sv-SE" sz="2000" b="0">
                        <a:effectLst/>
                        <a:latin typeface="quote-cjk-patch"/>
                      </a:endParaRPr>
                    </a:p>
                  </a:txBody>
                  <a:tcPr marL="146662" marR="87997" marT="91664" marB="91664" anchor="ctr"/>
                </a:tc>
                <a:extLst>
                  <a:ext uri="{0D108BD9-81ED-4DB2-BD59-A6C34878D82A}">
                    <a16:rowId xmlns:a16="http://schemas.microsoft.com/office/drawing/2014/main" val="3727422659"/>
                  </a:ext>
                </a:extLst>
              </a:tr>
              <a:tr h="971139">
                <a:tc>
                  <a:txBody>
                    <a:bodyPr/>
                    <a:lstStyle/>
                    <a:p>
                      <a:pPr>
                        <a:lnSpc>
                          <a:spcPts val="1875"/>
                        </a:lnSpc>
                        <a:buNone/>
                      </a:pPr>
                      <a:r>
                        <a:rPr lang="sv-SE" sz="2000" b="1">
                          <a:effectLst/>
                        </a:rPr>
                        <a:t>Ingen färg i koden</a:t>
                      </a:r>
                      <a:endParaRPr lang="sv-SE" sz="2000" b="0">
                        <a:effectLst/>
                        <a:latin typeface="quote-cjk-patch"/>
                      </a:endParaRPr>
                    </a:p>
                  </a:txBody>
                  <a:tcPr marL="87997" marR="146662" marT="91664" marB="91664" anchor="ctr"/>
                </a:tc>
                <a:tc>
                  <a:txBody>
                    <a:bodyPr/>
                    <a:lstStyle/>
                    <a:p>
                      <a:pPr>
                        <a:lnSpc>
                          <a:spcPts val="1875"/>
                        </a:lnSpc>
                        <a:buNone/>
                      </a:pPr>
                      <a:r>
                        <a:rPr lang="sv-SE" sz="2000" b="0">
                          <a:effectLst/>
                        </a:rPr>
                        <a:t>-</a:t>
                      </a:r>
                      <a:endParaRPr lang="sv-SE" sz="2000" b="0">
                        <a:effectLst/>
                        <a:latin typeface="quote-cjk-patch"/>
                      </a:endParaRPr>
                    </a:p>
                  </a:txBody>
                  <a:tcPr marL="146662" marR="146662" marT="91664" marB="91664" anchor="ctr"/>
                </a:tc>
                <a:tc>
                  <a:txBody>
                    <a:bodyPr/>
                    <a:lstStyle/>
                    <a:p>
                      <a:pPr>
                        <a:lnSpc>
                          <a:spcPts val="1650"/>
                        </a:lnSpc>
                        <a:buNone/>
                      </a:pPr>
                      <a:r>
                        <a:rPr lang="sv-SE" sz="2000" b="0">
                          <a:effectLst/>
                        </a:rPr>
                        <a:t>Kontrollera att filen sparats med ändelsen .py. Testa att starta om VS Code.</a:t>
                      </a:r>
                      <a:endParaRPr lang="sv-SE" sz="2000" b="0">
                        <a:effectLst/>
                        <a:latin typeface="quote-cjk-patch"/>
                      </a:endParaRPr>
                    </a:p>
                  </a:txBody>
                  <a:tcPr marL="146662" marR="87997" marT="91664" marB="91664" anchor="ctr"/>
                </a:tc>
                <a:extLst>
                  <a:ext uri="{0D108BD9-81ED-4DB2-BD59-A6C34878D82A}">
                    <a16:rowId xmlns:a16="http://schemas.microsoft.com/office/drawing/2014/main" val="907423965"/>
                  </a:ext>
                </a:extLst>
              </a:tr>
              <a:tr h="735291">
                <a:tc>
                  <a:txBody>
                    <a:bodyPr/>
                    <a:lstStyle/>
                    <a:p>
                      <a:pPr>
                        <a:lnSpc>
                          <a:spcPts val="1875"/>
                        </a:lnSpc>
                        <a:buNone/>
                      </a:pPr>
                      <a:r>
                        <a:rPr lang="sv-SE" sz="2000" b="1">
                          <a:effectLst/>
                        </a:rPr>
                        <a:t>"Play"-knappen syns inte</a:t>
                      </a:r>
                      <a:endParaRPr lang="sv-SE" sz="2000" b="0">
                        <a:effectLst/>
                        <a:latin typeface="quote-cjk-patch"/>
                      </a:endParaRPr>
                    </a:p>
                  </a:txBody>
                  <a:tcPr marL="87997" marR="146662" marT="91664" marB="91664" anchor="ctr"/>
                </a:tc>
                <a:tc>
                  <a:txBody>
                    <a:bodyPr/>
                    <a:lstStyle/>
                    <a:p>
                      <a:pPr>
                        <a:lnSpc>
                          <a:spcPts val="1875"/>
                        </a:lnSpc>
                        <a:buNone/>
                      </a:pPr>
                      <a:r>
                        <a:rPr lang="sv-SE" sz="2000" b="0">
                          <a:effectLst/>
                        </a:rPr>
                        <a:t>-</a:t>
                      </a:r>
                      <a:endParaRPr lang="sv-SE" sz="2000" b="0">
                        <a:effectLst/>
                        <a:latin typeface="quote-cjk-patch"/>
                      </a:endParaRPr>
                    </a:p>
                  </a:txBody>
                  <a:tcPr marL="146662" marR="146662" marT="91664" marB="91664" anchor="ctr"/>
                </a:tc>
                <a:tc>
                  <a:txBody>
                    <a:bodyPr/>
                    <a:lstStyle/>
                    <a:p>
                      <a:pPr>
                        <a:lnSpc>
                          <a:spcPts val="1650"/>
                        </a:lnSpc>
                        <a:buNone/>
                      </a:pPr>
                      <a:r>
                        <a:rPr lang="sv-SE" sz="2000" b="0">
                          <a:effectLst/>
                        </a:rPr>
                        <a:t>Öppna en Python-fil (.py). Knappen visas bara då.</a:t>
                      </a:r>
                      <a:endParaRPr lang="sv-SE" sz="2000" b="0">
                        <a:effectLst/>
                        <a:latin typeface="quote-cjk-patch"/>
                      </a:endParaRPr>
                    </a:p>
                  </a:txBody>
                  <a:tcPr marL="146662" marR="87997" marT="91664" marB="91664" anchor="ctr"/>
                </a:tc>
                <a:extLst>
                  <a:ext uri="{0D108BD9-81ED-4DB2-BD59-A6C34878D82A}">
                    <a16:rowId xmlns:a16="http://schemas.microsoft.com/office/drawing/2014/main" val="2036191991"/>
                  </a:ext>
                </a:extLst>
              </a:tr>
              <a:tr h="1054379">
                <a:tc>
                  <a:txBody>
                    <a:bodyPr/>
                    <a:lstStyle/>
                    <a:p>
                      <a:pPr>
                        <a:lnSpc>
                          <a:spcPts val="1875"/>
                        </a:lnSpc>
                        <a:buNone/>
                      </a:pPr>
                      <a:r>
                        <a:rPr lang="sv-SE" sz="2000" b="1">
                          <a:effectLst/>
                        </a:rPr>
                        <a:t>Får fel när jag kör</a:t>
                      </a:r>
                      <a:endParaRPr lang="sv-SE" sz="2000" b="0">
                        <a:effectLst/>
                        <a:latin typeface="quote-cjk-patch"/>
                      </a:endParaRPr>
                    </a:p>
                  </a:txBody>
                  <a:tcPr marL="87997" marR="146662" marT="91664" marB="91664" anchor="ctr"/>
                </a:tc>
                <a:tc>
                  <a:txBody>
                    <a:bodyPr/>
                    <a:lstStyle/>
                    <a:p>
                      <a:pPr>
                        <a:lnSpc>
                          <a:spcPts val="1875"/>
                        </a:lnSpc>
                        <a:buNone/>
                      </a:pPr>
                      <a:r>
                        <a:rPr lang="sv-SE" sz="2000" b="0">
                          <a:effectLst/>
                        </a:rPr>
                        <a:t>"python is not recognized"</a:t>
                      </a:r>
                      <a:endParaRPr lang="sv-SE" sz="2000" b="0">
                        <a:effectLst/>
                        <a:latin typeface="quote-cjk-patch"/>
                      </a:endParaRPr>
                    </a:p>
                  </a:txBody>
                  <a:tcPr marL="146662" marR="146662" marT="91664" marB="91664" anchor="ctr"/>
                </a:tc>
                <a:tc>
                  <a:txBody>
                    <a:bodyPr/>
                    <a:lstStyle/>
                    <a:p>
                      <a:pPr>
                        <a:lnSpc>
                          <a:spcPts val="1875"/>
                        </a:lnSpc>
                        <a:buNone/>
                      </a:pPr>
                      <a:r>
                        <a:rPr lang="sv-SE" sz="2000" b="0">
                          <a:effectLst/>
                        </a:rPr>
                        <a:t>Python är inte installerat eller inte i PATH. Gå tillbaka till Steg 4 och kontrollera Python-installationen.</a:t>
                      </a:r>
                      <a:endParaRPr lang="sv-SE" sz="2000" b="0">
                        <a:effectLst/>
                        <a:latin typeface="quote-cjk-patch"/>
                      </a:endParaRPr>
                    </a:p>
                  </a:txBody>
                  <a:tcPr marL="146662" marR="87997" marT="91664" marB="91664" anchor="ctr"/>
                </a:tc>
                <a:extLst>
                  <a:ext uri="{0D108BD9-81ED-4DB2-BD59-A6C34878D82A}">
                    <a16:rowId xmlns:a16="http://schemas.microsoft.com/office/drawing/2014/main" val="2898250097"/>
                  </a:ext>
                </a:extLst>
              </a:tr>
            </a:tbl>
          </a:graphicData>
        </a:graphic>
      </p:graphicFrame>
    </p:spTree>
    <p:extLst>
      <p:ext uri="{BB962C8B-B14F-4D97-AF65-F5344CB8AC3E}">
        <p14:creationId xmlns:p14="http://schemas.microsoft.com/office/powerpoint/2010/main" val="378003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Rubrik 1">
            <a:extLst>
              <a:ext uri="{FF2B5EF4-FFF2-40B4-BE49-F238E27FC236}">
                <a16:creationId xmlns:a16="http://schemas.microsoft.com/office/drawing/2014/main" id="{E05DC45C-F041-7BAB-CB58-963315D16887}"/>
              </a:ext>
            </a:extLst>
          </p:cNvPr>
          <p:cNvSpPr>
            <a:spLocks noGrp="1"/>
          </p:cNvSpPr>
          <p:nvPr>
            <p:ph type="title"/>
          </p:nvPr>
        </p:nvSpPr>
        <p:spPr>
          <a:xfrm>
            <a:off x="786385" y="841248"/>
            <a:ext cx="5129600" cy="5340097"/>
          </a:xfrm>
        </p:spPr>
        <p:txBody>
          <a:bodyPr anchor="ctr">
            <a:normAutofit/>
          </a:bodyPr>
          <a:lstStyle/>
          <a:p>
            <a:r>
              <a:rPr lang="sv-SE" sz="4800">
                <a:solidFill>
                  <a:schemeClr val="bg1"/>
                </a:solidFill>
                <a:ea typeface="+mj-lt"/>
                <a:cs typeface="+mj-lt"/>
              </a:rPr>
              <a:t>Steg 7: Skapa databasen NetworkSecurityML</a:t>
            </a:r>
            <a:endParaRPr lang="sv-SE" sz="4800">
              <a:solidFill>
                <a:schemeClr val="bg1"/>
              </a:solidFill>
            </a:endParaRPr>
          </a:p>
        </p:txBody>
      </p:sp>
      <p:sp>
        <p:nvSpPr>
          <p:cNvPr id="3" name="Platshållare för innehåll 2">
            <a:extLst>
              <a:ext uri="{FF2B5EF4-FFF2-40B4-BE49-F238E27FC236}">
                <a16:creationId xmlns:a16="http://schemas.microsoft.com/office/drawing/2014/main" id="{D71583BF-E09E-4DAF-0BF4-FCB619E90AA6}"/>
              </a:ext>
            </a:extLst>
          </p:cNvPr>
          <p:cNvSpPr>
            <a:spLocks noGrp="1"/>
          </p:cNvSpPr>
          <p:nvPr>
            <p:ph idx="1"/>
          </p:nvPr>
        </p:nvSpPr>
        <p:spPr>
          <a:xfrm>
            <a:off x="6464410" y="841247"/>
            <a:ext cx="4959224" cy="5764818"/>
          </a:xfrm>
        </p:spPr>
        <p:txBody>
          <a:bodyPr vert="horz" lIns="91440" tIns="45720" rIns="91440" bIns="45720" rtlCol="0" anchor="ctr">
            <a:normAutofit/>
          </a:bodyPr>
          <a:lstStyle/>
          <a:p>
            <a:r>
              <a:rPr lang="sv-SE">
                <a:solidFill>
                  <a:schemeClr val="tx2"/>
                </a:solidFill>
                <a:ea typeface="+mn-lt"/>
                <a:cs typeface="+mn-lt"/>
              </a:rPr>
              <a:t>För att skapa en tom databas som heter NetworkSecurityML. Denna databas kommer att fungera som hem för alla våra tabeller. Utan en databas har vi ingenstans att placera våra tabeller .</a:t>
            </a:r>
            <a:endParaRPr lang="sv-SE">
              <a:solidFill>
                <a:schemeClr val="tx2"/>
              </a:solidFill>
            </a:endParaRPr>
          </a:p>
        </p:txBody>
      </p:sp>
    </p:spTree>
    <p:extLst>
      <p:ext uri="{BB962C8B-B14F-4D97-AF65-F5344CB8AC3E}">
        <p14:creationId xmlns:p14="http://schemas.microsoft.com/office/powerpoint/2010/main" val="3805623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Platshållare för innehåll 4">
            <a:extLst>
              <a:ext uri="{FF2B5EF4-FFF2-40B4-BE49-F238E27FC236}">
                <a16:creationId xmlns:a16="http://schemas.microsoft.com/office/drawing/2014/main" id="{AA64E194-9A07-6984-1FD3-18A8CE97A8E6}"/>
              </a:ext>
            </a:extLst>
          </p:cNvPr>
          <p:cNvGraphicFramePr>
            <a:graphicFrameLocks noGrp="1"/>
          </p:cNvGraphicFramePr>
          <p:nvPr>
            <p:ph idx="1"/>
            <p:extLst>
              <p:ext uri="{D42A27DB-BD31-4B8C-83A1-F6EECF244321}">
                <p14:modId xmlns:p14="http://schemas.microsoft.com/office/powerpoint/2010/main" val="1083377450"/>
              </p:ext>
            </p:extLst>
          </p:nvPr>
        </p:nvGraphicFramePr>
        <p:xfrm>
          <a:off x="12491" y="0"/>
          <a:ext cx="12184144" cy="6747835"/>
        </p:xfrm>
        <a:graphic>
          <a:graphicData uri="http://schemas.openxmlformats.org/drawingml/2006/table">
            <a:tbl>
              <a:tblPr firstRow="1" bandRow="1">
                <a:noFill/>
                <a:tableStyleId>{5C22544A-7EE6-4342-B048-85BDC9FD1C3A}</a:tableStyleId>
              </a:tblPr>
              <a:tblGrid>
                <a:gridCol w="501157">
                  <a:extLst>
                    <a:ext uri="{9D8B030D-6E8A-4147-A177-3AD203B41FA5}">
                      <a16:colId xmlns:a16="http://schemas.microsoft.com/office/drawing/2014/main" val="353563331"/>
                    </a:ext>
                  </a:extLst>
                </a:gridCol>
                <a:gridCol w="2105890">
                  <a:extLst>
                    <a:ext uri="{9D8B030D-6E8A-4147-A177-3AD203B41FA5}">
                      <a16:colId xmlns:a16="http://schemas.microsoft.com/office/drawing/2014/main" val="2685107983"/>
                    </a:ext>
                  </a:extLst>
                </a:gridCol>
                <a:gridCol w="9577097">
                  <a:extLst>
                    <a:ext uri="{9D8B030D-6E8A-4147-A177-3AD203B41FA5}">
                      <a16:colId xmlns:a16="http://schemas.microsoft.com/office/drawing/2014/main" val="941282705"/>
                    </a:ext>
                  </a:extLst>
                </a:gridCol>
              </a:tblGrid>
              <a:tr h="491360">
                <a:tc>
                  <a:txBody>
                    <a:bodyPr/>
                    <a:lstStyle/>
                    <a:p>
                      <a:pPr algn="l">
                        <a:lnSpc>
                          <a:spcPct val="100000"/>
                        </a:lnSpc>
                        <a:buNone/>
                      </a:pPr>
                      <a:r>
                        <a:rPr lang="sv-SE" sz="1800" b="1" cap="none" spc="0">
                          <a:solidFill>
                            <a:schemeClr val="tx1"/>
                          </a:solidFill>
                          <a:effectLst/>
                          <a:latin typeface="quote-cjk-patch"/>
                        </a:rPr>
                        <a:t>Steg</a:t>
                      </a:r>
                    </a:p>
                  </a:txBody>
                  <a:tcPr marL="0" marR="55206" marT="0" marB="0" anchor="ctr">
                    <a:lnL w="12700" cmpd="sng">
                      <a:noFill/>
                      <a:prstDash val="solid"/>
                    </a:lnL>
                    <a:lnR w="12700" cmpd="sng">
                      <a:noFill/>
                      <a:prstDash val="solid"/>
                    </a:lnR>
                    <a:lnT w="28575" cap="flat" cmpd="sng" algn="ctr">
                      <a:solidFill>
                        <a:schemeClr val="tx1"/>
                      </a:solidFill>
                      <a:prstDash val="solid"/>
                    </a:lnT>
                    <a:lnB w="12700" cmpd="sng">
                      <a:noFill/>
                      <a:prstDash val="solid"/>
                    </a:lnB>
                    <a:noFill/>
                  </a:tcPr>
                </a:tc>
                <a:tc>
                  <a:txBody>
                    <a:bodyPr/>
                    <a:lstStyle/>
                    <a:p>
                      <a:pPr algn="l">
                        <a:lnSpc>
                          <a:spcPct val="100000"/>
                        </a:lnSpc>
                        <a:buNone/>
                      </a:pPr>
                      <a:r>
                        <a:rPr lang="sv-SE" sz="1800" b="1" cap="none" spc="0">
                          <a:solidFill>
                            <a:schemeClr val="tx1"/>
                          </a:solidFill>
                          <a:effectLst/>
                          <a:latin typeface="quote-cjk-patch"/>
                        </a:rPr>
                        <a:t>Vad ska du göra?</a:t>
                      </a:r>
                    </a:p>
                  </a:txBody>
                  <a:tcPr marL="0" marR="55206" marT="0" marB="0" anchor="ctr">
                    <a:lnL w="12700" cmpd="sng">
                      <a:noFill/>
                      <a:prstDash val="solid"/>
                    </a:lnL>
                    <a:lnR w="12700" cmpd="sng">
                      <a:noFill/>
                      <a:prstDash val="solid"/>
                    </a:lnR>
                    <a:lnT w="28575" cap="flat" cmpd="sng" algn="ctr">
                      <a:solidFill>
                        <a:schemeClr val="tx1"/>
                      </a:solidFill>
                      <a:prstDash val="solid"/>
                    </a:lnT>
                    <a:lnB w="12700" cmpd="sng">
                      <a:noFill/>
                      <a:prstDash val="solid"/>
                    </a:lnB>
                    <a:noFill/>
                  </a:tcPr>
                </a:tc>
                <a:tc>
                  <a:txBody>
                    <a:bodyPr/>
                    <a:lstStyle/>
                    <a:p>
                      <a:pPr algn="l">
                        <a:lnSpc>
                          <a:spcPct val="100000"/>
                        </a:lnSpc>
                        <a:buNone/>
                      </a:pPr>
                      <a:r>
                        <a:rPr lang="sv-SE" sz="1800" b="1" cap="none" spc="0">
                          <a:solidFill>
                            <a:schemeClr val="tx1"/>
                          </a:solidFill>
                          <a:effectLst/>
                          <a:latin typeface="quote-cjk-patch"/>
                        </a:rPr>
                        <a:t>Instruktioner (anpassat för nybörjare)</a:t>
                      </a:r>
                    </a:p>
                  </a:txBody>
                  <a:tcPr marL="0" marR="55206" marT="0" marB="0" anchor="ctr">
                    <a:lnL w="12700" cmpd="sng">
                      <a:noFill/>
                      <a:prstDash val="solid"/>
                    </a:lnL>
                    <a:lnR w="12700" cmpd="sng">
                      <a:noFill/>
                      <a:prstDash val="solid"/>
                    </a:lnR>
                    <a:lnT w="28575" cap="flat" cmpd="sng" algn="ctr">
                      <a:solidFill>
                        <a:schemeClr val="tx1"/>
                      </a:solidFill>
                      <a:prstDash val="solid"/>
                    </a:lnT>
                    <a:lnB w="12700" cmpd="sng">
                      <a:noFill/>
                      <a:prstDash val="solid"/>
                    </a:lnB>
                    <a:noFill/>
                  </a:tcPr>
                </a:tc>
                <a:extLst>
                  <a:ext uri="{0D108BD9-81ED-4DB2-BD59-A6C34878D82A}">
                    <a16:rowId xmlns:a16="http://schemas.microsoft.com/office/drawing/2014/main" val="3527917678"/>
                  </a:ext>
                </a:extLst>
              </a:tr>
              <a:tr h="714111">
                <a:tc>
                  <a:txBody>
                    <a:bodyPr/>
                    <a:lstStyle/>
                    <a:p>
                      <a:pPr>
                        <a:lnSpc>
                          <a:spcPct val="100000"/>
                        </a:lnSpc>
                        <a:buNone/>
                      </a:pPr>
                      <a:r>
                        <a:rPr lang="sv-SE" sz="1800" b="1" cap="none" spc="0">
                          <a:solidFill>
                            <a:schemeClr val="tx1"/>
                          </a:solidFill>
                          <a:effectLst/>
                          <a:latin typeface="quote-cjk-patch"/>
                        </a:rPr>
                        <a:t>1</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1" cap="none" spc="0">
                          <a:solidFill>
                            <a:schemeClr val="tx1"/>
                          </a:solidFill>
                          <a:effectLst/>
                          <a:latin typeface="quote-cjk-patch"/>
                        </a:rPr>
                        <a:t>Öppna SSMS och anslut</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0" cap="none" spc="0">
                          <a:solidFill>
                            <a:schemeClr val="tx1"/>
                          </a:solidFill>
                          <a:effectLst/>
                          <a:latin typeface="quote-cjk-patch"/>
                        </a:rPr>
                        <a:t>Öppna </a:t>
                      </a:r>
                      <a:r>
                        <a:rPr lang="sv-SE" sz="1800" b="1" cap="none" spc="0">
                          <a:solidFill>
                            <a:schemeClr val="tx1"/>
                          </a:solidFill>
                          <a:effectLst/>
                          <a:latin typeface="quote-cjk-patch"/>
                        </a:rPr>
                        <a:t>SQL Server Management Studio</a:t>
                      </a:r>
                      <a:r>
                        <a:rPr lang="sv-SE" sz="1800" b="0" cap="none" spc="0">
                          <a:solidFill>
                            <a:schemeClr val="tx1"/>
                          </a:solidFill>
                          <a:effectLst/>
                          <a:latin typeface="quote-cjk-patch"/>
                        </a:rPr>
                        <a:t>. Anslut till din server precis som du gjorde i Steg 3 (med servernamn som </a:t>
                      </a:r>
                      <a:r>
                        <a:rPr lang="sv-SE" sz="1800" b="0" cap="none" spc="0">
                          <a:solidFill>
                            <a:schemeClr val="tx1"/>
                          </a:solidFill>
                          <a:effectLst/>
                          <a:latin typeface="Menlo"/>
                        </a:rPr>
                        <a:t>localhost</a:t>
                      </a:r>
                      <a:r>
                        <a:rPr lang="sv-SE" sz="1800" b="0" cap="none" spc="0">
                          <a:solidFill>
                            <a:schemeClr val="tx1"/>
                          </a:solidFill>
                          <a:effectLst/>
                          <a:latin typeface="quote-cjk-patch"/>
                        </a:rPr>
                        <a:t> eller </a:t>
                      </a:r>
                      <a:r>
                        <a:rPr lang="sv-SE" sz="1800" b="0" cap="none" spc="0">
                          <a:solidFill>
                            <a:schemeClr val="tx1"/>
                          </a:solidFill>
                          <a:effectLst/>
                          <a:latin typeface="Menlo"/>
                        </a:rPr>
                        <a:t>DESKTOP-ABC123</a:t>
                      </a:r>
                      <a:r>
                        <a:rPr lang="sv-SE" sz="1800" b="0" cap="none" spc="0">
                          <a:solidFill>
                            <a:schemeClr val="tx1"/>
                          </a:solidFill>
                          <a:effectLst/>
                          <a:latin typeface="quote-cjk-patch"/>
                        </a:rPr>
                        <a:t>).</a:t>
                      </a: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780279880"/>
                  </a:ext>
                </a:extLst>
              </a:tr>
              <a:tr h="714111">
                <a:tc>
                  <a:txBody>
                    <a:bodyPr/>
                    <a:lstStyle/>
                    <a:p>
                      <a:pPr>
                        <a:lnSpc>
                          <a:spcPct val="100000"/>
                        </a:lnSpc>
                        <a:buNone/>
                      </a:pPr>
                      <a:r>
                        <a:rPr lang="sv-SE" sz="1800" b="1" cap="none" spc="0">
                          <a:solidFill>
                            <a:schemeClr val="tx1"/>
                          </a:solidFill>
                          <a:effectLst/>
                          <a:latin typeface="quote-cjk-patch"/>
                        </a:rPr>
                        <a:t>2</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1" cap="none" spc="0">
                          <a:solidFill>
                            <a:schemeClr val="tx1"/>
                          </a:solidFill>
                          <a:effectLst/>
                          <a:latin typeface="quote-cjk-patch"/>
                        </a:rPr>
                        <a:t>Hitta mappen "Databaser"</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0" cap="none" spc="0">
                          <a:solidFill>
                            <a:schemeClr val="tx1"/>
                          </a:solidFill>
                          <a:effectLst/>
                          <a:latin typeface="quote-cjk-patch"/>
                        </a:rPr>
                        <a:t>I "Objektutforskaren" (Object Explorer) till vänster ser du din server. Under den finns en mapp som heter </a:t>
                      </a:r>
                      <a:r>
                        <a:rPr lang="sv-SE" sz="1800" b="1" cap="none" spc="0">
                          <a:solidFill>
                            <a:schemeClr val="tx1"/>
                          </a:solidFill>
                          <a:effectLst/>
                          <a:latin typeface="quote-cjk-patch"/>
                        </a:rPr>
                        <a:t>"Databaser"</a:t>
                      </a:r>
                      <a:r>
                        <a:rPr lang="sv-SE" sz="1800" b="0" cap="none" spc="0">
                          <a:solidFill>
                            <a:schemeClr val="tx1"/>
                          </a:solidFill>
                          <a:effectLst/>
                          <a:latin typeface="quote-cjk-patch"/>
                        </a:rPr>
                        <a:t> (Databases). Klicka på plustecknet (+) för att expandera den .</a:t>
                      </a: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584084895"/>
                  </a:ext>
                </a:extLst>
              </a:tr>
              <a:tr h="491360">
                <a:tc>
                  <a:txBody>
                    <a:bodyPr/>
                    <a:lstStyle/>
                    <a:p>
                      <a:pPr>
                        <a:lnSpc>
                          <a:spcPct val="100000"/>
                        </a:lnSpc>
                        <a:buNone/>
                      </a:pPr>
                      <a:r>
                        <a:rPr lang="sv-SE" sz="1800" b="1" cap="none" spc="0">
                          <a:solidFill>
                            <a:schemeClr val="tx1"/>
                          </a:solidFill>
                          <a:effectLst/>
                          <a:latin typeface="quote-cjk-patch"/>
                        </a:rPr>
                        <a:t>3</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1" cap="none" spc="0">
                          <a:solidFill>
                            <a:schemeClr val="tx1"/>
                          </a:solidFill>
                          <a:effectLst/>
                          <a:latin typeface="quote-cjk-patch"/>
                        </a:rPr>
                        <a:t>Högerklicka för att skapa ny databas</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0" cap="none" spc="0">
                          <a:solidFill>
                            <a:schemeClr val="tx1"/>
                          </a:solidFill>
                          <a:effectLst/>
                          <a:latin typeface="quote-cjk-patch"/>
                        </a:rPr>
                        <a:t>Högerklicka på mappen </a:t>
                      </a:r>
                      <a:r>
                        <a:rPr lang="sv-SE" sz="1800" b="1" cap="none" spc="0">
                          <a:solidFill>
                            <a:schemeClr val="tx1"/>
                          </a:solidFill>
                          <a:effectLst/>
                          <a:latin typeface="quote-cjk-patch"/>
                        </a:rPr>
                        <a:t>"Databaser"</a:t>
                      </a:r>
                      <a:r>
                        <a:rPr lang="sv-SE" sz="1800" b="0" cap="none" spc="0">
                          <a:solidFill>
                            <a:schemeClr val="tx1"/>
                          </a:solidFill>
                          <a:effectLst/>
                          <a:latin typeface="quote-cjk-patch"/>
                        </a:rPr>
                        <a:t>. I menyn som dyker upp, välj </a:t>
                      </a:r>
                      <a:r>
                        <a:rPr lang="sv-SE" sz="1800" b="1" cap="none" spc="0">
                          <a:solidFill>
                            <a:schemeClr val="tx1"/>
                          </a:solidFill>
                          <a:effectLst/>
                          <a:latin typeface="quote-cjk-patch"/>
                        </a:rPr>
                        <a:t>"Ny databas..."</a:t>
                      </a:r>
                      <a:r>
                        <a:rPr lang="sv-SE" sz="1800" b="0" cap="none" spc="0">
                          <a:solidFill>
                            <a:schemeClr val="tx1"/>
                          </a:solidFill>
                          <a:effectLst/>
                          <a:latin typeface="quote-cjk-patch"/>
                        </a:rPr>
                        <a:t> (New Database...).</a:t>
                      </a: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982726838"/>
                  </a:ext>
                </a:extLst>
              </a:tr>
              <a:tr h="1356157">
                <a:tc>
                  <a:txBody>
                    <a:bodyPr/>
                    <a:lstStyle/>
                    <a:p>
                      <a:pPr>
                        <a:lnSpc>
                          <a:spcPct val="100000"/>
                        </a:lnSpc>
                        <a:buNone/>
                      </a:pPr>
                      <a:r>
                        <a:rPr lang="sv-SE" sz="1800" b="1" cap="none" spc="0">
                          <a:solidFill>
                            <a:schemeClr val="tx1"/>
                          </a:solidFill>
                          <a:effectLst/>
                          <a:latin typeface="quote-cjk-patch"/>
                        </a:rPr>
                        <a:t>4</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1" cap="none" spc="0">
                          <a:solidFill>
                            <a:schemeClr val="tx1"/>
                          </a:solidFill>
                          <a:effectLst/>
                          <a:latin typeface="quote-cjk-patch"/>
                        </a:rPr>
                        <a:t>Namnge databasen</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0" cap="none" spc="0">
                          <a:solidFill>
                            <a:schemeClr val="tx1"/>
                          </a:solidFill>
                          <a:effectLst/>
                          <a:latin typeface="quote-cjk-patch"/>
                        </a:rPr>
                        <a:t>Ett fönster som heter "Ny databas" öppnas. Längst upp finns en ruta märkt </a:t>
                      </a:r>
                      <a:r>
                        <a:rPr lang="sv-SE" sz="1800" b="1" cap="none" spc="0">
                          <a:solidFill>
                            <a:schemeClr val="tx1"/>
                          </a:solidFill>
                          <a:effectLst/>
                          <a:latin typeface="quote-cjk-patch"/>
                        </a:rPr>
                        <a:t>"Databasnamn:"</a:t>
                      </a:r>
                      <a:r>
                        <a:rPr lang="sv-SE" sz="1800" b="0" cap="none" spc="0">
                          <a:solidFill>
                            <a:schemeClr val="tx1"/>
                          </a:solidFill>
                          <a:effectLst/>
                          <a:latin typeface="quote-cjk-patch"/>
                        </a:rPr>
                        <a:t> (Database name:). Skriv in:</a:t>
                      </a:r>
                      <a:br>
                        <a:rPr lang="sv-SE" sz="1800" b="0" cap="none" spc="0" dirty="0">
                          <a:solidFill>
                            <a:srgbClr val="000000"/>
                          </a:solidFill>
                          <a:effectLst/>
                          <a:latin typeface="quote-cjk-patch"/>
                        </a:rPr>
                      </a:br>
                      <a:br>
                        <a:rPr lang="sv-SE" sz="1800" b="0" cap="none" spc="0" dirty="0">
                          <a:solidFill>
                            <a:srgbClr val="000000"/>
                          </a:solidFill>
                          <a:effectLst/>
                          <a:latin typeface="quote-cjk-patch"/>
                        </a:rPr>
                      </a:br>
                      <a:r>
                        <a:rPr lang="sv-SE" sz="1800" b="0" cap="none" spc="0">
                          <a:solidFill>
                            <a:schemeClr val="tx1"/>
                          </a:solidFill>
                          <a:effectLst/>
                          <a:latin typeface="Menlo"/>
                        </a:rPr>
                        <a:t>NetworkSecurityML</a:t>
                      </a:r>
                      <a:br>
                        <a:rPr lang="sv-SE" sz="1800" b="0" cap="none" spc="0" dirty="0">
                          <a:solidFill>
                            <a:srgbClr val="000000"/>
                          </a:solidFill>
                          <a:effectLst/>
                          <a:latin typeface="quote-cjk-patch"/>
                        </a:rPr>
                      </a:br>
                      <a:br>
                        <a:rPr lang="sv-SE" sz="1800" b="0" cap="none" spc="0" dirty="0">
                          <a:solidFill>
                            <a:srgbClr val="000000"/>
                          </a:solidFill>
                          <a:effectLst/>
                          <a:latin typeface="quote-cjk-patch"/>
                        </a:rPr>
                      </a:br>
                      <a:r>
                        <a:rPr lang="sv-SE" sz="1800" b="0" cap="none" spc="0">
                          <a:solidFill>
                            <a:schemeClr val="tx1"/>
                          </a:solidFill>
                          <a:effectLst/>
                          <a:latin typeface="quote-cjk-patch"/>
                        </a:rPr>
                        <a:t>Var noga med att skriva exakt så, utan mellanslag och med korrekt stor bokstav .</a:t>
                      </a: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263324283"/>
                  </a:ext>
                </a:extLst>
              </a:tr>
              <a:tr h="714111">
                <a:tc>
                  <a:txBody>
                    <a:bodyPr/>
                    <a:lstStyle/>
                    <a:p>
                      <a:pPr>
                        <a:lnSpc>
                          <a:spcPct val="100000"/>
                        </a:lnSpc>
                        <a:buNone/>
                      </a:pPr>
                      <a:r>
                        <a:rPr lang="sv-SE" sz="1800" b="1" cap="none" spc="0">
                          <a:solidFill>
                            <a:schemeClr val="tx1"/>
                          </a:solidFill>
                          <a:effectLst/>
                          <a:latin typeface="quote-cjk-patch"/>
                        </a:rPr>
                        <a:t>5</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1" cap="none" spc="0">
                          <a:solidFill>
                            <a:schemeClr val="tx1"/>
                          </a:solidFill>
                          <a:effectLst/>
                          <a:latin typeface="quote-cjk-patch"/>
                        </a:rPr>
                        <a:t>Låt alla andra inställningar vara</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0" cap="none" spc="0">
                          <a:solidFill>
                            <a:schemeClr val="tx1"/>
                          </a:solidFill>
                          <a:effectLst/>
                          <a:latin typeface="quote-cjk-patch"/>
                        </a:rPr>
                        <a:t>Du ser massa flikar och alternativ (Allmänt, Filer, Filgrupper, Alternativ...). </a:t>
                      </a:r>
                      <a:r>
                        <a:rPr lang="sv-SE" sz="1800" b="1" cap="none" spc="0">
                          <a:solidFill>
                            <a:schemeClr val="tx1"/>
                          </a:solidFill>
                          <a:effectLst/>
                          <a:latin typeface="quote-cjk-patch"/>
                        </a:rPr>
                        <a:t>Låt alla vara som de är.</a:t>
                      </a:r>
                      <a:r>
                        <a:rPr lang="sv-SE" sz="1800" b="0" cap="none" spc="0">
                          <a:solidFill>
                            <a:schemeClr val="tx1"/>
                          </a:solidFill>
                          <a:effectLst/>
                          <a:latin typeface="quote-cjk-patch"/>
                        </a:rPr>
                        <a:t> Som nybörjare behöver du inte bry dig om dessa nu. Standardinställningarna är perfekta för oss .</a:t>
                      </a: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095050776"/>
                  </a:ext>
                </a:extLst>
              </a:tr>
              <a:tr h="491360">
                <a:tc>
                  <a:txBody>
                    <a:bodyPr/>
                    <a:lstStyle/>
                    <a:p>
                      <a:pPr>
                        <a:lnSpc>
                          <a:spcPct val="100000"/>
                        </a:lnSpc>
                        <a:buNone/>
                      </a:pPr>
                      <a:r>
                        <a:rPr lang="sv-SE" sz="1800" b="1" cap="none" spc="0">
                          <a:solidFill>
                            <a:schemeClr val="tx1"/>
                          </a:solidFill>
                          <a:effectLst/>
                          <a:latin typeface="quote-cjk-patch"/>
                        </a:rPr>
                        <a:t>6</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1" cap="none" spc="0">
                          <a:solidFill>
                            <a:schemeClr val="tx1"/>
                          </a:solidFill>
                          <a:effectLst/>
                          <a:latin typeface="quote-cjk-patch"/>
                        </a:rPr>
                        <a:t>Klicka på OK</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0" cap="none" spc="0">
                          <a:solidFill>
                            <a:schemeClr val="tx1"/>
                          </a:solidFill>
                          <a:effectLst/>
                          <a:latin typeface="quote-cjk-patch"/>
                        </a:rPr>
                        <a:t>Klicka på </a:t>
                      </a:r>
                      <a:r>
                        <a:rPr lang="sv-SE" sz="1800" b="1" cap="none" spc="0">
                          <a:solidFill>
                            <a:schemeClr val="tx1"/>
                          </a:solidFill>
                          <a:effectLst/>
                          <a:latin typeface="quote-cjk-patch"/>
                        </a:rPr>
                        <a:t>OK</a:t>
                      </a:r>
                      <a:r>
                        <a:rPr lang="sv-SE" sz="1800" b="0" cap="none" spc="0">
                          <a:solidFill>
                            <a:schemeClr val="tx1"/>
                          </a:solidFill>
                          <a:effectLst/>
                          <a:latin typeface="quote-cjk-patch"/>
                        </a:rPr>
                        <a:t>-knappen längst ner i fönstret.</a:t>
                      </a: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493696480"/>
                  </a:ext>
                </a:extLst>
              </a:tr>
              <a:tr h="714111">
                <a:tc>
                  <a:txBody>
                    <a:bodyPr/>
                    <a:lstStyle/>
                    <a:p>
                      <a:pPr>
                        <a:lnSpc>
                          <a:spcPct val="100000"/>
                        </a:lnSpc>
                        <a:buNone/>
                      </a:pPr>
                      <a:r>
                        <a:rPr lang="sv-SE" sz="1800" b="1" cap="none" spc="0">
                          <a:solidFill>
                            <a:schemeClr val="tx1"/>
                          </a:solidFill>
                          <a:effectLst/>
                          <a:latin typeface="quote-cjk-patch"/>
                        </a:rPr>
                        <a:t>7</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1" cap="none" spc="0">
                          <a:solidFill>
                            <a:schemeClr val="tx1"/>
                          </a:solidFill>
                          <a:effectLst/>
                          <a:latin typeface="quote-cjk-patch"/>
                        </a:rPr>
                        <a:t>Kontrollera att databasen skapades</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nSpc>
                          <a:spcPct val="100000"/>
                        </a:lnSpc>
                        <a:buNone/>
                      </a:pPr>
                      <a:r>
                        <a:rPr lang="sv-SE" sz="1800" b="0" cap="none" spc="0">
                          <a:solidFill>
                            <a:schemeClr val="tx1"/>
                          </a:solidFill>
                          <a:effectLst/>
                          <a:latin typeface="quote-cjk-patch"/>
                        </a:rPr>
                        <a:t>I Objektutforskaren, högerklicka på mappen </a:t>
                      </a:r>
                      <a:r>
                        <a:rPr lang="sv-SE" sz="1800" b="1" cap="none" spc="0">
                          <a:solidFill>
                            <a:schemeClr val="tx1"/>
                          </a:solidFill>
                          <a:effectLst/>
                          <a:latin typeface="quote-cjk-patch"/>
                        </a:rPr>
                        <a:t>"Databaser"</a:t>
                      </a:r>
                      <a:r>
                        <a:rPr lang="sv-SE" sz="1800" b="0" cap="none" spc="0">
                          <a:solidFill>
                            <a:schemeClr val="tx1"/>
                          </a:solidFill>
                          <a:effectLst/>
                          <a:latin typeface="quote-cjk-patch"/>
                        </a:rPr>
                        <a:t> och välj </a:t>
                      </a:r>
                      <a:r>
                        <a:rPr lang="sv-SE" sz="1800" b="1" cap="none" spc="0">
                          <a:solidFill>
                            <a:schemeClr val="tx1"/>
                          </a:solidFill>
                          <a:effectLst/>
                          <a:latin typeface="quote-cjk-patch"/>
                        </a:rPr>
                        <a:t>"Uppdatera"</a:t>
                      </a:r>
                      <a:r>
                        <a:rPr lang="sv-SE" sz="1800" b="0" cap="none" spc="0">
                          <a:solidFill>
                            <a:schemeClr val="tx1"/>
                          </a:solidFill>
                          <a:effectLst/>
                          <a:latin typeface="quote-cjk-patch"/>
                        </a:rPr>
                        <a:t> (Refresh). Du bör nu se </a:t>
                      </a:r>
                      <a:r>
                        <a:rPr lang="sv-SE" sz="1800" b="0" cap="none" spc="0">
                          <a:solidFill>
                            <a:schemeClr val="tx1"/>
                          </a:solidFill>
                          <a:effectLst/>
                          <a:latin typeface="Menlo"/>
                        </a:rPr>
                        <a:t>NetworkSecurityML</a:t>
                      </a:r>
                      <a:r>
                        <a:rPr lang="sv-SE" sz="1800" b="0" cap="none" spc="0">
                          <a:solidFill>
                            <a:schemeClr val="tx1"/>
                          </a:solidFill>
                          <a:effectLst/>
                          <a:latin typeface="quote-cjk-patch"/>
                        </a:rPr>
                        <a:t> i listan över databaser .</a:t>
                      </a:r>
                    </a:p>
                  </a:txBody>
                  <a:tcPr marL="0" marR="55206" marT="0" marB="0"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70517713"/>
                  </a:ext>
                </a:extLst>
              </a:tr>
              <a:tr h="714111">
                <a:tc>
                  <a:txBody>
                    <a:bodyPr/>
                    <a:lstStyle/>
                    <a:p>
                      <a:pPr>
                        <a:lnSpc>
                          <a:spcPct val="100000"/>
                        </a:lnSpc>
                        <a:buNone/>
                      </a:pPr>
                      <a:r>
                        <a:rPr lang="sv-SE" sz="1800" b="1" cap="none" spc="0">
                          <a:solidFill>
                            <a:schemeClr val="tx1"/>
                          </a:solidFill>
                          <a:effectLst/>
                          <a:latin typeface="quote-cjk-patch"/>
                        </a:rPr>
                        <a:t>8</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1" cap="none" spc="0">
                          <a:solidFill>
                            <a:schemeClr val="tx1"/>
                          </a:solidFill>
                          <a:effectLst/>
                          <a:latin typeface="quote-cjk-patch"/>
                        </a:rPr>
                        <a:t>Expandera din nya databas</a:t>
                      </a:r>
                      <a:endParaRPr lang="sv-SE" sz="1800" b="0" cap="none" spc="0">
                        <a:solidFill>
                          <a:schemeClr val="tx1"/>
                        </a:solidFill>
                        <a:effectLst/>
                        <a:latin typeface="quote-cjk-patch"/>
                      </a:endParaRP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nSpc>
                          <a:spcPct val="100000"/>
                        </a:lnSpc>
                        <a:buNone/>
                      </a:pPr>
                      <a:r>
                        <a:rPr lang="sv-SE" sz="1800" b="0" cap="none" spc="0">
                          <a:solidFill>
                            <a:schemeClr val="tx1"/>
                          </a:solidFill>
                          <a:effectLst/>
                          <a:latin typeface="quote-cjk-patch"/>
                        </a:rPr>
                        <a:t>Klicka på plustecknet (+) bredvid </a:t>
                      </a:r>
                      <a:r>
                        <a:rPr lang="sv-SE" sz="1800" b="0" cap="none" spc="0">
                          <a:solidFill>
                            <a:schemeClr val="tx1"/>
                          </a:solidFill>
                          <a:effectLst/>
                          <a:latin typeface="Menlo"/>
                        </a:rPr>
                        <a:t>NetworkSecurityML</a:t>
                      </a:r>
                      <a:r>
                        <a:rPr lang="sv-SE" sz="1800" b="0" cap="none" spc="0">
                          <a:solidFill>
                            <a:schemeClr val="tx1"/>
                          </a:solidFill>
                          <a:effectLst/>
                          <a:latin typeface="quote-cjk-patch"/>
                        </a:rPr>
                        <a:t>. Du ser nu flera mappar: Diagram, Tabeller, Vyer, etc. Alla är tomma just nu – redo att fyllas!</a:t>
                      </a:r>
                    </a:p>
                  </a:txBody>
                  <a:tcPr marL="0" marR="55206" marT="0" marB="0"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677406520"/>
                  </a:ext>
                </a:extLst>
              </a:tr>
            </a:tbl>
          </a:graphicData>
        </a:graphic>
      </p:graphicFrame>
    </p:spTree>
    <p:extLst>
      <p:ext uri="{BB962C8B-B14F-4D97-AF65-F5344CB8AC3E}">
        <p14:creationId xmlns:p14="http://schemas.microsoft.com/office/powerpoint/2010/main" val="1051829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3F8A77F5-B3A9-18E8-4A0A-2ABF9B50C014}"/>
              </a:ext>
            </a:extLst>
          </p:cNvPr>
          <p:cNvSpPr>
            <a:spLocks noGrp="1"/>
          </p:cNvSpPr>
          <p:nvPr>
            <p:ph type="title"/>
          </p:nvPr>
        </p:nvSpPr>
        <p:spPr>
          <a:xfrm>
            <a:off x="466722" y="586855"/>
            <a:ext cx="3201366" cy="3387497"/>
          </a:xfrm>
        </p:spPr>
        <p:txBody>
          <a:bodyPr anchor="b">
            <a:normAutofit/>
          </a:bodyPr>
          <a:lstStyle/>
          <a:p>
            <a:pPr algn="r"/>
            <a:r>
              <a:rPr lang="sv-SE" sz="4000">
                <a:solidFill>
                  <a:srgbClr val="FFFFFF"/>
                </a:solidFill>
                <a:ea typeface="+mj-lt"/>
                <a:cs typeface="+mj-lt"/>
              </a:rPr>
              <a:t>Skapa ny databas</a:t>
            </a:r>
            <a:endParaRPr lang="sv-SE" sz="4000">
              <a:solidFill>
                <a:srgbClr val="FFFFFF"/>
              </a:solidFill>
            </a:endParaRPr>
          </a:p>
        </p:txBody>
      </p:sp>
      <p:sp>
        <p:nvSpPr>
          <p:cNvPr id="3" name="Platshållare för innehåll 2">
            <a:extLst>
              <a:ext uri="{FF2B5EF4-FFF2-40B4-BE49-F238E27FC236}">
                <a16:creationId xmlns:a16="http://schemas.microsoft.com/office/drawing/2014/main" id="{55847429-C084-E0F5-F1D8-756A366EFAEB}"/>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sv-SE" sz="1700">
                <a:latin typeface="Consolas"/>
              </a:rPr>
              <a:t>┌─────────────────────────────────────────────────┐
│ Objektutforskaren                                 │
├─────────────────────────────────────────────────┤
│ [Servernamn] (SQL Server ...)                    │
│ ├── Databaser                                     │
│ │   ├── Systemdatabaser                          │
│ │   └── [Högerklicka här] → "Ny databas..."      │
│ ├── Säkerhet                                      │
│ └── Serverobjekt                                  │
└─────────────────────────────────────────────────┘</a:t>
            </a:r>
            <a:endParaRPr lang="sv-SE" sz="1700"/>
          </a:p>
        </p:txBody>
      </p:sp>
    </p:spTree>
    <p:extLst>
      <p:ext uri="{BB962C8B-B14F-4D97-AF65-F5344CB8AC3E}">
        <p14:creationId xmlns:p14="http://schemas.microsoft.com/office/powerpoint/2010/main" val="215107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518B3E8F-6E85-D09B-6599-6AF6E8628C6E}"/>
              </a:ext>
            </a:extLst>
          </p:cNvPr>
          <p:cNvSpPr>
            <a:spLocks noGrp="1"/>
          </p:cNvSpPr>
          <p:nvPr>
            <p:ph type="title"/>
          </p:nvPr>
        </p:nvSpPr>
        <p:spPr>
          <a:xfrm>
            <a:off x="1093316" y="-2180"/>
            <a:ext cx="9274512" cy="949606"/>
          </a:xfrm>
        </p:spPr>
        <p:txBody>
          <a:bodyPr>
            <a:normAutofit/>
          </a:bodyPr>
          <a:lstStyle/>
          <a:p>
            <a:r>
              <a:rPr lang="sv-SE" b="1">
                <a:ea typeface="+mj-lt"/>
                <a:cs typeface="+mj-lt"/>
              </a:rPr>
              <a:t>Vanliga frågor</a:t>
            </a:r>
            <a:endParaRPr lang="sv-SE" b="1"/>
          </a:p>
        </p:txBody>
      </p:sp>
      <p:sp>
        <p:nvSpPr>
          <p:cNvPr id="14" name="Freeform: Shape 13">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3529F203-BC8D-148F-D214-CC61E34EDAF0}"/>
              </a:ext>
            </a:extLst>
          </p:cNvPr>
          <p:cNvGraphicFramePr>
            <a:graphicFrameLocks noGrp="1"/>
          </p:cNvGraphicFramePr>
          <p:nvPr>
            <p:ph idx="1"/>
            <p:extLst>
              <p:ext uri="{D42A27DB-BD31-4B8C-83A1-F6EECF244321}">
                <p14:modId xmlns:p14="http://schemas.microsoft.com/office/powerpoint/2010/main" val="4039580507"/>
              </p:ext>
            </p:extLst>
          </p:nvPr>
        </p:nvGraphicFramePr>
        <p:xfrm>
          <a:off x="18737" y="1199213"/>
          <a:ext cx="12140384" cy="5725176"/>
        </p:xfrm>
        <a:graphic>
          <a:graphicData uri="http://schemas.openxmlformats.org/drawingml/2006/table">
            <a:tbl>
              <a:tblPr firstRow="1" bandRow="1">
                <a:tableStyleId>{5C22544A-7EE6-4342-B048-85BDC9FD1C3A}</a:tableStyleId>
              </a:tblPr>
              <a:tblGrid>
                <a:gridCol w="3964983">
                  <a:extLst>
                    <a:ext uri="{9D8B030D-6E8A-4147-A177-3AD203B41FA5}">
                      <a16:colId xmlns:a16="http://schemas.microsoft.com/office/drawing/2014/main" val="945034429"/>
                    </a:ext>
                  </a:extLst>
                </a:gridCol>
                <a:gridCol w="8175401">
                  <a:extLst>
                    <a:ext uri="{9D8B030D-6E8A-4147-A177-3AD203B41FA5}">
                      <a16:colId xmlns:a16="http://schemas.microsoft.com/office/drawing/2014/main" val="1151449601"/>
                    </a:ext>
                  </a:extLst>
                </a:gridCol>
              </a:tblGrid>
              <a:tr h="449621">
                <a:tc>
                  <a:txBody>
                    <a:bodyPr/>
                    <a:lstStyle/>
                    <a:p>
                      <a:pPr algn="l">
                        <a:lnSpc>
                          <a:spcPts val="1875"/>
                        </a:lnSpc>
                        <a:buNone/>
                      </a:pPr>
                      <a:r>
                        <a:rPr lang="sv-SE" sz="1400" b="1">
                          <a:effectLst/>
                          <a:latin typeface="quote-cjk-patch"/>
                        </a:rPr>
                        <a:t>Fråga</a:t>
                      </a:r>
                      <a:endParaRPr lang="sv-SE" sz="1400" b="0">
                        <a:effectLst/>
                        <a:latin typeface="quote-cjk-patch"/>
                      </a:endParaRPr>
                    </a:p>
                  </a:txBody>
                  <a:tcPr marL="69630" marR="116050" marT="72531" marB="72531" anchor="ctr">
                    <a:lnL>
                      <a:noFill/>
                    </a:lnL>
                    <a:lnR>
                      <a:noFill/>
                    </a:lnR>
                    <a:lnT>
                      <a:noFill/>
                    </a:lnT>
                    <a:lnB>
                      <a:noFill/>
                    </a:lnB>
                    <a:solidFill>
                      <a:srgbClr val="FFFFFF"/>
                    </a:solidFill>
                  </a:tcPr>
                </a:tc>
                <a:tc>
                  <a:txBody>
                    <a:bodyPr/>
                    <a:lstStyle/>
                    <a:p>
                      <a:pPr algn="l">
                        <a:lnSpc>
                          <a:spcPts val="1875"/>
                        </a:lnSpc>
                        <a:buNone/>
                      </a:pPr>
                      <a:r>
                        <a:rPr lang="sv-SE" sz="1400" b="1">
                          <a:effectLst/>
                          <a:latin typeface="quote-cjk-patch"/>
                        </a:rPr>
                        <a:t>Svar</a:t>
                      </a:r>
                      <a:endParaRPr lang="sv-SE" sz="1400" b="0">
                        <a:effectLst/>
                        <a:latin typeface="quote-cjk-patch"/>
                      </a:endParaRPr>
                    </a:p>
                  </a:txBody>
                  <a:tcPr marL="116050" marR="116050" marT="72531" marB="72531" anchor="ctr">
                    <a:lnL>
                      <a:noFill/>
                    </a:lnL>
                    <a:lnR>
                      <a:noFill/>
                    </a:lnR>
                    <a:lnT>
                      <a:noFill/>
                    </a:lnT>
                    <a:lnB>
                      <a:noFill/>
                    </a:lnB>
                    <a:solidFill>
                      <a:srgbClr val="FFFFFF"/>
                    </a:solidFill>
                  </a:tcPr>
                </a:tc>
                <a:extLst>
                  <a:ext uri="{0D108BD9-81ED-4DB2-BD59-A6C34878D82A}">
                    <a16:rowId xmlns:a16="http://schemas.microsoft.com/office/drawing/2014/main" val="65699044"/>
                  </a:ext>
                </a:extLst>
              </a:tr>
              <a:tr h="719393">
                <a:tc>
                  <a:txBody>
                    <a:bodyPr/>
                    <a:lstStyle/>
                    <a:p>
                      <a:pPr>
                        <a:lnSpc>
                          <a:spcPts val="1875"/>
                        </a:lnSpc>
                        <a:buNone/>
                      </a:pPr>
                      <a:r>
                        <a:rPr lang="sv-SE" sz="1800" b="1">
                          <a:effectLst/>
                          <a:latin typeface="quote-cjk-patch"/>
                        </a:rPr>
                        <a:t>Varför ska jag inte ändra några inställningar?</a:t>
                      </a:r>
                      <a:endParaRPr lang="sv-SE" sz="1800" b="0">
                        <a:effectLst/>
                        <a:latin typeface="quote-cjk-patch"/>
                      </a:endParaRPr>
                    </a:p>
                  </a:txBody>
                  <a:tcPr marL="69630" marR="116050" marT="72531" marB="72531"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Standardinställningarna är optimerade för de flesta användningsfall. Som nybörjare är det bäst att hålla sig till standard – det fungerar utmärkt för vårt projekt .</a:t>
                      </a:r>
                    </a:p>
                  </a:txBody>
                  <a:tcPr marL="116050" marR="69630" marT="72531" marB="72531" anchor="ctr">
                    <a:lnL>
                      <a:noFill/>
                    </a:lnL>
                    <a:lnR>
                      <a:noFill/>
                    </a:lnR>
                    <a:lnT>
                      <a:noFill/>
                    </a:lnT>
                    <a:lnB>
                      <a:noFill/>
                    </a:lnB>
                    <a:solidFill>
                      <a:srgbClr val="FFFFFF"/>
                    </a:solidFill>
                  </a:tcPr>
                </a:tc>
                <a:extLst>
                  <a:ext uri="{0D108BD9-81ED-4DB2-BD59-A6C34878D82A}">
                    <a16:rowId xmlns:a16="http://schemas.microsoft.com/office/drawing/2014/main" val="1634731435"/>
                  </a:ext>
                </a:extLst>
              </a:tr>
              <a:tr h="719393">
                <a:tc>
                  <a:txBody>
                    <a:bodyPr/>
                    <a:lstStyle/>
                    <a:p>
                      <a:pPr>
                        <a:lnSpc>
                          <a:spcPts val="1875"/>
                        </a:lnSpc>
                        <a:buNone/>
                      </a:pPr>
                      <a:r>
                        <a:rPr lang="sv-SE" sz="1800" b="1">
                          <a:effectLst/>
                          <a:latin typeface="quote-cjk-patch"/>
                        </a:rPr>
                        <a:t>Jag ser inte min nya databas – varför?</a:t>
                      </a:r>
                      <a:endParaRPr lang="sv-SE" sz="1800" b="0">
                        <a:effectLst/>
                        <a:latin typeface="quote-cjk-patch"/>
                      </a:endParaRPr>
                    </a:p>
                  </a:txBody>
                  <a:tcPr marL="69630" marR="116050" marT="72531" marB="72531"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Du måste uppdatera (refresh) mappen "Databaser". Högerklicka på mappen och välj "Uppdatera" (Refresh).</a:t>
                      </a:r>
                    </a:p>
                  </a:txBody>
                  <a:tcPr marL="116050" marR="69630" marT="72531" marB="72531" anchor="ctr">
                    <a:lnL>
                      <a:noFill/>
                    </a:lnL>
                    <a:lnR>
                      <a:noFill/>
                    </a:lnR>
                    <a:lnT>
                      <a:noFill/>
                    </a:lnT>
                    <a:lnB>
                      <a:noFill/>
                    </a:lnB>
                    <a:solidFill>
                      <a:srgbClr val="FFFFFF"/>
                    </a:solidFill>
                  </a:tcPr>
                </a:tc>
                <a:extLst>
                  <a:ext uri="{0D108BD9-81ED-4DB2-BD59-A6C34878D82A}">
                    <a16:rowId xmlns:a16="http://schemas.microsoft.com/office/drawing/2014/main" val="2762777254"/>
                  </a:ext>
                </a:extLst>
              </a:tr>
              <a:tr h="1828464">
                <a:tc>
                  <a:txBody>
                    <a:bodyPr/>
                    <a:lstStyle/>
                    <a:p>
                      <a:pPr>
                        <a:lnSpc>
                          <a:spcPts val="1875"/>
                        </a:lnSpc>
                        <a:buNone/>
                      </a:pPr>
                      <a:r>
                        <a:rPr lang="sv-SE" sz="1800" b="1">
                          <a:effectLst/>
                          <a:latin typeface="quote-cjk-patch"/>
                        </a:rPr>
                        <a:t>Vad är de där andra flikarna (Filer, Alternativ)?</a:t>
                      </a:r>
                      <a:endParaRPr lang="sv-SE" sz="1800" b="0">
                        <a:effectLst/>
                        <a:latin typeface="quote-cjk-patch"/>
                      </a:endParaRPr>
                    </a:p>
                  </a:txBody>
                  <a:tcPr marL="69630" marR="116050" marT="72531" marB="72531"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De innehåller avancerade inställningar som:</a:t>
                      </a:r>
                      <a:br>
                        <a:rPr lang="sv-SE" sz="1800" b="0" dirty="0">
                          <a:effectLst/>
                          <a:latin typeface="quote-cjk-patch"/>
                        </a:rPr>
                      </a:br>
                      <a:r>
                        <a:rPr lang="sv-SE" sz="1800" b="0">
                          <a:effectLst/>
                          <a:latin typeface="quote-cjk-patch"/>
                        </a:rPr>
                        <a:t>• </a:t>
                      </a:r>
                      <a:r>
                        <a:rPr lang="sv-SE" sz="1800" b="1">
                          <a:effectLst/>
                          <a:latin typeface="quote-cjk-patch"/>
                        </a:rPr>
                        <a:t>Filer</a:t>
                      </a:r>
                      <a:r>
                        <a:rPr lang="sv-SE" sz="1800" b="0">
                          <a:effectLst/>
                          <a:latin typeface="quote-cjk-patch"/>
                        </a:rPr>
                        <a:t>: Var databasfilerna sparas fysiskt på disken</a:t>
                      </a:r>
                      <a:br>
                        <a:rPr lang="sv-SE" sz="1800" b="0" dirty="0">
                          <a:effectLst/>
                          <a:latin typeface="quote-cjk-patch"/>
                        </a:rPr>
                      </a:br>
                      <a:r>
                        <a:rPr lang="sv-SE" sz="1800" b="0">
                          <a:effectLst/>
                          <a:latin typeface="quote-cjk-patch"/>
                        </a:rPr>
                        <a:t>• </a:t>
                      </a:r>
                      <a:r>
                        <a:rPr lang="sv-SE" sz="1800" b="1">
                          <a:effectLst/>
                          <a:latin typeface="quote-cjk-patch"/>
                        </a:rPr>
                        <a:t>Filgrupper</a:t>
                      </a:r>
                      <a:r>
                        <a:rPr lang="sv-SE" sz="1800" b="0">
                          <a:effectLst/>
                          <a:latin typeface="quote-cjk-patch"/>
                        </a:rPr>
                        <a:t>: För att organisera data</a:t>
                      </a:r>
                      <a:br>
                        <a:rPr lang="sv-SE" sz="1800" b="0" dirty="0">
                          <a:effectLst/>
                          <a:latin typeface="quote-cjk-patch"/>
                        </a:rPr>
                      </a:br>
                      <a:r>
                        <a:rPr lang="sv-SE" sz="1800" b="0">
                          <a:effectLst/>
                          <a:latin typeface="quote-cjk-patch"/>
                        </a:rPr>
                        <a:t>• </a:t>
                      </a:r>
                      <a:r>
                        <a:rPr lang="sv-SE" sz="1800" b="1">
                          <a:effectLst/>
                          <a:latin typeface="quote-cjk-patch"/>
                        </a:rPr>
                        <a:t>Alternativ</a:t>
                      </a:r>
                      <a:r>
                        <a:rPr lang="sv-SE" sz="1800" b="0">
                          <a:effectLst/>
                          <a:latin typeface="quote-cjk-patch"/>
                        </a:rPr>
                        <a:t>: Databasspecifika inställningar som collation, recovery mode, etc.</a:t>
                      </a:r>
                      <a:br>
                        <a:rPr lang="sv-SE" sz="1800" b="0" dirty="0">
                          <a:effectLst/>
                          <a:latin typeface="quote-cjk-patch"/>
                        </a:rPr>
                      </a:br>
                      <a:br>
                        <a:rPr lang="sv-SE" sz="1800" b="0" dirty="0">
                          <a:effectLst/>
                          <a:latin typeface="quote-cjk-patch"/>
                        </a:rPr>
                      </a:br>
                      <a:r>
                        <a:rPr lang="sv-SE" sz="1800" b="0">
                          <a:effectLst/>
                          <a:latin typeface="quote-cjk-patch"/>
                        </a:rPr>
                        <a:t>För vårt projekt behöver vi inte ändra något av detta.</a:t>
                      </a:r>
                    </a:p>
                  </a:txBody>
                  <a:tcPr marL="116050" marR="69630" marT="72531" marB="72531" anchor="ctr">
                    <a:lnL>
                      <a:noFill/>
                    </a:lnL>
                    <a:lnR>
                      <a:noFill/>
                    </a:lnR>
                    <a:lnT>
                      <a:noFill/>
                    </a:lnT>
                    <a:lnB>
                      <a:noFill/>
                    </a:lnB>
                    <a:solidFill>
                      <a:srgbClr val="FFFFFF"/>
                    </a:solidFill>
                  </a:tcPr>
                </a:tc>
                <a:extLst>
                  <a:ext uri="{0D108BD9-81ED-4DB2-BD59-A6C34878D82A}">
                    <a16:rowId xmlns:a16="http://schemas.microsoft.com/office/drawing/2014/main" val="2823369712"/>
                  </a:ext>
                </a:extLst>
              </a:tr>
              <a:tr h="449621">
                <a:tc>
                  <a:txBody>
                    <a:bodyPr/>
                    <a:lstStyle/>
                    <a:p>
                      <a:pPr>
                        <a:lnSpc>
                          <a:spcPts val="1875"/>
                        </a:lnSpc>
                        <a:buNone/>
                      </a:pPr>
                      <a:r>
                        <a:rPr lang="sv-SE" sz="1800" b="1">
                          <a:effectLst/>
                          <a:latin typeface="quote-cjk-patch"/>
                        </a:rPr>
                        <a:t>Kan jag döpa om databasen efteråt?</a:t>
                      </a:r>
                      <a:endParaRPr lang="sv-SE" sz="1800" b="0">
                        <a:effectLst/>
                        <a:latin typeface="quote-cjk-patch"/>
                      </a:endParaRPr>
                    </a:p>
                  </a:txBody>
                  <a:tcPr marL="69630" marR="116050" marT="72531" marB="72531"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Ja, men det är krångligt. Det är enklast att välja rätt namn från början.</a:t>
                      </a:r>
                    </a:p>
                  </a:txBody>
                  <a:tcPr marL="116050" marR="69630" marT="72531" marB="72531" anchor="ctr">
                    <a:lnL>
                      <a:noFill/>
                    </a:lnL>
                    <a:lnR>
                      <a:noFill/>
                    </a:lnR>
                    <a:lnT>
                      <a:noFill/>
                    </a:lnT>
                    <a:lnB>
                      <a:noFill/>
                    </a:lnB>
                    <a:solidFill>
                      <a:srgbClr val="FFFFFF"/>
                    </a:solidFill>
                  </a:tcPr>
                </a:tc>
                <a:extLst>
                  <a:ext uri="{0D108BD9-81ED-4DB2-BD59-A6C34878D82A}">
                    <a16:rowId xmlns:a16="http://schemas.microsoft.com/office/drawing/2014/main" val="2255802139"/>
                  </a:ext>
                </a:extLst>
              </a:tr>
              <a:tr h="899241">
                <a:tc>
                  <a:txBody>
                    <a:bodyPr/>
                    <a:lstStyle/>
                    <a:p>
                      <a:pPr>
                        <a:lnSpc>
                          <a:spcPts val="1875"/>
                        </a:lnSpc>
                        <a:buNone/>
                      </a:pPr>
                      <a:r>
                        <a:rPr lang="sv-SE" sz="1800" b="1">
                          <a:effectLst/>
                          <a:latin typeface="quote-cjk-patch"/>
                        </a:rPr>
                        <a:t>Vad är skillnaden på "Databaser" och "Systemdatabaser"?</a:t>
                      </a:r>
                      <a:endParaRPr lang="sv-SE" sz="1800" b="0">
                        <a:effectLst/>
                        <a:latin typeface="quote-cjk-patch"/>
                      </a:endParaRPr>
                    </a:p>
                  </a:txBody>
                  <a:tcPr marL="69630" marR="116050" marT="72531" marB="72531" anchor="ctr">
                    <a:lnL>
                      <a:noFill/>
                    </a:lnL>
                    <a:lnR>
                      <a:noFill/>
                    </a:lnR>
                    <a:lnT>
                      <a:noFill/>
                    </a:lnT>
                    <a:lnB>
                      <a:noFill/>
                    </a:lnB>
                    <a:solidFill>
                      <a:srgbClr val="FFFFFF"/>
                    </a:solidFill>
                  </a:tcPr>
                </a:tc>
                <a:tc>
                  <a:txBody>
                    <a:bodyPr/>
                    <a:lstStyle/>
                    <a:p>
                      <a:pPr>
                        <a:lnSpc>
                          <a:spcPts val="1650"/>
                        </a:lnSpc>
                        <a:buNone/>
                      </a:pPr>
                      <a:r>
                        <a:rPr lang="sv-SE" sz="1800" b="1">
                          <a:effectLst/>
                          <a:latin typeface="quote-cjk-patch"/>
                        </a:rPr>
                        <a:t>Systemdatabaser</a:t>
                      </a:r>
                      <a:r>
                        <a:rPr lang="sv-SE" sz="1800" b="0">
                          <a:effectLst/>
                          <a:latin typeface="quote-cjk-patch"/>
                        </a:rPr>
                        <a:t> (master, model, msdb, tempdb) skapas av SQL Server själv och används för att hantera servern. </a:t>
                      </a:r>
                      <a:r>
                        <a:rPr lang="sv-SE" sz="1800" b="1">
                          <a:effectLst/>
                          <a:latin typeface="quote-cjk-patch"/>
                        </a:rPr>
                        <a:t>Vi ska aldrig röra dem!</a:t>
                      </a:r>
                      <a:r>
                        <a:rPr lang="sv-SE" sz="1800" b="0">
                          <a:effectLst/>
                          <a:latin typeface="quote-cjk-patch"/>
                        </a:rPr>
                        <a:t> Vår egen databas </a:t>
                      </a:r>
                      <a:r>
                        <a:rPr lang="sv-SE" sz="1800" b="0">
                          <a:effectLst/>
                          <a:latin typeface="Menlo"/>
                        </a:rPr>
                        <a:t>NetworkSecurityML</a:t>
                      </a:r>
                      <a:r>
                        <a:rPr lang="sv-SE" sz="1800" b="0">
                          <a:effectLst/>
                          <a:latin typeface="quote-cjk-patch"/>
                        </a:rPr>
                        <a:t> skapas under "Databaser" .</a:t>
                      </a:r>
                    </a:p>
                  </a:txBody>
                  <a:tcPr marL="116050" marR="69630" marT="72531" marB="72531" anchor="ctr">
                    <a:lnL>
                      <a:noFill/>
                    </a:lnL>
                    <a:lnR>
                      <a:noFill/>
                    </a:lnR>
                    <a:lnT>
                      <a:noFill/>
                    </a:lnT>
                    <a:lnB>
                      <a:noFill/>
                    </a:lnB>
                    <a:solidFill>
                      <a:srgbClr val="FFFFFF"/>
                    </a:solidFill>
                  </a:tcPr>
                </a:tc>
                <a:extLst>
                  <a:ext uri="{0D108BD9-81ED-4DB2-BD59-A6C34878D82A}">
                    <a16:rowId xmlns:a16="http://schemas.microsoft.com/office/drawing/2014/main" val="3666953456"/>
                  </a:ext>
                </a:extLst>
              </a:tr>
              <a:tr h="659443">
                <a:tc>
                  <a:txBody>
                    <a:bodyPr/>
                    <a:lstStyle/>
                    <a:p>
                      <a:pPr>
                        <a:lnSpc>
                          <a:spcPts val="1875"/>
                        </a:lnSpc>
                        <a:buNone/>
                      </a:pPr>
                      <a:r>
                        <a:rPr lang="sv-SE" sz="1800" b="1">
                          <a:effectLst/>
                          <a:latin typeface="quote-cjk-patch"/>
                        </a:rPr>
                        <a:t>Behöver jag skapa fler databaser?</a:t>
                      </a:r>
                      <a:endParaRPr lang="sv-SE" sz="1800" b="0">
                        <a:effectLst/>
                        <a:latin typeface="quote-cjk-patch"/>
                      </a:endParaRPr>
                    </a:p>
                  </a:txBody>
                  <a:tcPr marL="69630" marR="116050" marT="72531" marB="72531" anchor="ctr">
                    <a:lnL>
                      <a:noFill/>
                    </a:lnL>
                    <a:lnR>
                      <a:noFill/>
                    </a:lnR>
                    <a:lnT>
                      <a:noFill/>
                    </a:lnT>
                    <a:lnB>
                      <a:noFill/>
                    </a:lnB>
                    <a:solidFill>
                      <a:srgbClr val="FFFFFF"/>
                    </a:solidFill>
                  </a:tcPr>
                </a:tc>
                <a:tc>
                  <a:txBody>
                    <a:bodyPr/>
                    <a:lstStyle/>
                    <a:p>
                      <a:pPr>
                        <a:lnSpc>
                          <a:spcPts val="1650"/>
                        </a:lnSpc>
                        <a:buNone/>
                      </a:pPr>
                      <a:r>
                        <a:rPr lang="sv-SE" sz="1800" b="0">
                          <a:effectLst/>
                          <a:latin typeface="quote-cjk-patch"/>
                        </a:rPr>
                        <a:t>Nej, vi behöver bara en databas för hela projektet. Alla våra tabeller kommer att ligga i </a:t>
                      </a:r>
                      <a:r>
                        <a:rPr lang="sv-SE" sz="1800" b="0">
                          <a:effectLst/>
                          <a:latin typeface="Menlo"/>
                        </a:rPr>
                        <a:t>NetworkSecurityML</a:t>
                      </a:r>
                      <a:r>
                        <a:rPr lang="sv-SE" sz="1800" b="0">
                          <a:effectLst/>
                          <a:latin typeface="quote-cjk-patch"/>
                        </a:rPr>
                        <a:t>.</a:t>
                      </a:r>
                    </a:p>
                  </a:txBody>
                  <a:tcPr marL="116050" marR="69630" marT="72531" marB="72531" anchor="ctr">
                    <a:lnL>
                      <a:noFill/>
                    </a:lnL>
                    <a:lnR>
                      <a:noFill/>
                    </a:lnR>
                    <a:lnT>
                      <a:noFill/>
                    </a:lnT>
                    <a:lnB>
                      <a:noFill/>
                    </a:lnB>
                    <a:solidFill>
                      <a:srgbClr val="FFFFFF"/>
                    </a:solidFill>
                  </a:tcPr>
                </a:tc>
                <a:extLst>
                  <a:ext uri="{0D108BD9-81ED-4DB2-BD59-A6C34878D82A}">
                    <a16:rowId xmlns:a16="http://schemas.microsoft.com/office/drawing/2014/main" val="153002967"/>
                  </a:ext>
                </a:extLst>
              </a:tr>
            </a:tbl>
          </a:graphicData>
        </a:graphic>
      </p:graphicFrame>
    </p:spTree>
    <p:extLst>
      <p:ext uri="{BB962C8B-B14F-4D97-AF65-F5344CB8AC3E}">
        <p14:creationId xmlns:p14="http://schemas.microsoft.com/office/powerpoint/2010/main" val="6628368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1">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1E4805F2-BD01-D5D0-A495-5199B09E4593}"/>
              </a:ext>
            </a:extLst>
          </p:cNvPr>
          <p:cNvSpPr>
            <a:spLocks noGrp="1"/>
          </p:cNvSpPr>
          <p:nvPr>
            <p:ph type="title"/>
          </p:nvPr>
        </p:nvSpPr>
        <p:spPr>
          <a:xfrm>
            <a:off x="1137037" y="741082"/>
            <a:ext cx="9274512" cy="949606"/>
          </a:xfrm>
        </p:spPr>
        <p:txBody>
          <a:bodyPr>
            <a:normAutofit/>
          </a:bodyPr>
          <a:lstStyle/>
          <a:p>
            <a:r>
              <a:rPr lang="sv-SE">
                <a:ea typeface="+mj-lt"/>
                <a:cs typeface="+mj-lt"/>
              </a:rPr>
              <a:t>Felsökning </a:t>
            </a:r>
            <a:endParaRPr lang="sv-SE"/>
          </a:p>
        </p:txBody>
      </p:sp>
      <p:sp>
        <p:nvSpPr>
          <p:cNvPr id="18" name="Freeform: Shape 13">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4B53AF5E-392F-A595-89DD-56062D50B14E}"/>
              </a:ext>
            </a:extLst>
          </p:cNvPr>
          <p:cNvGraphicFramePr>
            <a:graphicFrameLocks noGrp="1"/>
          </p:cNvGraphicFramePr>
          <p:nvPr>
            <p:ph idx="1"/>
            <p:extLst>
              <p:ext uri="{D42A27DB-BD31-4B8C-83A1-F6EECF244321}">
                <p14:modId xmlns:p14="http://schemas.microsoft.com/office/powerpoint/2010/main" val="2146414837"/>
              </p:ext>
            </p:extLst>
          </p:nvPr>
        </p:nvGraphicFramePr>
        <p:xfrm>
          <a:off x="31229" y="1880016"/>
          <a:ext cx="12164810" cy="4978844"/>
        </p:xfrm>
        <a:graphic>
          <a:graphicData uri="http://schemas.openxmlformats.org/drawingml/2006/table">
            <a:tbl>
              <a:tblPr firstRow="1" bandRow="1">
                <a:tableStyleId>{5C22544A-7EE6-4342-B048-85BDC9FD1C3A}</a:tableStyleId>
              </a:tblPr>
              <a:tblGrid>
                <a:gridCol w="3319220">
                  <a:extLst>
                    <a:ext uri="{9D8B030D-6E8A-4147-A177-3AD203B41FA5}">
                      <a16:colId xmlns:a16="http://schemas.microsoft.com/office/drawing/2014/main" val="3784169469"/>
                    </a:ext>
                  </a:extLst>
                </a:gridCol>
                <a:gridCol w="2440983">
                  <a:extLst>
                    <a:ext uri="{9D8B030D-6E8A-4147-A177-3AD203B41FA5}">
                      <a16:colId xmlns:a16="http://schemas.microsoft.com/office/drawing/2014/main" val="1303763091"/>
                    </a:ext>
                  </a:extLst>
                </a:gridCol>
                <a:gridCol w="6404607">
                  <a:extLst>
                    <a:ext uri="{9D8B030D-6E8A-4147-A177-3AD203B41FA5}">
                      <a16:colId xmlns:a16="http://schemas.microsoft.com/office/drawing/2014/main" val="34408481"/>
                    </a:ext>
                  </a:extLst>
                </a:gridCol>
              </a:tblGrid>
              <a:tr h="560997">
                <a:tc>
                  <a:txBody>
                    <a:bodyPr/>
                    <a:lstStyle/>
                    <a:p>
                      <a:pPr algn="l">
                        <a:lnSpc>
                          <a:spcPts val="1875"/>
                        </a:lnSpc>
                        <a:buNone/>
                      </a:pPr>
                      <a:r>
                        <a:rPr lang="sv-SE" sz="2000" b="1">
                          <a:solidFill>
                            <a:schemeClr val="tx1"/>
                          </a:solidFill>
                          <a:effectLst/>
                          <a:latin typeface="quote-cjk-patch"/>
                        </a:rPr>
                        <a:t>Problem</a:t>
                      </a:r>
                      <a:endParaRPr lang="sv-SE" sz="2000" b="0">
                        <a:solidFill>
                          <a:schemeClr val="tx1"/>
                        </a:solidFill>
                        <a:effectLst/>
                        <a:latin typeface="quote-cjk-patch"/>
                      </a:endParaRPr>
                    </a:p>
                  </a:txBody>
                  <a:tcPr marL="85311" marR="142185" marT="88865" marB="88865" anchor="ctr">
                    <a:lnL>
                      <a:noFill/>
                    </a:lnL>
                    <a:lnR>
                      <a:noFill/>
                    </a:lnR>
                    <a:lnT>
                      <a:noFill/>
                    </a:lnT>
                    <a:lnB>
                      <a:noFill/>
                    </a:lnB>
                    <a:solidFill>
                      <a:srgbClr val="FFFFFF"/>
                    </a:solidFill>
                  </a:tcPr>
                </a:tc>
                <a:tc>
                  <a:txBody>
                    <a:bodyPr/>
                    <a:lstStyle/>
                    <a:p>
                      <a:pPr algn="l">
                        <a:lnSpc>
                          <a:spcPts val="1875"/>
                        </a:lnSpc>
                        <a:buNone/>
                      </a:pPr>
                      <a:r>
                        <a:rPr lang="sv-SE" sz="2000" b="1">
                          <a:solidFill>
                            <a:schemeClr val="tx1"/>
                          </a:solidFill>
                          <a:effectLst/>
                          <a:latin typeface="quote-cjk-patch"/>
                        </a:rPr>
                        <a:t>Felmeddelande</a:t>
                      </a:r>
                      <a:endParaRPr lang="sv-SE" sz="2000" b="0">
                        <a:solidFill>
                          <a:schemeClr val="tx1"/>
                        </a:solidFill>
                        <a:effectLst/>
                        <a:latin typeface="quote-cjk-patch"/>
                      </a:endParaRPr>
                    </a:p>
                  </a:txBody>
                  <a:tcPr marL="142185" marR="142185" marT="88865" marB="88865" anchor="ctr">
                    <a:lnL>
                      <a:noFill/>
                    </a:lnL>
                    <a:lnR>
                      <a:noFill/>
                    </a:lnR>
                    <a:lnT>
                      <a:noFill/>
                    </a:lnT>
                    <a:lnB>
                      <a:noFill/>
                    </a:lnB>
                    <a:solidFill>
                      <a:srgbClr val="FFFFFF"/>
                    </a:solidFill>
                  </a:tcPr>
                </a:tc>
                <a:tc>
                  <a:txBody>
                    <a:bodyPr/>
                    <a:lstStyle/>
                    <a:p>
                      <a:pPr algn="l">
                        <a:lnSpc>
                          <a:spcPts val="1875"/>
                        </a:lnSpc>
                        <a:buNone/>
                      </a:pPr>
                      <a:r>
                        <a:rPr lang="sv-SE" sz="2000" b="1">
                          <a:solidFill>
                            <a:schemeClr val="tx1"/>
                          </a:solidFill>
                          <a:effectLst/>
                          <a:latin typeface="quote-cjk-patch"/>
                        </a:rPr>
                        <a:t>Lösning</a:t>
                      </a:r>
                      <a:endParaRPr lang="sv-SE" sz="2000" b="0">
                        <a:solidFill>
                          <a:schemeClr val="tx1"/>
                        </a:solidFill>
                        <a:effectLst/>
                        <a:latin typeface="quote-cjk-patch"/>
                      </a:endParaRPr>
                    </a:p>
                  </a:txBody>
                  <a:tcPr marL="142185" marR="142185" marT="88865" marB="88865" anchor="ctr">
                    <a:lnL>
                      <a:noFill/>
                    </a:lnL>
                    <a:lnR>
                      <a:noFill/>
                    </a:lnR>
                    <a:lnT>
                      <a:noFill/>
                    </a:lnT>
                    <a:lnB>
                      <a:noFill/>
                    </a:lnB>
                    <a:solidFill>
                      <a:srgbClr val="FFFFFF"/>
                    </a:solidFill>
                  </a:tcPr>
                </a:tc>
                <a:extLst>
                  <a:ext uri="{0D108BD9-81ED-4DB2-BD59-A6C34878D82A}">
                    <a16:rowId xmlns:a16="http://schemas.microsoft.com/office/drawing/2014/main" val="1308463978"/>
                  </a:ext>
                </a:extLst>
              </a:tr>
              <a:tr h="1121993">
                <a:tc>
                  <a:txBody>
                    <a:bodyPr/>
                    <a:lstStyle/>
                    <a:p>
                      <a:pPr>
                        <a:lnSpc>
                          <a:spcPts val="1875"/>
                        </a:lnSpc>
                        <a:buNone/>
                      </a:pPr>
                      <a:r>
                        <a:rPr lang="sv-SE" sz="2000" b="1">
                          <a:effectLst/>
                          <a:latin typeface="quote-cjk-patch"/>
                        </a:rPr>
                        <a:t>"Database 'NetworkSecurityML' already exists"</a:t>
                      </a:r>
                      <a:endParaRPr lang="sv-SE" sz="2000" b="0">
                        <a:effectLst/>
                        <a:latin typeface="quote-cjk-patch"/>
                      </a:endParaRPr>
                    </a:p>
                  </a:txBody>
                  <a:tcPr marL="85311" marR="142185" marT="88865" marB="88865" anchor="ctr">
                    <a:lnL>
                      <a:noFill/>
                    </a:lnL>
                    <a:lnR>
                      <a:noFill/>
                    </a:lnR>
                    <a:lnT>
                      <a:noFill/>
                    </a:lnT>
                    <a:lnB>
                      <a:noFill/>
                    </a:lnB>
                    <a:solidFill>
                      <a:srgbClr val="FFFFFF"/>
                    </a:solidFill>
                  </a:tcPr>
                </a:tc>
                <a:tc>
                  <a:txBody>
                    <a:bodyPr/>
                    <a:lstStyle/>
                    <a:p>
                      <a:pPr>
                        <a:lnSpc>
                          <a:spcPts val="1875"/>
                        </a:lnSpc>
                        <a:buNone/>
                      </a:pPr>
                      <a:r>
                        <a:rPr lang="sv-SE" sz="2000" b="0">
                          <a:effectLst/>
                          <a:latin typeface="quote-cjk-patch"/>
                        </a:rPr>
                        <a:t>Databasen finns redan</a:t>
                      </a:r>
                    </a:p>
                  </a:txBody>
                  <a:tcPr marL="142185" marR="142185" marT="88865" marB="88865" anchor="ctr">
                    <a:lnL>
                      <a:noFill/>
                    </a:lnL>
                    <a:lnR>
                      <a:noFill/>
                    </a:lnR>
                    <a:lnT>
                      <a:noFill/>
                    </a:lnT>
                    <a:lnB>
                      <a:noFill/>
                    </a:lnB>
                    <a:solidFill>
                      <a:srgbClr val="FFFFFF"/>
                    </a:solidFill>
                  </a:tcPr>
                </a:tc>
                <a:tc>
                  <a:txBody>
                    <a:bodyPr/>
                    <a:lstStyle/>
                    <a:p>
                      <a:pPr>
                        <a:lnSpc>
                          <a:spcPts val="1875"/>
                        </a:lnSpc>
                        <a:buNone/>
                      </a:pPr>
                      <a:r>
                        <a:rPr lang="sv-SE" sz="2000" b="0">
                          <a:effectLst/>
                          <a:latin typeface="quote-cjk-patch"/>
                        </a:rPr>
                        <a:t>Du har redan skapat den! Gå vidare till nästa steg.</a:t>
                      </a:r>
                    </a:p>
                  </a:txBody>
                  <a:tcPr marL="142185" marR="85311" marT="88865" marB="88865" anchor="ctr">
                    <a:lnL>
                      <a:noFill/>
                    </a:lnL>
                    <a:lnR>
                      <a:noFill/>
                    </a:lnR>
                    <a:lnT>
                      <a:noFill/>
                    </a:lnT>
                    <a:lnB>
                      <a:noFill/>
                    </a:lnB>
                    <a:solidFill>
                      <a:srgbClr val="FFFFFF"/>
                    </a:solidFill>
                  </a:tcPr>
                </a:tc>
                <a:extLst>
                  <a:ext uri="{0D108BD9-81ED-4DB2-BD59-A6C34878D82A}">
                    <a16:rowId xmlns:a16="http://schemas.microsoft.com/office/drawing/2014/main" val="2261023402"/>
                  </a:ext>
                </a:extLst>
              </a:tr>
              <a:tr h="1121993">
                <a:tc>
                  <a:txBody>
                    <a:bodyPr/>
                    <a:lstStyle/>
                    <a:p>
                      <a:pPr>
                        <a:lnSpc>
                          <a:spcPts val="1875"/>
                        </a:lnSpc>
                        <a:buNone/>
                      </a:pPr>
                      <a:r>
                        <a:rPr lang="sv-SE" sz="2000" b="1">
                          <a:effectLst/>
                          <a:latin typeface="quote-cjk-patch"/>
                        </a:rPr>
                        <a:t>Kan inte skapa databas – behörighet saknas</a:t>
                      </a:r>
                      <a:endParaRPr lang="sv-SE" sz="2000" b="0">
                        <a:effectLst/>
                        <a:latin typeface="quote-cjk-patch"/>
                      </a:endParaRPr>
                    </a:p>
                  </a:txBody>
                  <a:tcPr marL="85311" marR="142185" marT="88865" marB="88865" anchor="ctr">
                    <a:lnL>
                      <a:noFill/>
                    </a:lnL>
                    <a:lnR>
                      <a:noFill/>
                    </a:lnR>
                    <a:lnT>
                      <a:noFill/>
                    </a:lnT>
                    <a:lnB>
                      <a:noFill/>
                    </a:lnB>
                    <a:solidFill>
                      <a:srgbClr val="FFFFFF"/>
                    </a:solidFill>
                  </a:tcPr>
                </a:tc>
                <a:tc>
                  <a:txBody>
                    <a:bodyPr/>
                    <a:lstStyle/>
                    <a:p>
                      <a:pPr>
                        <a:lnSpc>
                          <a:spcPts val="1875"/>
                        </a:lnSpc>
                        <a:buNone/>
                      </a:pPr>
                      <a:r>
                        <a:rPr lang="sv-SE" sz="2000" b="0">
                          <a:effectLst/>
                          <a:latin typeface="quote-cjk-patch"/>
                        </a:rPr>
                        <a:t>"CREATE DATABASE permission denied"</a:t>
                      </a:r>
                    </a:p>
                  </a:txBody>
                  <a:tcPr marL="142185" marR="142185" marT="88865" marB="88865" anchor="ctr">
                    <a:lnL>
                      <a:noFill/>
                    </a:lnL>
                    <a:lnR>
                      <a:noFill/>
                    </a:lnR>
                    <a:lnT>
                      <a:noFill/>
                    </a:lnT>
                    <a:lnB>
                      <a:noFill/>
                    </a:lnB>
                    <a:solidFill>
                      <a:srgbClr val="FFFFFF"/>
                    </a:solidFill>
                  </a:tcPr>
                </a:tc>
                <a:tc>
                  <a:txBody>
                    <a:bodyPr/>
                    <a:lstStyle/>
                    <a:p>
                      <a:pPr>
                        <a:lnSpc>
                          <a:spcPts val="1875"/>
                        </a:lnSpc>
                        <a:buNone/>
                      </a:pPr>
                      <a:r>
                        <a:rPr lang="sv-SE" sz="2000" b="0">
                          <a:effectLst/>
                          <a:latin typeface="quote-cjk-patch"/>
                        </a:rPr>
                        <a:t>Du måste ha rättigheter. Använd Windows-autentisering eller kontakta din administratör.</a:t>
                      </a:r>
                    </a:p>
                  </a:txBody>
                  <a:tcPr marL="142185" marR="85311" marT="88865" marB="88865" anchor="ctr">
                    <a:lnL>
                      <a:noFill/>
                    </a:lnL>
                    <a:lnR>
                      <a:noFill/>
                    </a:lnR>
                    <a:lnT>
                      <a:noFill/>
                    </a:lnT>
                    <a:lnB>
                      <a:noFill/>
                    </a:lnB>
                    <a:solidFill>
                      <a:srgbClr val="FFFFFF"/>
                    </a:solidFill>
                  </a:tcPr>
                </a:tc>
                <a:extLst>
                  <a:ext uri="{0D108BD9-81ED-4DB2-BD59-A6C34878D82A}">
                    <a16:rowId xmlns:a16="http://schemas.microsoft.com/office/drawing/2014/main" val="3482865370"/>
                  </a:ext>
                </a:extLst>
              </a:tr>
              <a:tr h="1051868">
                <a:tc>
                  <a:txBody>
                    <a:bodyPr/>
                    <a:lstStyle/>
                    <a:p>
                      <a:pPr>
                        <a:lnSpc>
                          <a:spcPts val="1875"/>
                        </a:lnSpc>
                        <a:buNone/>
                      </a:pPr>
                      <a:r>
                        <a:rPr lang="sv-SE" sz="2000" b="1">
                          <a:effectLst/>
                          <a:latin typeface="quote-cjk-patch"/>
                        </a:rPr>
                        <a:t>Servernamnet är fel</a:t>
                      </a:r>
                      <a:endParaRPr lang="sv-SE" sz="2000" b="0">
                        <a:effectLst/>
                        <a:latin typeface="quote-cjk-patch"/>
                      </a:endParaRPr>
                    </a:p>
                  </a:txBody>
                  <a:tcPr marL="85311" marR="142185" marT="88865" marB="88865" anchor="ctr">
                    <a:lnL>
                      <a:noFill/>
                    </a:lnL>
                    <a:lnR>
                      <a:noFill/>
                    </a:lnR>
                    <a:lnT>
                      <a:noFill/>
                    </a:lnT>
                    <a:lnB>
                      <a:noFill/>
                    </a:lnB>
                    <a:solidFill>
                      <a:srgbClr val="FFFFFF"/>
                    </a:solidFill>
                  </a:tcPr>
                </a:tc>
                <a:tc>
                  <a:txBody>
                    <a:bodyPr/>
                    <a:lstStyle/>
                    <a:p>
                      <a:pPr>
                        <a:lnSpc>
                          <a:spcPts val="1875"/>
                        </a:lnSpc>
                        <a:buNone/>
                      </a:pPr>
                      <a:r>
                        <a:rPr lang="sv-SE" sz="2000" b="0">
                          <a:effectLst/>
                          <a:latin typeface="quote-cjk-patch"/>
                        </a:rPr>
                        <a:t>"Cannot connect to server"</a:t>
                      </a:r>
                    </a:p>
                  </a:txBody>
                  <a:tcPr marL="142185" marR="142185" marT="88865" marB="88865" anchor="ctr">
                    <a:lnL>
                      <a:noFill/>
                    </a:lnL>
                    <a:lnR>
                      <a:noFill/>
                    </a:lnR>
                    <a:lnT>
                      <a:noFill/>
                    </a:lnT>
                    <a:lnB>
                      <a:noFill/>
                    </a:lnB>
                    <a:solidFill>
                      <a:srgbClr val="FFFFFF"/>
                    </a:solidFill>
                  </a:tcPr>
                </a:tc>
                <a:tc>
                  <a:txBody>
                    <a:bodyPr/>
                    <a:lstStyle/>
                    <a:p>
                      <a:pPr>
                        <a:lnSpc>
                          <a:spcPts val="1650"/>
                        </a:lnSpc>
                        <a:buNone/>
                      </a:pPr>
                      <a:r>
                        <a:rPr lang="sv-SE" sz="2000" b="0">
                          <a:effectLst/>
                          <a:latin typeface="quote-cjk-patch"/>
                        </a:rPr>
                        <a:t>Dubbelkolla servernamnet i anslutningsfönstret. Testa </a:t>
                      </a:r>
                      <a:r>
                        <a:rPr lang="sv-SE" sz="2000" b="0">
                          <a:effectLst/>
                          <a:latin typeface="Menlo"/>
                        </a:rPr>
                        <a:t>localhost</a:t>
                      </a:r>
                      <a:r>
                        <a:rPr lang="sv-SE" sz="2000" b="0">
                          <a:effectLst/>
                          <a:latin typeface="quote-cjk-patch"/>
                        </a:rPr>
                        <a:t>.</a:t>
                      </a:r>
                    </a:p>
                  </a:txBody>
                  <a:tcPr marL="142185" marR="85311" marT="88865" marB="88865" anchor="ctr">
                    <a:lnL>
                      <a:noFill/>
                    </a:lnL>
                    <a:lnR>
                      <a:noFill/>
                    </a:lnR>
                    <a:lnT>
                      <a:noFill/>
                    </a:lnT>
                    <a:lnB>
                      <a:noFill/>
                    </a:lnB>
                    <a:solidFill>
                      <a:srgbClr val="FFFFFF"/>
                    </a:solidFill>
                  </a:tcPr>
                </a:tc>
                <a:extLst>
                  <a:ext uri="{0D108BD9-81ED-4DB2-BD59-A6C34878D82A}">
                    <a16:rowId xmlns:a16="http://schemas.microsoft.com/office/drawing/2014/main" val="614479919"/>
                  </a:ext>
                </a:extLst>
              </a:tr>
              <a:tr h="1121993">
                <a:tc>
                  <a:txBody>
                    <a:bodyPr/>
                    <a:lstStyle/>
                    <a:p>
                      <a:pPr>
                        <a:lnSpc>
                          <a:spcPts val="1875"/>
                        </a:lnSpc>
                        <a:buNone/>
                      </a:pPr>
                      <a:r>
                        <a:rPr lang="sv-SE" sz="2000" b="1">
                          <a:effectLst/>
                          <a:latin typeface="quote-cjk-patch"/>
                        </a:rPr>
                        <a:t>Databasen syns inte efter skapande</a:t>
                      </a:r>
                      <a:endParaRPr lang="sv-SE" sz="2000" b="0">
                        <a:effectLst/>
                        <a:latin typeface="quote-cjk-patch"/>
                      </a:endParaRPr>
                    </a:p>
                  </a:txBody>
                  <a:tcPr marL="85311" marR="142185" marT="88865" marB="88865" anchor="ctr">
                    <a:lnL>
                      <a:noFill/>
                    </a:lnL>
                    <a:lnR>
                      <a:noFill/>
                    </a:lnR>
                    <a:lnT>
                      <a:noFill/>
                    </a:lnT>
                    <a:lnB>
                      <a:noFill/>
                    </a:lnB>
                    <a:solidFill>
                      <a:srgbClr val="FFFFFF"/>
                    </a:solidFill>
                  </a:tcPr>
                </a:tc>
                <a:tc>
                  <a:txBody>
                    <a:bodyPr/>
                    <a:lstStyle/>
                    <a:p>
                      <a:pPr>
                        <a:lnSpc>
                          <a:spcPts val="1875"/>
                        </a:lnSpc>
                        <a:buNone/>
                      </a:pPr>
                      <a:r>
                        <a:rPr lang="sv-SE" sz="2000" b="0">
                          <a:effectLst/>
                          <a:latin typeface="quote-cjk-patch"/>
                        </a:rPr>
                        <a:t>-</a:t>
                      </a:r>
                    </a:p>
                  </a:txBody>
                  <a:tcPr marL="142185" marR="142185" marT="88865" marB="88865" anchor="ctr">
                    <a:lnL>
                      <a:noFill/>
                    </a:lnL>
                    <a:lnR>
                      <a:noFill/>
                    </a:lnR>
                    <a:lnT>
                      <a:noFill/>
                    </a:lnT>
                    <a:lnB>
                      <a:noFill/>
                    </a:lnB>
                    <a:solidFill>
                      <a:srgbClr val="FFFFFF"/>
                    </a:solidFill>
                  </a:tcPr>
                </a:tc>
                <a:tc>
                  <a:txBody>
                    <a:bodyPr/>
                    <a:lstStyle/>
                    <a:p>
                      <a:pPr>
                        <a:lnSpc>
                          <a:spcPts val="1875"/>
                        </a:lnSpc>
                        <a:buNone/>
                      </a:pPr>
                      <a:r>
                        <a:rPr lang="sv-SE" sz="2000" b="0">
                          <a:effectLst/>
                          <a:latin typeface="quote-cjk-patch"/>
                        </a:rPr>
                        <a:t>Högerklicka på mappen "Databaser" och välj </a:t>
                      </a:r>
                      <a:r>
                        <a:rPr lang="sv-SE" sz="2000" b="1">
                          <a:effectLst/>
                          <a:latin typeface="quote-cjk-patch"/>
                        </a:rPr>
                        <a:t>"Uppdatera"</a:t>
                      </a:r>
                      <a:r>
                        <a:rPr lang="sv-SE" sz="2000" b="0">
                          <a:effectLst/>
                          <a:latin typeface="quote-cjk-patch"/>
                        </a:rPr>
                        <a:t> (Refresh).</a:t>
                      </a:r>
                    </a:p>
                  </a:txBody>
                  <a:tcPr marL="142185" marR="85311" marT="88865" marB="88865" anchor="ctr">
                    <a:lnL>
                      <a:noFill/>
                    </a:lnL>
                    <a:lnR>
                      <a:noFill/>
                    </a:lnR>
                    <a:lnT>
                      <a:noFill/>
                    </a:lnT>
                    <a:lnB>
                      <a:noFill/>
                    </a:lnB>
                    <a:solidFill>
                      <a:srgbClr val="FFFFFF"/>
                    </a:solidFill>
                  </a:tcPr>
                </a:tc>
                <a:extLst>
                  <a:ext uri="{0D108BD9-81ED-4DB2-BD59-A6C34878D82A}">
                    <a16:rowId xmlns:a16="http://schemas.microsoft.com/office/drawing/2014/main" val="1330114878"/>
                  </a:ext>
                </a:extLst>
              </a:tr>
            </a:tbl>
          </a:graphicData>
        </a:graphic>
      </p:graphicFrame>
    </p:spTree>
    <p:extLst>
      <p:ext uri="{BB962C8B-B14F-4D97-AF65-F5344CB8AC3E}">
        <p14:creationId xmlns:p14="http://schemas.microsoft.com/office/powerpoint/2010/main" val="1848564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ubrik 1">
            <a:extLst>
              <a:ext uri="{FF2B5EF4-FFF2-40B4-BE49-F238E27FC236}">
                <a16:creationId xmlns:a16="http://schemas.microsoft.com/office/drawing/2014/main" id="{9D7CB47B-4A59-5AA3-BF4A-069B13CD8212}"/>
              </a:ext>
            </a:extLst>
          </p:cNvPr>
          <p:cNvSpPr>
            <a:spLocks noGrp="1"/>
          </p:cNvSpPr>
          <p:nvPr>
            <p:ph type="title"/>
          </p:nvPr>
        </p:nvSpPr>
        <p:spPr>
          <a:xfrm>
            <a:off x="826396" y="586855"/>
            <a:ext cx="4230100" cy="3387497"/>
          </a:xfrm>
        </p:spPr>
        <p:txBody>
          <a:bodyPr anchor="b">
            <a:normAutofit/>
          </a:bodyPr>
          <a:lstStyle/>
          <a:p>
            <a:pPr algn="r"/>
            <a:r>
              <a:rPr lang="sv-SE" sz="4000">
                <a:solidFill>
                  <a:srgbClr val="FFFFFF"/>
                </a:solidFill>
                <a:ea typeface="+mj-lt"/>
                <a:cs typeface="+mj-lt"/>
              </a:rPr>
              <a:t>Steg 8: Skapa tabeller i databasen</a:t>
            </a:r>
            <a:endParaRPr lang="sv-SE" sz="4000">
              <a:solidFill>
                <a:srgbClr val="FFFFFF"/>
              </a:solidFill>
            </a:endParaRPr>
          </a:p>
        </p:txBody>
      </p:sp>
      <p:sp>
        <p:nvSpPr>
          <p:cNvPr id="3" name="Platshållare för innehåll 2">
            <a:extLst>
              <a:ext uri="{FF2B5EF4-FFF2-40B4-BE49-F238E27FC236}">
                <a16:creationId xmlns:a16="http://schemas.microsoft.com/office/drawing/2014/main" id="{9B695825-6484-F57F-FA58-FCFBB929C1FF}"/>
              </a:ext>
            </a:extLst>
          </p:cNvPr>
          <p:cNvSpPr>
            <a:spLocks noGrp="1"/>
          </p:cNvSpPr>
          <p:nvPr>
            <p:ph idx="1"/>
          </p:nvPr>
        </p:nvSpPr>
        <p:spPr>
          <a:xfrm>
            <a:off x="5525498" y="16877"/>
            <a:ext cx="6659616" cy="6840008"/>
          </a:xfrm>
        </p:spPr>
        <p:txBody>
          <a:bodyPr vert="horz" lIns="91440" tIns="45720" rIns="91440" bIns="45720" rtlCol="0" anchor="ctr">
            <a:normAutofit/>
          </a:bodyPr>
          <a:lstStyle/>
          <a:p>
            <a:r>
              <a:rPr lang="sv-SE">
                <a:ea typeface="+mn-lt"/>
                <a:cs typeface="+mn-lt"/>
              </a:rPr>
              <a:t>Nu ska vi bygga själva lådorna i vår databashylla. En tabell är som ett Excel-ark med kolumner (t.ex. "SourceIP", "DestinationPort") och rader (varje enskild nätverkshändelse). Vi kommer att skapa tre tabeller som tillsammans utgör hjärtat i vårt nätverkssäkerhetssystem .</a:t>
            </a:r>
          </a:p>
        </p:txBody>
      </p:sp>
    </p:spTree>
    <p:extLst>
      <p:ext uri="{BB962C8B-B14F-4D97-AF65-F5344CB8AC3E}">
        <p14:creationId xmlns:p14="http://schemas.microsoft.com/office/powerpoint/2010/main" val="653754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5C3ED9A3-9445-8B21-B71D-339A36B926DB}"/>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2600" kern="1200">
                <a:solidFill>
                  <a:schemeClr val="tx1"/>
                </a:solidFill>
                <a:latin typeface="+mj-lt"/>
                <a:ea typeface="+mj-ea"/>
                <a:cs typeface="+mj-cs"/>
              </a:rPr>
              <a:t>Varför gör vi detta? För att skapa de specifika tabeller som vårt nätverkssäkerhetsprojekt behöver. Utan tabeller har vi ingen struktur att lagra data i. De tre tabellerna är:</a:t>
            </a:r>
          </a:p>
        </p:txBody>
      </p:sp>
      <p:sp>
        <p:nvSpPr>
          <p:cNvPr id="4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2" name="Platshållare för innehåll 4">
            <a:extLst>
              <a:ext uri="{FF2B5EF4-FFF2-40B4-BE49-F238E27FC236}">
                <a16:creationId xmlns:a16="http://schemas.microsoft.com/office/drawing/2014/main" id="{B3BFE2C0-C049-97A2-E233-070BF16DDA51}"/>
              </a:ext>
            </a:extLst>
          </p:cNvPr>
          <p:cNvGraphicFramePr>
            <a:graphicFrameLocks noGrp="1"/>
          </p:cNvGraphicFramePr>
          <p:nvPr>
            <p:ph idx="1"/>
            <p:extLst>
              <p:ext uri="{D42A27DB-BD31-4B8C-83A1-F6EECF244321}">
                <p14:modId xmlns:p14="http://schemas.microsoft.com/office/powerpoint/2010/main" val="3362923796"/>
              </p:ext>
            </p:extLst>
          </p:nvPr>
        </p:nvGraphicFramePr>
        <p:xfrm>
          <a:off x="219559" y="2118101"/>
          <a:ext cx="11788967" cy="4582656"/>
        </p:xfrm>
        <a:graphic>
          <a:graphicData uri="http://schemas.openxmlformats.org/drawingml/2006/table">
            <a:tbl>
              <a:tblPr firstRow="1" bandRow="1">
                <a:noFill/>
                <a:tableStyleId>{5C22544A-7EE6-4342-B048-85BDC9FD1C3A}</a:tableStyleId>
              </a:tblPr>
              <a:tblGrid>
                <a:gridCol w="4196000">
                  <a:extLst>
                    <a:ext uri="{9D8B030D-6E8A-4147-A177-3AD203B41FA5}">
                      <a16:colId xmlns:a16="http://schemas.microsoft.com/office/drawing/2014/main" val="3258420237"/>
                    </a:ext>
                  </a:extLst>
                </a:gridCol>
                <a:gridCol w="2897614">
                  <a:extLst>
                    <a:ext uri="{9D8B030D-6E8A-4147-A177-3AD203B41FA5}">
                      <a16:colId xmlns:a16="http://schemas.microsoft.com/office/drawing/2014/main" val="4231843654"/>
                    </a:ext>
                  </a:extLst>
                </a:gridCol>
                <a:gridCol w="4695353">
                  <a:extLst>
                    <a:ext uri="{9D8B030D-6E8A-4147-A177-3AD203B41FA5}">
                      <a16:colId xmlns:a16="http://schemas.microsoft.com/office/drawing/2014/main" val="1732140672"/>
                    </a:ext>
                  </a:extLst>
                </a:gridCol>
              </a:tblGrid>
              <a:tr h="804240">
                <a:tc>
                  <a:txBody>
                    <a:bodyPr/>
                    <a:lstStyle/>
                    <a:p>
                      <a:pPr algn="l">
                        <a:lnSpc>
                          <a:spcPts val="1875"/>
                        </a:lnSpc>
                        <a:buNone/>
                      </a:pPr>
                      <a:r>
                        <a:rPr lang="sv-SE" sz="2800" b="1" cap="all" spc="60">
                          <a:solidFill>
                            <a:schemeClr val="tx1"/>
                          </a:solidFill>
                          <a:effectLst/>
                          <a:latin typeface="quote-cjk-patch"/>
                        </a:rPr>
                        <a:t>Tabellnamn</a:t>
                      </a:r>
                    </a:p>
                  </a:txBody>
                  <a:tcPr marL="116992" marR="194986" marT="116992" marB="116992" anchor="b">
                    <a:lnL w="12700" cmpd="sng">
                      <a:noFill/>
                    </a:lnL>
                    <a:lnR w="12700" cmpd="sng">
                      <a:noFill/>
                    </a:lnR>
                    <a:lnT w="12700" cmpd="sng">
                      <a:noFill/>
                    </a:lnT>
                    <a:lnB w="38100" cmpd="sng">
                      <a:noFill/>
                    </a:lnB>
                    <a:noFill/>
                  </a:tcPr>
                </a:tc>
                <a:tc>
                  <a:txBody>
                    <a:bodyPr/>
                    <a:lstStyle/>
                    <a:p>
                      <a:pPr algn="l">
                        <a:lnSpc>
                          <a:spcPts val="1875"/>
                        </a:lnSpc>
                        <a:buNone/>
                      </a:pPr>
                      <a:r>
                        <a:rPr lang="sv-SE" sz="2800" b="1" cap="all" spc="60">
                          <a:solidFill>
                            <a:schemeClr val="tx1"/>
                          </a:solidFill>
                          <a:effectLst/>
                          <a:latin typeface="quote-cjk-patch"/>
                        </a:rPr>
                        <a:t>Syfte</a:t>
                      </a:r>
                    </a:p>
                  </a:txBody>
                  <a:tcPr marL="194986" marR="194986" marT="116992" marB="116992" anchor="b">
                    <a:lnL w="12700" cmpd="sng">
                      <a:noFill/>
                    </a:lnL>
                    <a:lnR w="12700" cmpd="sng">
                      <a:noFill/>
                    </a:lnR>
                    <a:lnT w="12700" cmpd="sng">
                      <a:noFill/>
                    </a:lnT>
                    <a:lnB w="38100" cmpd="sng">
                      <a:noFill/>
                    </a:lnB>
                    <a:noFill/>
                  </a:tcPr>
                </a:tc>
                <a:tc>
                  <a:txBody>
                    <a:bodyPr/>
                    <a:lstStyle/>
                    <a:p>
                      <a:pPr algn="l">
                        <a:lnSpc>
                          <a:spcPts val="1875"/>
                        </a:lnSpc>
                        <a:buNone/>
                      </a:pPr>
                      <a:r>
                        <a:rPr lang="sv-SE" sz="2800" b="1" cap="all" spc="60">
                          <a:solidFill>
                            <a:schemeClr val="tx1"/>
                          </a:solidFill>
                          <a:effectLst/>
                          <a:latin typeface="quote-cjk-patch"/>
                        </a:rPr>
                        <a:t>Beskrivning</a:t>
                      </a:r>
                    </a:p>
                  </a:txBody>
                  <a:tcPr marL="194986" marR="194986" marT="116992" marB="116992" anchor="b">
                    <a:lnL w="12700" cmpd="sng">
                      <a:noFill/>
                    </a:lnL>
                    <a:lnR w="12700" cmpd="sng">
                      <a:noFill/>
                    </a:lnR>
                    <a:lnT w="12700" cmpd="sng">
                      <a:noFill/>
                    </a:lnT>
                    <a:lnB w="38100" cmpd="sng">
                      <a:noFill/>
                    </a:lnB>
                    <a:noFill/>
                  </a:tcPr>
                </a:tc>
                <a:extLst>
                  <a:ext uri="{0D108BD9-81ED-4DB2-BD59-A6C34878D82A}">
                    <a16:rowId xmlns:a16="http://schemas.microsoft.com/office/drawing/2014/main" val="1685330005"/>
                  </a:ext>
                </a:extLst>
              </a:tr>
              <a:tr h="1259472">
                <a:tc>
                  <a:txBody>
                    <a:bodyPr/>
                    <a:lstStyle/>
                    <a:p>
                      <a:pPr>
                        <a:lnSpc>
                          <a:spcPts val="1875"/>
                        </a:lnSpc>
                        <a:buNone/>
                      </a:pPr>
                      <a:r>
                        <a:rPr lang="sv-SE" sz="2400" b="1" cap="none" spc="0">
                          <a:solidFill>
                            <a:schemeClr val="tx1"/>
                          </a:solidFill>
                          <a:effectLst/>
                          <a:latin typeface="quote-cjk-patch"/>
                        </a:rPr>
                        <a:t>NetworkTrafficLogs</a:t>
                      </a:r>
                      <a:endParaRPr lang="sv-SE" sz="2400" b="0" cap="none" spc="0">
                        <a:solidFill>
                          <a:schemeClr val="tx1"/>
                        </a:solidFill>
                        <a:effectLst/>
                        <a:latin typeface="quote-cjk-patch"/>
                      </a:endParaRPr>
                    </a:p>
                  </a:txBody>
                  <a:tcPr marL="116992" marR="194986" marT="121866" marB="116992"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pPr>
                        <a:lnSpc>
                          <a:spcPts val="1875"/>
                        </a:lnSpc>
                        <a:buNone/>
                      </a:pPr>
                      <a:r>
                        <a:rPr lang="sv-SE" sz="2400" b="0" cap="none" spc="0">
                          <a:solidFill>
                            <a:schemeClr val="tx1"/>
                          </a:solidFill>
                          <a:effectLst/>
                          <a:latin typeface="quote-cjk-patch"/>
                        </a:rPr>
                        <a:t>Rådata</a:t>
                      </a:r>
                    </a:p>
                  </a:txBody>
                  <a:tcPr marL="194986" marR="194986" marT="121866" marB="116992" anchor="ctr">
                    <a:lnL w="12700" cmpd="sng">
                      <a:noFill/>
                      <a:prstDash val="solid"/>
                    </a:lnL>
                    <a:lnR w="12700" cmpd="sng">
                      <a:noFill/>
                      <a:prstDash val="solid"/>
                    </a:lnR>
                    <a:lnT w="38100" cmpd="sng">
                      <a:noFill/>
                    </a:lnT>
                    <a:lnB w="12700" cmpd="sng">
                      <a:noFill/>
                      <a:prstDash val="solid"/>
                    </a:lnB>
                    <a:noFill/>
                  </a:tcPr>
                </a:tc>
                <a:tc>
                  <a:txBody>
                    <a:bodyPr/>
                    <a:lstStyle/>
                    <a:p>
                      <a:pPr>
                        <a:lnSpc>
                          <a:spcPts val="1875"/>
                        </a:lnSpc>
                        <a:buNone/>
                      </a:pPr>
                      <a:r>
                        <a:rPr lang="sv-SE" sz="2400" b="0" cap="none" spc="0">
                          <a:solidFill>
                            <a:schemeClr val="tx1"/>
                          </a:solidFill>
                          <a:effectLst/>
                          <a:latin typeface="quote-cjk-patch"/>
                        </a:rPr>
                        <a:t>Lagrar all inkommande nätverkstrafik (rådata för ML-modellen)</a:t>
                      </a:r>
                    </a:p>
                  </a:txBody>
                  <a:tcPr marL="194986" marR="116992" marT="121866" marB="116992"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9626106"/>
                  </a:ext>
                </a:extLst>
              </a:tr>
              <a:tr h="1259472">
                <a:tc>
                  <a:txBody>
                    <a:bodyPr/>
                    <a:lstStyle/>
                    <a:p>
                      <a:pPr>
                        <a:lnSpc>
                          <a:spcPts val="1875"/>
                        </a:lnSpc>
                        <a:buNone/>
                      </a:pPr>
                      <a:r>
                        <a:rPr lang="sv-SE" sz="2400" b="1" cap="none" spc="0">
                          <a:solidFill>
                            <a:schemeClr val="tx1"/>
                          </a:solidFill>
                          <a:effectLst/>
                          <a:latin typeface="quote-cjk-patch"/>
                        </a:rPr>
                        <a:t>ThreatDetections</a:t>
                      </a:r>
                      <a:endParaRPr lang="sv-SE" sz="2400" b="0" cap="none" spc="0">
                        <a:solidFill>
                          <a:schemeClr val="tx1"/>
                        </a:solidFill>
                        <a:effectLst/>
                        <a:latin typeface="quote-cjk-patch"/>
                      </a:endParaRPr>
                    </a:p>
                  </a:txBody>
                  <a:tcPr marL="116992" marR="194986" marT="121866" marB="11699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nSpc>
                          <a:spcPts val="1875"/>
                        </a:lnSpc>
                        <a:buNone/>
                      </a:pPr>
                      <a:r>
                        <a:rPr lang="sv-SE" sz="2400" b="0" cap="none" spc="0">
                          <a:solidFill>
                            <a:schemeClr val="tx1"/>
                          </a:solidFill>
                          <a:effectLst/>
                          <a:latin typeface="quote-cjk-patch"/>
                        </a:rPr>
                        <a:t>ML-resultat</a:t>
                      </a:r>
                    </a:p>
                  </a:txBody>
                  <a:tcPr marL="194986" marR="194986" marT="121866" marB="11699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nSpc>
                          <a:spcPts val="1875"/>
                        </a:lnSpc>
                        <a:buNone/>
                      </a:pPr>
                      <a:r>
                        <a:rPr lang="sv-SE" sz="2400" b="0" cap="none" spc="0">
                          <a:solidFill>
                            <a:schemeClr val="tx1"/>
                          </a:solidFill>
                          <a:effectLst/>
                          <a:latin typeface="quote-cjk-patch"/>
                        </a:rPr>
                        <a:t>Lagrar resultaten från vår ML-modell (prediktioner)</a:t>
                      </a:r>
                    </a:p>
                  </a:txBody>
                  <a:tcPr marL="194986" marR="116992" marT="121866" marB="11699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759566786"/>
                  </a:ext>
                </a:extLst>
              </a:tr>
              <a:tr h="1259472">
                <a:tc>
                  <a:txBody>
                    <a:bodyPr/>
                    <a:lstStyle/>
                    <a:p>
                      <a:pPr>
                        <a:lnSpc>
                          <a:spcPts val="1875"/>
                        </a:lnSpc>
                        <a:buNone/>
                      </a:pPr>
                      <a:r>
                        <a:rPr lang="sv-SE" sz="2400" b="1" cap="none" spc="0">
                          <a:solidFill>
                            <a:schemeClr val="tx1"/>
                          </a:solidFill>
                          <a:effectLst/>
                          <a:latin typeface="quote-cjk-patch"/>
                        </a:rPr>
                        <a:t>SecurityMetrics</a:t>
                      </a:r>
                      <a:endParaRPr lang="sv-SE" sz="2400" b="0" cap="none" spc="0">
                        <a:solidFill>
                          <a:schemeClr val="tx1"/>
                        </a:solidFill>
                        <a:effectLst/>
                        <a:latin typeface="quote-cjk-patch"/>
                      </a:endParaRPr>
                    </a:p>
                  </a:txBody>
                  <a:tcPr marL="116992" marR="194986" marT="121866" marB="116992" anchor="ctr">
                    <a:lnL w="12700" cap="flat" cmpd="sng" algn="ctr">
                      <a:solidFill>
                        <a:schemeClr val="tx1"/>
                      </a:solid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2400" b="0" cap="none" spc="0">
                          <a:solidFill>
                            <a:schemeClr val="tx1"/>
                          </a:solidFill>
                          <a:effectLst/>
                          <a:latin typeface="quote-cjk-patch"/>
                        </a:rPr>
                        <a:t>Statistik</a:t>
                      </a:r>
                    </a:p>
                  </a:txBody>
                  <a:tcPr marL="194986" marR="194986" marT="121866" marB="11699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2400" b="0" cap="none" spc="0">
                          <a:solidFill>
                            <a:schemeClr val="tx1"/>
                          </a:solidFill>
                          <a:effectLst/>
                          <a:latin typeface="quote-cjk-patch"/>
                        </a:rPr>
                        <a:t>Lagrar sammanställd statistik för Power BI-rapporter</a:t>
                      </a:r>
                    </a:p>
                  </a:txBody>
                  <a:tcPr marL="194986" marR="116992" marT="121866" marB="116992"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920555005"/>
                  </a:ext>
                </a:extLst>
              </a:tr>
            </a:tbl>
          </a:graphicData>
        </a:graphic>
      </p:graphicFrame>
    </p:spTree>
    <p:extLst>
      <p:ext uri="{BB962C8B-B14F-4D97-AF65-F5344CB8AC3E}">
        <p14:creationId xmlns:p14="http://schemas.microsoft.com/office/powerpoint/2010/main" val="23399287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Platshållare för innehåll 4">
            <a:extLst>
              <a:ext uri="{FF2B5EF4-FFF2-40B4-BE49-F238E27FC236}">
                <a16:creationId xmlns:a16="http://schemas.microsoft.com/office/drawing/2014/main" id="{BEAA11BA-39BF-3730-573E-7384583848F1}"/>
              </a:ext>
            </a:extLst>
          </p:cNvPr>
          <p:cNvGraphicFramePr>
            <a:graphicFrameLocks noGrp="1"/>
          </p:cNvGraphicFramePr>
          <p:nvPr>
            <p:ph idx="1"/>
            <p:extLst>
              <p:ext uri="{D42A27DB-BD31-4B8C-83A1-F6EECF244321}">
                <p14:modId xmlns:p14="http://schemas.microsoft.com/office/powerpoint/2010/main" val="827174094"/>
              </p:ext>
            </p:extLst>
          </p:nvPr>
        </p:nvGraphicFramePr>
        <p:xfrm>
          <a:off x="1" y="-813661"/>
          <a:ext cx="12243599" cy="7810500"/>
        </p:xfrm>
        <a:graphic>
          <a:graphicData uri="http://schemas.openxmlformats.org/drawingml/2006/table">
            <a:tbl>
              <a:tblPr bandRow="1">
                <a:tableStyleId>{5C22544A-7EE6-4342-B048-85BDC9FD1C3A}</a:tableStyleId>
              </a:tblPr>
              <a:tblGrid>
                <a:gridCol w="595744">
                  <a:extLst>
                    <a:ext uri="{9D8B030D-6E8A-4147-A177-3AD203B41FA5}">
                      <a16:colId xmlns:a16="http://schemas.microsoft.com/office/drawing/2014/main" val="4214422015"/>
                    </a:ext>
                  </a:extLst>
                </a:gridCol>
                <a:gridCol w="1995054">
                  <a:extLst>
                    <a:ext uri="{9D8B030D-6E8A-4147-A177-3AD203B41FA5}">
                      <a16:colId xmlns:a16="http://schemas.microsoft.com/office/drawing/2014/main" val="1671865601"/>
                    </a:ext>
                  </a:extLst>
                </a:gridCol>
                <a:gridCol w="9652801">
                  <a:extLst>
                    <a:ext uri="{9D8B030D-6E8A-4147-A177-3AD203B41FA5}">
                      <a16:colId xmlns:a16="http://schemas.microsoft.com/office/drawing/2014/main" val="990675889"/>
                    </a:ext>
                  </a:extLst>
                </a:gridCol>
              </a:tblGrid>
              <a:tr h="0">
                <a:tc>
                  <a:txBody>
                    <a:bodyPr/>
                    <a:lstStyle/>
                    <a:p>
                      <a:pPr algn="l">
                        <a:lnSpc>
                          <a:spcPct val="100000"/>
                        </a:lnSpc>
                        <a:buNone/>
                      </a:pPr>
                      <a:r>
                        <a:rPr lang="sv-SE" sz="1400" b="1">
                          <a:effectLst/>
                          <a:latin typeface="quote-cjk-patch"/>
                        </a:rPr>
                        <a:t>Steg</a:t>
                      </a:r>
                      <a:endParaRPr lang="sv-SE" sz="1400" b="0">
                        <a:effectLst/>
                        <a:latin typeface="quote-cjk-patch"/>
                      </a:endParaRPr>
                    </a:p>
                  </a:txBody>
                  <a:tcPr marR="0" marT="95250" marB="95250" anchor="ctr">
                    <a:lnL>
                      <a:noFill/>
                    </a:lnL>
                    <a:lnR>
                      <a:noFill/>
                    </a:lnR>
                    <a:lnT>
                      <a:noFill/>
                    </a:lnT>
                    <a:lnB>
                      <a:noFill/>
                    </a:lnB>
                    <a:solidFill>
                      <a:srgbClr val="FFFFFF"/>
                    </a:solidFill>
                  </a:tcPr>
                </a:tc>
                <a:tc>
                  <a:txBody>
                    <a:bodyPr/>
                    <a:lstStyle/>
                    <a:p>
                      <a:pPr algn="l">
                        <a:lnSpc>
                          <a:spcPct val="100000"/>
                        </a:lnSpc>
                        <a:buNone/>
                      </a:pPr>
                      <a:r>
                        <a:rPr lang="sv-SE" sz="1400" b="1">
                          <a:effectLst/>
                          <a:latin typeface="quote-cjk-patch"/>
                        </a:rPr>
                        <a:t>Vad ska du göra?</a:t>
                      </a:r>
                      <a:endParaRPr lang="sv-SE" sz="1400" b="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gn="l">
                        <a:lnSpc>
                          <a:spcPct val="100000"/>
                        </a:lnSpc>
                        <a:buNone/>
                      </a:pPr>
                      <a:r>
                        <a:rPr lang="sv-SE" sz="1400" b="1">
                          <a:effectLst/>
                          <a:latin typeface="quote-cjk-patch"/>
                        </a:rPr>
                        <a:t>Instruktioner (anpassat för nybörjare)</a:t>
                      </a:r>
                      <a:endParaRPr lang="sv-SE" sz="1400" b="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3006538283"/>
                  </a:ext>
                </a:extLst>
              </a:tr>
              <a:tr h="227422">
                <a:tc>
                  <a:txBody>
                    <a:bodyPr/>
                    <a:lstStyle/>
                    <a:p>
                      <a:pPr>
                        <a:lnSpc>
                          <a:spcPct val="100000"/>
                        </a:lnSpc>
                        <a:buNone/>
                      </a:pPr>
                      <a:r>
                        <a:rPr lang="sv-SE" sz="1100" b="1">
                          <a:effectLst/>
                          <a:latin typeface="quote-cjk-patch"/>
                        </a:rPr>
                        <a:t>1</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Öppna SSMS och anslut</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Öppna </a:t>
                      </a:r>
                      <a:r>
                        <a:rPr lang="sv-SE" sz="1200" b="1">
                          <a:effectLst/>
                          <a:latin typeface="quote-cjk-patch"/>
                        </a:rPr>
                        <a:t>SQL Server Management Studio</a:t>
                      </a:r>
                      <a:r>
                        <a:rPr lang="sv-SE" sz="1200" b="0">
                          <a:effectLst/>
                          <a:latin typeface="quote-cjk-patch"/>
                        </a:rPr>
                        <a:t>. Anslut till din server (samma som tidigare).</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3090713881"/>
                  </a:ext>
                </a:extLst>
              </a:tr>
              <a:tr h="367964">
                <a:tc>
                  <a:txBody>
                    <a:bodyPr/>
                    <a:lstStyle/>
                    <a:p>
                      <a:pPr>
                        <a:lnSpc>
                          <a:spcPct val="100000"/>
                        </a:lnSpc>
                        <a:buNone/>
                      </a:pPr>
                      <a:r>
                        <a:rPr lang="sv-SE" sz="1100" b="1">
                          <a:effectLst/>
                          <a:latin typeface="quote-cjk-patch"/>
                        </a:rPr>
                        <a:t>2</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Expandera rätt databas</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I Objektutforskaren, expandera </a:t>
                      </a:r>
                      <a:r>
                        <a:rPr lang="sv-SE" sz="1200" b="1">
                          <a:effectLst/>
                          <a:latin typeface="quote-cjk-patch"/>
                        </a:rPr>
                        <a:t>"Databaser"</a:t>
                      </a:r>
                      <a:r>
                        <a:rPr lang="sv-SE" sz="1200" b="0">
                          <a:effectLst/>
                          <a:latin typeface="quote-cjk-patch"/>
                        </a:rPr>
                        <a:t> och leta upp </a:t>
                      </a:r>
                      <a:r>
                        <a:rPr lang="sv-SE" sz="1200" b="0">
                          <a:effectLst/>
                          <a:latin typeface="Menlo"/>
                        </a:rPr>
                        <a:t>NetworkSecurityML</a:t>
                      </a:r>
                      <a:r>
                        <a:rPr lang="sv-SE" sz="1200" b="0">
                          <a:effectLst/>
                          <a:latin typeface="quote-cjk-patch"/>
                        </a:rPr>
                        <a:t> som du skapade i Steg 7. Klicka på plustecknet (+) bredvid den .</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410297131"/>
                  </a:ext>
                </a:extLst>
              </a:tr>
              <a:tr h="273416">
                <a:tc>
                  <a:txBody>
                    <a:bodyPr/>
                    <a:lstStyle/>
                    <a:p>
                      <a:pPr>
                        <a:lnSpc>
                          <a:spcPct val="100000"/>
                        </a:lnSpc>
                        <a:buNone/>
                      </a:pPr>
                      <a:r>
                        <a:rPr lang="sv-SE" sz="1100" b="1">
                          <a:effectLst/>
                          <a:latin typeface="quote-cjk-patch"/>
                        </a:rPr>
                        <a:t>3</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Öppna ett nytt frågefönster</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Klicka på </a:t>
                      </a:r>
                      <a:r>
                        <a:rPr lang="sv-SE" sz="1200" b="1">
                          <a:effectLst/>
                          <a:latin typeface="quote-cjk-patch"/>
                        </a:rPr>
                        <a:t>"Ny fråga"</a:t>
                      </a:r>
                      <a:r>
                        <a:rPr lang="sv-SE" sz="1200" b="0">
                          <a:effectLst/>
                          <a:latin typeface="quote-cjk-patch"/>
                        </a:rPr>
                        <a:t> (New Query) i menyraden. Ett tomt vitt fönster öppnas där vi kan skriva SQL-kod .</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2344194536"/>
                  </a:ext>
                </a:extLst>
              </a:tr>
              <a:tr h="370519">
                <a:tc>
                  <a:txBody>
                    <a:bodyPr/>
                    <a:lstStyle/>
                    <a:p>
                      <a:pPr>
                        <a:lnSpc>
                          <a:spcPct val="100000"/>
                        </a:lnSpc>
                        <a:buNone/>
                      </a:pPr>
                      <a:r>
                        <a:rPr lang="sv-SE" sz="1100" b="1">
                          <a:effectLst/>
                          <a:latin typeface="quote-cjk-patch"/>
                        </a:rPr>
                        <a:t>4</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Kontrollera att rätt databas är vald</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Längst upp i frågefönstret finns en rullgardinsmeny. Där ska det stå </a:t>
                      </a:r>
                      <a:r>
                        <a:rPr lang="sv-SE" sz="1200" b="0">
                          <a:effectLst/>
                          <a:latin typeface="Menlo"/>
                        </a:rPr>
                        <a:t>NetworkSecurityML</a:t>
                      </a:r>
                      <a:r>
                        <a:rPr lang="sv-SE" sz="1200" b="0">
                          <a:effectLst/>
                          <a:latin typeface="quote-cjk-patch"/>
                        </a:rPr>
                        <a:t>. Om det står något annat (t.ex. </a:t>
                      </a:r>
                      <a:r>
                        <a:rPr lang="sv-SE" sz="1200" b="0">
                          <a:effectLst/>
                          <a:latin typeface="Menlo"/>
                        </a:rPr>
                        <a:t>master</a:t>
                      </a:r>
                      <a:r>
                        <a:rPr lang="sv-SE" sz="1200" b="0">
                          <a:effectLst/>
                          <a:latin typeface="quote-cjk-patch"/>
                        </a:rPr>
                        <a:t>), välj </a:t>
                      </a:r>
                      <a:r>
                        <a:rPr lang="sv-SE" sz="1200" b="0">
                          <a:effectLst/>
                          <a:latin typeface="Menlo"/>
                        </a:rPr>
                        <a:t>NetworkSecurityML</a:t>
                      </a:r>
                      <a:r>
                        <a:rPr lang="sv-SE" sz="1200" b="0">
                          <a:effectLst/>
                          <a:latin typeface="quote-cjk-patch"/>
                        </a:rPr>
                        <a:t> i menyn .</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214782581"/>
                  </a:ext>
                </a:extLst>
              </a:tr>
              <a:tr h="452290">
                <a:tc>
                  <a:txBody>
                    <a:bodyPr/>
                    <a:lstStyle/>
                    <a:p>
                      <a:pPr>
                        <a:lnSpc>
                          <a:spcPct val="100000"/>
                        </a:lnSpc>
                        <a:buNone/>
                      </a:pPr>
                      <a:r>
                        <a:rPr lang="sv-SE" sz="1100" b="1">
                          <a:effectLst/>
                          <a:latin typeface="quote-cjk-patch"/>
                        </a:rPr>
                        <a:t>5</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Kopiera hela SQL-skriptet</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Markera ALL kod i rutan ovan (börjar med </a:t>
                      </a:r>
                      <a:r>
                        <a:rPr lang="sv-SE" sz="1200" b="0">
                          <a:effectLst/>
                          <a:latin typeface="Menlo"/>
                        </a:rPr>
                        <a:t>-- =====================================================</a:t>
                      </a:r>
                      <a:r>
                        <a:rPr lang="sv-SE" sz="1200" b="0">
                          <a:effectLst/>
                          <a:latin typeface="quote-cjk-patch"/>
                        </a:rPr>
                        <a:t> och slutar med </a:t>
                      </a:r>
                      <a:r>
                        <a:rPr lang="sv-SE" sz="1200" b="0">
                          <a:effectLst/>
                          <a:latin typeface="Menlo"/>
                        </a:rPr>
                        <a:t>PRINT '✅ Alla tabeller har skapats...'</a:t>
                      </a:r>
                      <a:r>
                        <a:rPr lang="sv-SE" sz="1200" b="0">
                          <a:effectLst/>
                          <a:latin typeface="quote-cjk-patch"/>
                        </a:rPr>
                        <a:t>). Högerklicka och välj </a:t>
                      </a:r>
                      <a:r>
                        <a:rPr lang="sv-SE" sz="1200" b="1">
                          <a:effectLst/>
                          <a:latin typeface="quote-cjk-patch"/>
                        </a:rPr>
                        <a:t>"Kopiera"</a:t>
                      </a:r>
                      <a:r>
                        <a:rPr lang="sv-SE" sz="1200" b="0">
                          <a:effectLst/>
                          <a:latin typeface="quote-cjk-patch"/>
                        </a:rPr>
                        <a:t> (Copy).</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1493842006"/>
                  </a:ext>
                </a:extLst>
              </a:tr>
              <a:tr h="245310">
                <a:tc>
                  <a:txBody>
                    <a:bodyPr/>
                    <a:lstStyle/>
                    <a:p>
                      <a:pPr>
                        <a:lnSpc>
                          <a:spcPct val="100000"/>
                        </a:lnSpc>
                        <a:buNone/>
                      </a:pPr>
                      <a:r>
                        <a:rPr lang="sv-SE" sz="1100" b="1">
                          <a:effectLst/>
                          <a:latin typeface="quote-cjk-patch"/>
                        </a:rPr>
                        <a:t>6</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Klistra in i frågefönstret</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Gå tillbaka till SSMS och klistra in koden i det tomma frågefönstret (högerklicka → "Klistra in" eller </a:t>
                      </a:r>
                      <a:r>
                        <a:rPr lang="sv-SE" sz="1200" b="0">
                          <a:effectLst/>
                          <a:latin typeface="Menlo"/>
                        </a:rPr>
                        <a:t>Ctrl+V</a:t>
                      </a:r>
                      <a:r>
                        <a:rPr lang="sv-SE" sz="1200" b="0">
                          <a:effectLst/>
                          <a:latin typeface="quote-cjk-patch"/>
                        </a:rPr>
                        <a:t>).</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1833249172"/>
                  </a:ext>
                </a:extLst>
              </a:tr>
              <a:tr h="227422">
                <a:tc>
                  <a:txBody>
                    <a:bodyPr/>
                    <a:lstStyle/>
                    <a:p>
                      <a:pPr>
                        <a:lnSpc>
                          <a:spcPct val="100000"/>
                        </a:lnSpc>
                        <a:buNone/>
                      </a:pPr>
                      <a:r>
                        <a:rPr lang="sv-SE" sz="1100" b="1">
                          <a:effectLst/>
                          <a:latin typeface="quote-cjk-patch"/>
                        </a:rPr>
                        <a:t>7</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Kör skriptet</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Klicka på knappen </a:t>
                      </a:r>
                      <a:r>
                        <a:rPr lang="sv-SE" sz="1200" b="1">
                          <a:effectLst/>
                          <a:latin typeface="quote-cjk-patch"/>
                        </a:rPr>
                        <a:t>"Kör"</a:t>
                      </a:r>
                      <a:r>
                        <a:rPr lang="sv-SE" sz="1200" b="0">
                          <a:effectLst/>
                          <a:latin typeface="quote-cjk-patch"/>
                        </a:rPr>
                        <a:t> (Execute) i menyraden eller tryck på </a:t>
                      </a:r>
                      <a:r>
                        <a:rPr lang="sv-SE" sz="1200" b="1">
                          <a:effectLst/>
                          <a:latin typeface="quote-cjk-patch"/>
                        </a:rPr>
                        <a:t>F5</a:t>
                      </a:r>
                      <a:r>
                        <a:rPr lang="sv-SE" sz="1200" b="0">
                          <a:effectLst/>
                          <a:latin typeface="quote-cjk-patch"/>
                        </a:rPr>
                        <a:t> på tangentbordet.</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2496032993"/>
                  </a:ext>
                </a:extLst>
              </a:tr>
              <a:tr h="227422">
                <a:tc>
                  <a:txBody>
                    <a:bodyPr/>
                    <a:lstStyle/>
                    <a:p>
                      <a:pPr>
                        <a:lnSpc>
                          <a:spcPct val="100000"/>
                        </a:lnSpc>
                        <a:buNone/>
                      </a:pPr>
                      <a:r>
                        <a:rPr lang="sv-SE" sz="1100" b="1">
                          <a:effectLst/>
                          <a:latin typeface="quote-cjk-patch"/>
                        </a:rPr>
                        <a:t>8</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Vänta medan skriptet körs</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Du ser ett meddelande längst ner som visar att skriptet körs. Det tar bara några sekunder.</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3304250368"/>
                  </a:ext>
                </a:extLst>
              </a:tr>
              <a:tr h="1032345">
                <a:tc>
                  <a:txBody>
                    <a:bodyPr/>
                    <a:lstStyle/>
                    <a:p>
                      <a:pPr>
                        <a:lnSpc>
                          <a:spcPct val="100000"/>
                        </a:lnSpc>
                        <a:buNone/>
                      </a:pPr>
                      <a:r>
                        <a:rPr lang="sv-SE" sz="1100" b="1">
                          <a:effectLst/>
                          <a:latin typeface="quote-cjk-patch"/>
                        </a:rPr>
                        <a:t>9</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Kontrollera resultatet i meddelandefönstret</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Längst ner i SSMS finns en flik som heter </a:t>
                      </a:r>
                      <a:r>
                        <a:rPr lang="sv-SE" sz="1200" b="1">
                          <a:effectLst/>
                          <a:latin typeface="quote-cjk-patch"/>
                        </a:rPr>
                        <a:t>"Meddelanden"</a:t>
                      </a:r>
                      <a:r>
                        <a:rPr lang="sv-SE" sz="1200" b="0">
                          <a:effectLst/>
                          <a:latin typeface="quote-cjk-patch"/>
                        </a:rPr>
                        <a:t> (Messages). Där ser du utskrifterna från skriptet. Du bör se något i stil med:</a:t>
                      </a:r>
                      <a:br>
                        <a:rPr lang="sv-SE" sz="1200" b="0" dirty="0">
                          <a:effectLst/>
                          <a:latin typeface="quote-cjk-patch"/>
                        </a:rPr>
                      </a:br>
                      <a:br>
                        <a:rPr lang="sv-SE" sz="1200" b="0" dirty="0">
                          <a:effectLst/>
                          <a:latin typeface="quote-cjk-patch"/>
                        </a:rPr>
                      </a:br>
                      <a:r>
                        <a:rPr lang="sv-SE" sz="1200" b="0">
                          <a:effectLst/>
                          <a:latin typeface="Menlo"/>
                        </a:rPr>
                        <a:t>✅ Tabell NetworkTrafficLogs skapad</a:t>
                      </a:r>
                      <a:br>
                        <a:rPr lang="sv-SE" sz="1200" b="0" dirty="0">
                          <a:effectLst/>
                          <a:latin typeface="quote-cjk-patch"/>
                        </a:rPr>
                      </a:br>
                      <a:r>
                        <a:rPr lang="sv-SE" sz="1200" b="0">
                          <a:effectLst/>
                          <a:latin typeface="Menlo"/>
                        </a:rPr>
                        <a:t>✅ Tabell ThreatDetections skapad</a:t>
                      </a:r>
                      <a:br>
                        <a:rPr lang="sv-SE" sz="1200" b="0" dirty="0">
                          <a:effectLst/>
                          <a:latin typeface="quote-cjk-patch"/>
                        </a:rPr>
                      </a:br>
                      <a:r>
                        <a:rPr lang="sv-SE" sz="1200" b="0">
                          <a:effectLst/>
                          <a:latin typeface="Menlo"/>
                        </a:rPr>
                        <a:t>✅ Tabell SecurityMetrics skapad</a:t>
                      </a:r>
                      <a:br>
                        <a:rPr lang="sv-SE" sz="1200" b="0" dirty="0">
                          <a:effectLst/>
                          <a:latin typeface="quote-cjk-patch"/>
                        </a:rPr>
                      </a:br>
                      <a:r>
                        <a:rPr lang="sv-SE" sz="1200" b="0">
                          <a:effectLst/>
                          <a:latin typeface="Menlo"/>
                        </a:rPr>
                        <a:t>✅ Vy vw_TrafficAnalysis skapad</a:t>
                      </a:r>
                      <a:br>
                        <a:rPr lang="sv-SE" sz="1200" b="0" dirty="0">
                          <a:effectLst/>
                          <a:latin typeface="quote-cjk-patch"/>
                        </a:rPr>
                      </a:br>
                      <a:r>
                        <a:rPr lang="sv-SE" sz="1200" b="0">
                          <a:effectLst/>
                          <a:latin typeface="Menlo"/>
                        </a:rPr>
                        <a:t>🔄 Lägger in testdata...</a:t>
                      </a:r>
                      <a:br>
                        <a:rPr lang="sv-SE" sz="1200" b="0" dirty="0">
                          <a:effectLst/>
                          <a:latin typeface="quote-cjk-patch"/>
                        </a:rPr>
                      </a:br>
                      <a:r>
                        <a:rPr lang="sv-SE" sz="1200" b="0">
                          <a:effectLst/>
                          <a:latin typeface="Menlo"/>
                        </a:rPr>
                        <a:t>✅ Testdata insatt (20 rader)</a:t>
                      </a:r>
                      <a:br>
                        <a:rPr lang="sv-SE" sz="1200" b="0" dirty="0">
                          <a:effectLst/>
                          <a:latin typeface="quote-cjk-patch"/>
                        </a:rPr>
                      </a:br>
                      <a:br>
                        <a:rPr lang="sv-SE" sz="1200" b="0" dirty="0">
                          <a:effectLst/>
                          <a:latin typeface="quote-cjk-patch"/>
                        </a:rPr>
                      </a:br>
                      <a:r>
                        <a:rPr lang="sv-SE" sz="1200" b="0">
                          <a:effectLst/>
                          <a:latin typeface="quote-cjk-patch"/>
                        </a:rPr>
                        <a:t>och längst ner en sammanfattning med antal rader i varje tabell .</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4039068578"/>
                  </a:ext>
                </a:extLst>
              </a:tr>
              <a:tr h="245310">
                <a:tc>
                  <a:txBody>
                    <a:bodyPr/>
                    <a:lstStyle/>
                    <a:p>
                      <a:pPr>
                        <a:lnSpc>
                          <a:spcPct val="100000"/>
                        </a:lnSpc>
                        <a:buNone/>
                      </a:pPr>
                      <a:r>
                        <a:rPr lang="sv-SE" sz="1100" b="1">
                          <a:effectLst/>
                          <a:latin typeface="quote-cjk-patch"/>
                        </a:rPr>
                        <a:t>10</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Uppdatera Objektutforskaren</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Högerklicka på mappen </a:t>
                      </a:r>
                      <a:r>
                        <a:rPr lang="sv-SE" sz="1200" b="1">
                          <a:effectLst/>
                          <a:latin typeface="quote-cjk-patch"/>
                        </a:rPr>
                        <a:t>"Tabeller"</a:t>
                      </a:r>
                      <a:r>
                        <a:rPr lang="sv-SE" sz="1200" b="0">
                          <a:effectLst/>
                          <a:latin typeface="quote-cjk-patch"/>
                        </a:rPr>
                        <a:t> under </a:t>
                      </a:r>
                      <a:r>
                        <a:rPr lang="sv-SE" sz="1200" b="0">
                          <a:effectLst/>
                          <a:latin typeface="Menlo"/>
                        </a:rPr>
                        <a:t>NetworkSecurityML</a:t>
                      </a:r>
                      <a:r>
                        <a:rPr lang="sv-SE" sz="1200" b="0">
                          <a:effectLst/>
                          <a:latin typeface="quote-cjk-patch"/>
                        </a:rPr>
                        <a:t> och välj </a:t>
                      </a:r>
                      <a:r>
                        <a:rPr lang="sv-SE" sz="1200" b="1">
                          <a:effectLst/>
                          <a:latin typeface="quote-cjk-patch"/>
                        </a:rPr>
                        <a:t>"Uppdatera"</a:t>
                      </a:r>
                      <a:r>
                        <a:rPr lang="sv-SE" sz="1200" b="0">
                          <a:effectLst/>
                          <a:latin typeface="quote-cjk-patch"/>
                        </a:rPr>
                        <a:t> (Refresh).</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802397906"/>
                  </a:ext>
                </a:extLst>
              </a:tr>
              <a:tr h="534059">
                <a:tc>
                  <a:txBody>
                    <a:bodyPr/>
                    <a:lstStyle/>
                    <a:p>
                      <a:pPr>
                        <a:lnSpc>
                          <a:spcPct val="100000"/>
                        </a:lnSpc>
                        <a:buNone/>
                      </a:pPr>
                      <a:r>
                        <a:rPr lang="sv-SE" sz="1100" b="1">
                          <a:effectLst/>
                          <a:latin typeface="quote-cjk-patch"/>
                        </a:rPr>
                        <a:t>11</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Kontrollera att tabellerna finns</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Expandera mappen </a:t>
                      </a:r>
                      <a:r>
                        <a:rPr lang="sv-SE" sz="1200" b="1">
                          <a:effectLst/>
                          <a:latin typeface="quote-cjk-patch"/>
                        </a:rPr>
                        <a:t>"Tabeller"</a:t>
                      </a:r>
                      <a:r>
                        <a:rPr lang="sv-SE" sz="1200" b="0">
                          <a:effectLst/>
                          <a:latin typeface="quote-cjk-patch"/>
                        </a:rPr>
                        <a:t>. Du bör nu se tre nya tabeller:</a:t>
                      </a:r>
                      <a:br>
                        <a:rPr lang="sv-SE" sz="1200" b="0" dirty="0">
                          <a:effectLst/>
                          <a:latin typeface="quote-cjk-patch"/>
                        </a:rPr>
                      </a:br>
                      <a:r>
                        <a:rPr lang="sv-SE" sz="1200" b="0">
                          <a:effectLst/>
                          <a:latin typeface="quote-cjk-patch"/>
                        </a:rPr>
                        <a:t>• </a:t>
                      </a:r>
                      <a:r>
                        <a:rPr lang="sv-SE" sz="1200" b="0">
                          <a:effectLst/>
                          <a:latin typeface="Menlo"/>
                        </a:rPr>
                        <a:t>dbo.NetworkTrafficLogs</a:t>
                      </a:r>
                      <a:br>
                        <a:rPr lang="sv-SE" sz="1200" b="0" dirty="0">
                          <a:effectLst/>
                          <a:latin typeface="quote-cjk-patch"/>
                        </a:rPr>
                      </a:br>
                      <a:r>
                        <a:rPr lang="sv-SE" sz="1200" b="0">
                          <a:effectLst/>
                          <a:latin typeface="quote-cjk-patch"/>
                        </a:rPr>
                        <a:t>• </a:t>
                      </a:r>
                      <a:r>
                        <a:rPr lang="sv-SE" sz="1200" b="0">
                          <a:effectLst/>
                          <a:latin typeface="Menlo"/>
                        </a:rPr>
                        <a:t>dbo.ThreatDetections</a:t>
                      </a:r>
                      <a:br>
                        <a:rPr lang="sv-SE" sz="1200" b="0" dirty="0">
                          <a:effectLst/>
                          <a:latin typeface="quote-cjk-patch"/>
                        </a:rPr>
                      </a:br>
                      <a:r>
                        <a:rPr lang="sv-SE" sz="1200" b="0">
                          <a:effectLst/>
                          <a:latin typeface="quote-cjk-patch"/>
                        </a:rPr>
                        <a:t>• </a:t>
                      </a:r>
                      <a:r>
                        <a:rPr lang="sv-SE" sz="1200" b="0">
                          <a:effectLst/>
                          <a:latin typeface="Menlo"/>
                        </a:rPr>
                        <a:t>dbo.SecurityMetrics</a:t>
                      </a:r>
                      <a:br>
                        <a:rPr lang="sv-SE" sz="1200" b="0" dirty="0">
                          <a:effectLst/>
                          <a:latin typeface="quote-cjk-patch"/>
                        </a:rPr>
                      </a:br>
                      <a:br>
                        <a:rPr lang="sv-SE" sz="1200" b="0" dirty="0">
                          <a:effectLst/>
                          <a:latin typeface="quote-cjk-patch"/>
                        </a:rPr>
                      </a:br>
                      <a:r>
                        <a:rPr lang="sv-SE" sz="1200" b="0">
                          <a:effectLst/>
                          <a:latin typeface="quote-cjk-patch"/>
                        </a:rPr>
                        <a:t>Expandera mappen </a:t>
                      </a:r>
                      <a:r>
                        <a:rPr lang="sv-SE" sz="1200" b="1">
                          <a:effectLst/>
                          <a:latin typeface="quote-cjk-patch"/>
                        </a:rPr>
                        <a:t>"Vyer"</a:t>
                      </a:r>
                      <a:r>
                        <a:rPr lang="sv-SE" sz="1200" b="0">
                          <a:effectLst/>
                          <a:latin typeface="quote-cjk-patch"/>
                        </a:rPr>
                        <a:t> (Views) så ser du även </a:t>
                      </a:r>
                      <a:r>
                        <a:rPr lang="sv-SE" sz="1200" b="0">
                          <a:effectLst/>
                          <a:latin typeface="Menlo"/>
                        </a:rPr>
                        <a:t>dbo.vw_TrafficAnalysis</a:t>
                      </a:r>
                      <a:r>
                        <a:rPr lang="sv-SE" sz="1200" b="0">
                          <a:effectLst/>
                          <a:latin typeface="quote-cjk-patch"/>
                        </a:rPr>
                        <a:t>.</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1625486406"/>
                  </a:ext>
                </a:extLst>
              </a:tr>
              <a:tr h="327079">
                <a:tc>
                  <a:txBody>
                    <a:bodyPr/>
                    <a:lstStyle/>
                    <a:p>
                      <a:pPr>
                        <a:lnSpc>
                          <a:spcPct val="100000"/>
                        </a:lnSpc>
                        <a:buNone/>
                      </a:pPr>
                      <a:r>
                        <a:rPr lang="sv-SE" sz="1100" b="1">
                          <a:effectLst/>
                          <a:latin typeface="quote-cjk-patch"/>
                        </a:rPr>
                        <a:t>12</a:t>
                      </a:r>
                      <a:endParaRPr lang="sv-SE" sz="1100" b="0" dirty="0">
                        <a:effectLst/>
                        <a:latin typeface="quote-cjk-patch"/>
                      </a:endParaRPr>
                    </a:p>
                  </a:txBody>
                  <a:tcPr marR="0" marT="95250" marB="95250" anchor="ctr">
                    <a:lnL>
                      <a:noFill/>
                    </a:lnL>
                    <a:lnR>
                      <a:noFill/>
                    </a:lnR>
                    <a:lnT>
                      <a:noFill/>
                    </a:lnT>
                    <a:lnB>
                      <a:noFill/>
                    </a:lnB>
                    <a:solidFill>
                      <a:srgbClr val="FFFFFF"/>
                    </a:solidFill>
                  </a:tcPr>
                </a:tc>
                <a:tc>
                  <a:txBody>
                    <a:bodyPr/>
                    <a:lstStyle/>
                    <a:p>
                      <a:pPr>
                        <a:lnSpc>
                          <a:spcPct val="100000"/>
                        </a:lnSpc>
                        <a:buNone/>
                      </a:pPr>
                      <a:r>
                        <a:rPr lang="sv-SE" sz="1100" b="1">
                          <a:effectLst/>
                          <a:latin typeface="quote-cjk-patch"/>
                        </a:rPr>
                        <a:t>Testa att datan finns</a:t>
                      </a:r>
                      <a:endParaRPr lang="sv-SE" sz="1100" b="0" dirty="0">
                        <a:effectLst/>
                        <a:latin typeface="quote-cjk-patch"/>
                      </a:endParaRPr>
                    </a:p>
                  </a:txBody>
                  <a:tcPr marL="152400" marR="0" marT="95250" marB="95250" anchor="ctr">
                    <a:lnL>
                      <a:noFill/>
                    </a:lnL>
                    <a:lnR>
                      <a:noFill/>
                    </a:lnR>
                    <a:lnT>
                      <a:noFill/>
                    </a:lnT>
                    <a:lnB>
                      <a:noFill/>
                    </a:lnB>
                    <a:solidFill>
                      <a:srgbClr val="FFFFFF"/>
                    </a:solidFill>
                  </a:tcPr>
                </a:tc>
                <a:tc>
                  <a:txBody>
                    <a:bodyPr/>
                    <a:lstStyle/>
                    <a:p>
                      <a:pPr>
                        <a:lnSpc>
                          <a:spcPct val="100000"/>
                        </a:lnSpc>
                        <a:buNone/>
                      </a:pPr>
                      <a:r>
                        <a:rPr lang="sv-SE" sz="1200" b="0">
                          <a:effectLst/>
                          <a:latin typeface="quote-cjk-patch"/>
                        </a:rPr>
                        <a:t>Högerklicka på tabellen </a:t>
                      </a:r>
                      <a:r>
                        <a:rPr lang="sv-SE" sz="1200" b="0">
                          <a:effectLst/>
                          <a:latin typeface="Menlo"/>
                        </a:rPr>
                        <a:t>NetworkTrafficLogs</a:t>
                      </a:r>
                      <a:r>
                        <a:rPr lang="sv-SE" sz="1200" b="0" dirty="0">
                          <a:effectLst/>
                          <a:latin typeface="quote-cjk-patch"/>
                        </a:rPr>
                        <a:t> </a:t>
                      </a:r>
                      <a:r>
                        <a:rPr lang="sv-SE" sz="1200" b="0">
                          <a:effectLst/>
                          <a:latin typeface="quote-cjk-patch"/>
                        </a:rPr>
                        <a:t>och välj </a:t>
                      </a:r>
                      <a:r>
                        <a:rPr lang="sv-SE" sz="1200" b="1">
                          <a:effectLst/>
                          <a:latin typeface="quote-cjk-patch"/>
                        </a:rPr>
                        <a:t>"Välj de 1000 första raderna"</a:t>
                      </a:r>
                      <a:r>
                        <a:rPr lang="sv-SE" sz="1200" b="0">
                          <a:effectLst/>
                          <a:latin typeface="quote-cjk-patch"/>
                        </a:rPr>
                        <a:t> (Select Top 1000 Rows). Du bör se 20 rader med testdata.</a:t>
                      </a:r>
                      <a:endParaRPr lang="sv-SE" sz="1200" b="0" dirty="0">
                        <a:effectLst/>
                        <a:latin typeface="quote-cjk-patch"/>
                      </a:endParaRPr>
                    </a:p>
                  </a:txBody>
                  <a:tcPr marL="152400" marR="0" marT="95250" marB="95250" anchor="ctr">
                    <a:lnL>
                      <a:noFill/>
                    </a:lnL>
                    <a:lnR>
                      <a:noFill/>
                    </a:lnR>
                    <a:lnT>
                      <a:noFill/>
                    </a:lnT>
                    <a:lnB>
                      <a:noFill/>
                    </a:lnB>
                    <a:solidFill>
                      <a:srgbClr val="FFFFFF"/>
                    </a:solidFill>
                  </a:tcPr>
                </a:tc>
                <a:extLst>
                  <a:ext uri="{0D108BD9-81ED-4DB2-BD59-A6C34878D82A}">
                    <a16:rowId xmlns:a16="http://schemas.microsoft.com/office/drawing/2014/main" val="2646957557"/>
                  </a:ext>
                </a:extLst>
              </a:tr>
            </a:tbl>
          </a:graphicData>
        </a:graphic>
      </p:graphicFrame>
    </p:spTree>
    <p:extLst>
      <p:ext uri="{BB962C8B-B14F-4D97-AF65-F5344CB8AC3E}">
        <p14:creationId xmlns:p14="http://schemas.microsoft.com/office/powerpoint/2010/main" val="34094504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2F9563D-F190-EAAE-CC8C-E231E8127D76}"/>
              </a:ext>
            </a:extLst>
          </p:cNvPr>
          <p:cNvSpPr>
            <a:spLocks noGrp="1"/>
          </p:cNvSpPr>
          <p:nvPr>
            <p:ph type="title"/>
          </p:nvPr>
        </p:nvSpPr>
        <p:spPr>
          <a:xfrm>
            <a:off x="360336" y="3498"/>
            <a:ext cx="11522989" cy="976851"/>
          </a:xfrm>
        </p:spPr>
        <p:txBody>
          <a:bodyPr>
            <a:normAutofit fontScale="90000"/>
          </a:bodyPr>
          <a:lstStyle/>
          <a:p>
            <a:r>
              <a:rPr lang="sv-SE" sz="4800">
                <a:ea typeface="+mj-lt"/>
                <a:cs typeface="+mj-lt"/>
              </a:rPr>
              <a:t>Automatisk skapande av tabeller i SQL Server </a:t>
            </a:r>
            <a:br>
              <a:rPr lang="sv-SE" sz="4800" dirty="0">
                <a:ea typeface="+mj-lt"/>
                <a:cs typeface="+mj-lt"/>
              </a:rPr>
            </a:br>
            <a:r>
              <a:rPr lang="sv-SE" sz="4800">
                <a:ea typeface="+mj-lt"/>
                <a:cs typeface="+mj-lt"/>
              </a:rPr>
              <a:t>(kort besrkivning)</a:t>
            </a:r>
            <a:endParaRPr lang="sv-SE" sz="4800"/>
          </a:p>
        </p:txBody>
      </p:sp>
      <p:sp>
        <p:nvSpPr>
          <p:cNvPr id="3" name="Platshållare för innehåll 2">
            <a:extLst>
              <a:ext uri="{FF2B5EF4-FFF2-40B4-BE49-F238E27FC236}">
                <a16:creationId xmlns:a16="http://schemas.microsoft.com/office/drawing/2014/main" id="{B7C30731-6B78-7EB8-ABDF-DC96A33BC832}"/>
              </a:ext>
            </a:extLst>
          </p:cNvPr>
          <p:cNvSpPr>
            <a:spLocks noGrp="1"/>
          </p:cNvSpPr>
          <p:nvPr>
            <p:ph idx="1"/>
          </p:nvPr>
        </p:nvSpPr>
        <p:spPr>
          <a:xfrm>
            <a:off x="-1291" y="1334846"/>
            <a:ext cx="12194582" cy="5526625"/>
          </a:xfrm>
        </p:spPr>
        <p:txBody>
          <a:bodyPr vert="horz" lIns="91440" tIns="45720" rIns="91440" bIns="45720" rtlCol="0" anchor="t">
            <a:normAutofit/>
          </a:bodyPr>
          <a:lstStyle/>
          <a:p>
            <a:r>
              <a:rPr lang="sv-SE" sz="3200">
                <a:ea typeface="+mn-lt"/>
                <a:cs typeface="+mn-lt"/>
              </a:rPr>
              <a:t>1. Ny fråga (New Query) i SSMS. </a:t>
            </a:r>
          </a:p>
          <a:p>
            <a:r>
              <a:rPr lang="sv-SE" sz="1600" b="1">
                <a:solidFill>
                  <a:srgbClr val="0F1115"/>
                </a:solidFill>
                <a:highlight>
                  <a:srgbClr val="FFFFFF"/>
                </a:highlight>
                <a:ea typeface="+mn-lt"/>
                <a:cs typeface="+mn-lt"/>
              </a:rPr>
              <a:t>Steg 1:</a:t>
            </a:r>
            <a:r>
              <a:rPr lang="sv-SE" sz="1600">
                <a:solidFill>
                  <a:srgbClr val="0F1115"/>
                </a:solidFill>
                <a:highlight>
                  <a:srgbClr val="FFFFFF"/>
                </a:highlight>
                <a:ea typeface="+mn-lt"/>
                <a:cs typeface="+mn-lt"/>
              </a:rPr>
              <a:t> Öppna SSMS och anslut till din server.</a:t>
            </a:r>
            <a:br>
              <a:rPr lang="sv-SE" sz="1600" dirty="0">
                <a:highlight>
                  <a:srgbClr val="FFFFFF"/>
                </a:highlight>
                <a:ea typeface="+mn-lt"/>
                <a:cs typeface="+mn-lt"/>
              </a:rPr>
            </a:br>
            <a:r>
              <a:rPr lang="sv-SE" sz="1600">
                <a:solidFill>
                  <a:srgbClr val="0F1115"/>
                </a:solidFill>
                <a:highlight>
                  <a:srgbClr val="FFFFFF"/>
                </a:highlight>
                <a:ea typeface="+mn-lt"/>
                <a:cs typeface="+mn-lt"/>
              </a:rPr>
              <a:t>Steg 2: Expandera databasen </a:t>
            </a:r>
            <a:r>
              <a:rPr lang="sv-SE" sz="1600" b="1">
                <a:solidFill>
                  <a:srgbClr val="0F1115"/>
                </a:solidFill>
                <a:highlight>
                  <a:srgbClr val="FFFFFF"/>
                </a:highlight>
                <a:ea typeface="+mn-lt"/>
                <a:cs typeface="+mn-lt"/>
              </a:rPr>
              <a:t>NetworkSecurityML</a:t>
            </a:r>
            <a:r>
              <a:rPr lang="sv-SE" sz="1600">
                <a:solidFill>
                  <a:srgbClr val="0F1115"/>
                </a:solidFill>
                <a:highlight>
                  <a:srgbClr val="FFFFFF"/>
                </a:highlight>
                <a:ea typeface="+mn-lt"/>
                <a:cs typeface="+mn-lt"/>
              </a:rPr>
              <a:t> i objektutforskaren.</a:t>
            </a:r>
            <a:br>
              <a:rPr lang="sv-SE" sz="1600" dirty="0">
                <a:highlight>
                  <a:srgbClr val="FFFFFF"/>
                </a:highlight>
                <a:ea typeface="+mn-lt"/>
                <a:cs typeface="+mn-lt"/>
              </a:rPr>
            </a:br>
            <a:r>
              <a:rPr lang="sv-SE" sz="1600">
                <a:solidFill>
                  <a:srgbClr val="0F1115"/>
                </a:solidFill>
                <a:highlight>
                  <a:srgbClr val="FFFFFF"/>
                </a:highlight>
                <a:ea typeface="+mn-lt"/>
                <a:cs typeface="+mn-lt"/>
              </a:rPr>
              <a:t>Steg 3: Klicka på </a:t>
            </a:r>
            <a:r>
              <a:rPr lang="sv-SE" sz="1600" b="1">
                <a:solidFill>
                  <a:srgbClr val="0F1115"/>
                </a:solidFill>
                <a:highlight>
                  <a:srgbClr val="FFFFFF"/>
                </a:highlight>
                <a:ea typeface="+mn-lt"/>
                <a:cs typeface="+mn-lt"/>
              </a:rPr>
              <a:t>"Ny fråga"</a:t>
            </a:r>
            <a:r>
              <a:rPr lang="sv-SE" sz="1600">
                <a:solidFill>
                  <a:srgbClr val="0F1115"/>
                </a:solidFill>
                <a:highlight>
                  <a:srgbClr val="FFFFFF"/>
                </a:highlight>
                <a:ea typeface="+mn-lt"/>
                <a:cs typeface="+mn-lt"/>
              </a:rPr>
              <a:t> (New Query) i verktygsfältet (eller högerklicka på databasen → Ny fråga).</a:t>
            </a:r>
            <a:br>
              <a:rPr lang="sv-SE" sz="1600" dirty="0">
                <a:highlight>
                  <a:srgbClr val="FFFFFF"/>
                </a:highlight>
                <a:ea typeface="+mn-lt"/>
                <a:cs typeface="+mn-lt"/>
              </a:rPr>
            </a:br>
            <a:r>
              <a:rPr lang="sv-SE" sz="1600">
                <a:solidFill>
                  <a:srgbClr val="0F1115"/>
                </a:solidFill>
                <a:highlight>
                  <a:srgbClr val="FFFFFF"/>
                </a:highlight>
                <a:ea typeface="+mn-lt"/>
                <a:cs typeface="+mn-lt"/>
              </a:rPr>
              <a:t>Steg 4: Ett tomt fönster öppnas. Kopiera SQL-koden nedan och klistra in i fönstret.</a:t>
            </a:r>
            <a:br>
              <a:rPr lang="sv-SE" sz="1600" dirty="0">
                <a:highlight>
                  <a:srgbClr val="FFFFFF"/>
                </a:highlight>
                <a:ea typeface="+mn-lt"/>
                <a:cs typeface="+mn-lt"/>
              </a:rPr>
            </a:br>
            <a:r>
              <a:rPr lang="sv-SE" sz="1600">
                <a:solidFill>
                  <a:srgbClr val="0F1115"/>
                </a:solidFill>
                <a:highlight>
                  <a:srgbClr val="FFFFFF"/>
                </a:highlight>
                <a:ea typeface="+mn-lt"/>
                <a:cs typeface="+mn-lt"/>
              </a:rPr>
              <a:t>Steg 5: Klicka på </a:t>
            </a:r>
            <a:r>
              <a:rPr lang="sv-SE" sz="1600" b="1">
                <a:solidFill>
                  <a:srgbClr val="0F1115"/>
                </a:solidFill>
                <a:highlight>
                  <a:srgbClr val="FFFFFF"/>
                </a:highlight>
                <a:ea typeface="+mn-lt"/>
                <a:cs typeface="+mn-lt"/>
              </a:rPr>
              <a:t>"Kör"</a:t>
            </a:r>
            <a:r>
              <a:rPr lang="sv-SE" sz="1600">
                <a:solidFill>
                  <a:srgbClr val="0F1115"/>
                </a:solidFill>
                <a:highlight>
                  <a:srgbClr val="FFFFFF"/>
                </a:highlight>
                <a:ea typeface="+mn-lt"/>
                <a:cs typeface="+mn-lt"/>
              </a:rPr>
              <a:t> (Execute) eller tryck F5.</a:t>
            </a:r>
            <a:br>
              <a:rPr lang="sv-SE" sz="1600" dirty="0">
                <a:highlight>
                  <a:srgbClr val="FFFFFF"/>
                </a:highlight>
                <a:ea typeface="+mn-lt"/>
                <a:cs typeface="+mn-lt"/>
              </a:rPr>
            </a:br>
            <a:r>
              <a:rPr lang="sv-SE" sz="1600">
                <a:solidFill>
                  <a:srgbClr val="0F1115"/>
                </a:solidFill>
                <a:highlight>
                  <a:srgbClr val="FFFFFF"/>
                </a:highlight>
                <a:ea typeface="+mn-lt"/>
                <a:cs typeface="+mn-lt"/>
              </a:rPr>
              <a:t>Steg 6: Uppdatera objektutforskaren (högerklicka på "Tabeller" → Uppdatera). Du bör nu se dina tre tabeller.</a:t>
            </a:r>
          </a:p>
          <a:p>
            <a:r>
              <a:rPr lang="sv-SE" sz="3200">
                <a:solidFill>
                  <a:srgbClr val="0F1115"/>
                </a:solidFill>
                <a:highlight>
                  <a:srgbClr val="FFFFFF"/>
                </a:highlight>
                <a:ea typeface="+mn-lt"/>
                <a:cs typeface="+mn-lt"/>
              </a:rPr>
              <a:t>2. SQL-fil som sparas och körs senare.</a:t>
            </a:r>
            <a:endParaRPr lang="sv-SE" sz="3200">
              <a:solidFill>
                <a:srgbClr val="0F1115"/>
              </a:solidFill>
              <a:highlight>
                <a:srgbClr val="FFFFFF"/>
              </a:highlight>
            </a:endParaRPr>
          </a:p>
          <a:p>
            <a:r>
              <a:rPr lang="sv-SE" sz="1600" b="1">
                <a:solidFill>
                  <a:srgbClr val="0F1115"/>
                </a:solidFill>
                <a:highlight>
                  <a:srgbClr val="FFFFFF"/>
                </a:highlight>
                <a:ea typeface="+mn-lt"/>
                <a:cs typeface="+mn-lt"/>
              </a:rPr>
              <a:t>Steg 1:</a:t>
            </a:r>
            <a:r>
              <a:rPr lang="sv-SE" sz="1600">
                <a:solidFill>
                  <a:srgbClr val="0F1115"/>
                </a:solidFill>
                <a:highlight>
                  <a:srgbClr val="FFFFFF"/>
                </a:highlight>
                <a:ea typeface="+mn-lt"/>
                <a:cs typeface="+mn-lt"/>
              </a:rPr>
              <a:t> Skapa en ny fil i VS Code eller Anteckningar.</a:t>
            </a:r>
            <a:br>
              <a:rPr lang="sv-SE" sz="1600" dirty="0">
                <a:highlight>
                  <a:srgbClr val="FFFFFF"/>
                </a:highlight>
                <a:ea typeface="+mn-lt"/>
                <a:cs typeface="+mn-lt"/>
              </a:rPr>
            </a:br>
            <a:r>
              <a:rPr lang="sv-SE" sz="1600">
                <a:solidFill>
                  <a:srgbClr val="0F1115"/>
                </a:solidFill>
                <a:highlight>
                  <a:srgbClr val="FFFFFF"/>
                </a:highlight>
                <a:ea typeface="+mn-lt"/>
                <a:cs typeface="+mn-lt"/>
              </a:rPr>
              <a:t>Steg 2: Klistra in SQL-koden.</a:t>
            </a:r>
            <a:br>
              <a:rPr lang="sv-SE" sz="1600" dirty="0">
                <a:highlight>
                  <a:srgbClr val="FFFFFF"/>
                </a:highlight>
                <a:ea typeface="+mn-lt"/>
                <a:cs typeface="+mn-lt"/>
              </a:rPr>
            </a:br>
            <a:r>
              <a:rPr lang="sv-SE" sz="1600">
                <a:solidFill>
                  <a:srgbClr val="0F1115"/>
                </a:solidFill>
                <a:highlight>
                  <a:srgbClr val="FFFFFF"/>
                </a:highlight>
                <a:ea typeface="+mn-lt"/>
                <a:cs typeface="+mn-lt"/>
              </a:rPr>
              <a:t>Steg 3: Spara filen som </a:t>
            </a:r>
            <a:r>
              <a:rPr lang="sv-SE" sz="1200">
                <a:solidFill>
                  <a:srgbClr val="0F1115"/>
                </a:solidFill>
                <a:highlight>
                  <a:srgbClr val="EBEEF2"/>
                </a:highlight>
                <a:latin typeface="Consolas"/>
              </a:rPr>
              <a:t>create_tables.sql</a:t>
            </a:r>
            <a:r>
              <a:rPr lang="sv-SE" sz="1600">
                <a:solidFill>
                  <a:srgbClr val="0F1115"/>
                </a:solidFill>
                <a:highlight>
                  <a:srgbClr val="FFFFFF"/>
                </a:highlight>
                <a:ea typeface="+mn-lt"/>
                <a:cs typeface="+mn-lt"/>
              </a:rPr>
              <a:t> i din projektmapp.</a:t>
            </a:r>
            <a:br>
              <a:rPr lang="sv-SE" sz="1600" dirty="0">
                <a:highlight>
                  <a:srgbClr val="FFFFFF"/>
                </a:highlight>
                <a:ea typeface="+mn-lt"/>
                <a:cs typeface="+mn-lt"/>
              </a:rPr>
            </a:br>
            <a:r>
              <a:rPr lang="sv-SE" sz="1600">
                <a:solidFill>
                  <a:srgbClr val="0F1115"/>
                </a:solidFill>
                <a:highlight>
                  <a:srgbClr val="FFFFFF"/>
                </a:highlight>
                <a:ea typeface="+mn-lt"/>
                <a:cs typeface="+mn-lt"/>
              </a:rPr>
              <a:t>Steg 4: Öppna SSMS, öppna filen via </a:t>
            </a:r>
            <a:r>
              <a:rPr lang="sv-SE" sz="1600" b="1">
                <a:solidFill>
                  <a:srgbClr val="0F1115"/>
                </a:solidFill>
                <a:highlight>
                  <a:srgbClr val="FFFFFF"/>
                </a:highlight>
                <a:ea typeface="+mn-lt"/>
                <a:cs typeface="+mn-lt"/>
              </a:rPr>
              <a:t>Arkiv → Öppna → Fil</a:t>
            </a:r>
            <a:r>
              <a:rPr lang="sv-SE" sz="1600">
                <a:solidFill>
                  <a:srgbClr val="0F1115"/>
                </a:solidFill>
                <a:highlight>
                  <a:srgbClr val="FFFFFF"/>
                </a:highlight>
                <a:ea typeface="+mn-lt"/>
                <a:cs typeface="+mn-lt"/>
              </a:rPr>
              <a:t> .</a:t>
            </a:r>
            <a:br>
              <a:rPr lang="sv-SE" sz="1600" dirty="0">
                <a:highlight>
                  <a:srgbClr val="FFFFFF"/>
                </a:highlight>
                <a:ea typeface="+mn-lt"/>
                <a:cs typeface="+mn-lt"/>
              </a:rPr>
            </a:br>
            <a:r>
              <a:rPr lang="sv-SE" sz="1600">
                <a:solidFill>
                  <a:srgbClr val="0F1115"/>
                </a:solidFill>
                <a:highlight>
                  <a:srgbClr val="FFFFFF"/>
                </a:highlight>
                <a:ea typeface="+mn-lt"/>
                <a:cs typeface="+mn-lt"/>
              </a:rPr>
              <a:t>Steg 5: Kör skriptet (F5). </a:t>
            </a:r>
            <a:endParaRPr lang="sv-SE" sz="1600">
              <a:solidFill>
                <a:srgbClr val="0F1115"/>
              </a:solidFill>
              <a:highlight>
                <a:srgbClr val="FFFFFF"/>
              </a:highlight>
            </a:endParaRPr>
          </a:p>
          <a:p>
            <a:endParaRPr lang="sv-SE" sz="1200" dirty="0">
              <a:solidFill>
                <a:srgbClr val="0F1115"/>
              </a:solidFill>
              <a:highlight>
                <a:srgbClr val="FFFFFF"/>
              </a:highlight>
            </a:endParaRPr>
          </a:p>
          <a:p>
            <a:r>
              <a:rPr lang="sv-SE" sz="3200">
                <a:solidFill>
                  <a:srgbClr val="0F1115"/>
                </a:solidFill>
                <a:highlight>
                  <a:srgbClr val="FFFFFF"/>
                </a:highlight>
                <a:ea typeface="+mn-lt"/>
                <a:cs typeface="+mn-lt"/>
              </a:rPr>
              <a:t>3. SQL-kod för att skapa alla tre tabeller (för Metod 1 och 2) finns i </a:t>
            </a:r>
            <a:r>
              <a:rPr lang="sv-SE" sz="3200" b="1">
                <a:solidFill>
                  <a:srgbClr val="0F1115"/>
                </a:solidFill>
                <a:highlight>
                  <a:srgbClr val="FFFFFF"/>
                </a:highlight>
                <a:ea typeface="+mn-lt"/>
                <a:cs typeface="+mn-lt"/>
              </a:rPr>
              <a:t>create_tables.sql</a:t>
            </a:r>
            <a:r>
              <a:rPr lang="sv-SE" sz="3200">
                <a:solidFill>
                  <a:srgbClr val="0F1115"/>
                </a:solidFill>
                <a:highlight>
                  <a:srgbClr val="FFFFFF"/>
                </a:highlight>
                <a:ea typeface="+mn-lt"/>
                <a:cs typeface="+mn-lt"/>
              </a:rPr>
              <a:t> eller i </a:t>
            </a:r>
            <a:r>
              <a:rPr lang="sv-SE" sz="3200" b="1">
                <a:solidFill>
                  <a:srgbClr val="0F1115"/>
                </a:solidFill>
                <a:highlight>
                  <a:srgbClr val="FFFFFF"/>
                </a:highlight>
                <a:ea typeface="+mn-lt"/>
                <a:cs typeface="+mn-lt"/>
              </a:rPr>
              <a:t>create_tables.docx. </a:t>
            </a:r>
          </a:p>
          <a:p>
            <a:endParaRPr lang="sv-SE" sz="1200" dirty="0">
              <a:solidFill>
                <a:srgbClr val="0F1115"/>
              </a:solidFill>
              <a:highlight>
                <a:srgbClr val="FFFFFF"/>
              </a:highlight>
            </a:endParaRPr>
          </a:p>
          <a:p>
            <a:endParaRPr lang="sv-SE" sz="1200" dirty="0">
              <a:solidFill>
                <a:srgbClr val="0F1115"/>
              </a:solidFill>
              <a:highlight>
                <a:srgbClr val="FFFFFF"/>
              </a:highlight>
            </a:endParaRPr>
          </a:p>
        </p:txBody>
      </p:sp>
    </p:spTree>
    <p:extLst>
      <p:ext uri="{BB962C8B-B14F-4D97-AF65-F5344CB8AC3E}">
        <p14:creationId xmlns:p14="http://schemas.microsoft.com/office/powerpoint/2010/main" val="36484685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2D25F94E-31E1-025F-D938-B1B44B1337DC}"/>
              </a:ext>
            </a:extLst>
          </p:cNvPr>
          <p:cNvSpPr>
            <a:spLocks noGrp="1"/>
          </p:cNvSpPr>
          <p:nvPr>
            <p:ph type="title"/>
          </p:nvPr>
        </p:nvSpPr>
        <p:spPr>
          <a:xfrm>
            <a:off x="552617" y="259425"/>
            <a:ext cx="10909640" cy="228602"/>
          </a:xfrm>
        </p:spPr>
        <p:txBody>
          <a:bodyPr vert="horz" lIns="91440" tIns="45720" rIns="91440" bIns="45720" rtlCol="0" anchor="ctr">
            <a:noAutofit/>
          </a:bodyPr>
          <a:lstStyle/>
          <a:p>
            <a:pPr algn="ctr"/>
            <a:r>
              <a:rPr lang="en-US" sz="4000" kern="1200" dirty="0" err="1">
                <a:latin typeface="+mj-lt"/>
                <a:ea typeface="+mj-ea"/>
                <a:cs typeface="+mj-cs"/>
              </a:rPr>
              <a:t>Vanliga</a:t>
            </a:r>
            <a:r>
              <a:rPr lang="en-US" sz="4000" kern="1200" dirty="0">
                <a:latin typeface="+mj-lt"/>
                <a:ea typeface="+mj-ea"/>
                <a:cs typeface="+mj-cs"/>
              </a:rPr>
              <a:t> </a:t>
            </a:r>
            <a:r>
              <a:rPr lang="en-US" sz="4000" kern="1200" dirty="0" err="1">
                <a:latin typeface="+mj-lt"/>
                <a:ea typeface="+mj-ea"/>
                <a:cs typeface="+mj-cs"/>
              </a:rPr>
              <a:t>frågor</a:t>
            </a:r>
            <a:endParaRPr lang="en-US" sz="4000" kern="1200" dirty="0">
              <a:latin typeface="+mj-lt"/>
            </a:endParaRPr>
          </a:p>
        </p:txBody>
      </p:sp>
      <p:sp>
        <p:nvSpPr>
          <p:cNvPr id="4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C3D6F741-1996-C998-6AFF-2A1283321EAA}"/>
              </a:ext>
            </a:extLst>
          </p:cNvPr>
          <p:cNvGraphicFramePr>
            <a:graphicFrameLocks noGrp="1"/>
          </p:cNvGraphicFramePr>
          <p:nvPr>
            <p:ph idx="1"/>
            <p:extLst>
              <p:ext uri="{D42A27DB-BD31-4B8C-83A1-F6EECF244321}">
                <p14:modId xmlns:p14="http://schemas.microsoft.com/office/powerpoint/2010/main" val="506914736"/>
              </p:ext>
            </p:extLst>
          </p:nvPr>
        </p:nvGraphicFramePr>
        <p:xfrm>
          <a:off x="14377" y="776377"/>
          <a:ext cx="12160964" cy="6189899"/>
        </p:xfrm>
        <a:graphic>
          <a:graphicData uri="http://schemas.openxmlformats.org/drawingml/2006/table">
            <a:tbl>
              <a:tblPr firstRow="1" bandRow="1">
                <a:solidFill>
                  <a:srgbClr val="F7F7F7"/>
                </a:solidFill>
                <a:tableStyleId>{5C22544A-7EE6-4342-B048-85BDC9FD1C3A}</a:tableStyleId>
              </a:tblPr>
              <a:tblGrid>
                <a:gridCol w="2757054">
                  <a:extLst>
                    <a:ext uri="{9D8B030D-6E8A-4147-A177-3AD203B41FA5}">
                      <a16:colId xmlns:a16="http://schemas.microsoft.com/office/drawing/2014/main" val="1747323495"/>
                    </a:ext>
                  </a:extLst>
                </a:gridCol>
                <a:gridCol w="9403910">
                  <a:extLst>
                    <a:ext uri="{9D8B030D-6E8A-4147-A177-3AD203B41FA5}">
                      <a16:colId xmlns:a16="http://schemas.microsoft.com/office/drawing/2014/main" val="1784400257"/>
                    </a:ext>
                  </a:extLst>
                </a:gridCol>
              </a:tblGrid>
              <a:tr h="506568">
                <a:tc>
                  <a:txBody>
                    <a:bodyPr/>
                    <a:lstStyle/>
                    <a:p>
                      <a:pPr algn="l">
                        <a:lnSpc>
                          <a:spcPts val="1875"/>
                        </a:lnSpc>
                        <a:buNone/>
                      </a:pPr>
                      <a:r>
                        <a:rPr lang="sv-SE" sz="2400" b="1" cap="all" spc="60">
                          <a:solidFill>
                            <a:schemeClr val="tx1"/>
                          </a:solidFill>
                          <a:effectLst/>
                          <a:latin typeface="quote-cjk-patch"/>
                        </a:rPr>
                        <a:t>Fråga</a:t>
                      </a:r>
                    </a:p>
                  </a:txBody>
                  <a:tcPr marL="82031" marR="82031" marT="82031" marB="82031" anchor="ctr">
                    <a:lnL w="12700" cmpd="sng">
                      <a:noFill/>
                      <a:prstDash val="solid"/>
                    </a:lnL>
                    <a:lnR w="12700" cmpd="sng">
                      <a:noFill/>
                      <a:prstDash val="solid"/>
                    </a:lnR>
                    <a:lnT w="12700" cmpd="sng">
                      <a:noFill/>
                    </a:lnT>
                    <a:lnB w="12700" cmpd="sng">
                      <a:noFill/>
                      <a:prstDash val="solid"/>
                    </a:lnB>
                    <a:noFill/>
                  </a:tcPr>
                </a:tc>
                <a:tc>
                  <a:txBody>
                    <a:bodyPr/>
                    <a:lstStyle/>
                    <a:p>
                      <a:pPr algn="l">
                        <a:lnSpc>
                          <a:spcPts val="1875"/>
                        </a:lnSpc>
                        <a:buNone/>
                      </a:pPr>
                      <a:r>
                        <a:rPr lang="sv-SE" sz="2400" b="1" cap="all" spc="60">
                          <a:solidFill>
                            <a:schemeClr val="tx1"/>
                          </a:solidFill>
                          <a:effectLst/>
                          <a:latin typeface="quote-cjk-patch"/>
                        </a:rPr>
                        <a:t>Svar</a:t>
                      </a:r>
                    </a:p>
                  </a:txBody>
                  <a:tcPr marL="82031" marR="82031" marT="82031" marB="82031" anchor="ctr">
                    <a:lnL w="12700" cmpd="sng">
                      <a:noFill/>
                      <a:prstDash val="solid"/>
                    </a:lnL>
                    <a:lnR w="12700" cmpd="sng">
                      <a:noFill/>
                      <a:prstDash val="solid"/>
                    </a:lnR>
                    <a:lnT w="12700" cmpd="sng">
                      <a:noFill/>
                    </a:lnT>
                    <a:lnB w="12700" cmpd="sng">
                      <a:noFill/>
                      <a:prstDash val="solid"/>
                    </a:lnB>
                    <a:noFill/>
                  </a:tcPr>
                </a:tc>
                <a:extLst>
                  <a:ext uri="{0D108BD9-81ED-4DB2-BD59-A6C34878D82A}">
                    <a16:rowId xmlns:a16="http://schemas.microsoft.com/office/drawing/2014/main" val="3424361803"/>
                  </a:ext>
                </a:extLst>
              </a:tr>
              <a:tr h="462899">
                <a:tc>
                  <a:txBody>
                    <a:bodyPr/>
                    <a:lstStyle/>
                    <a:p>
                      <a:pPr>
                        <a:lnSpc>
                          <a:spcPts val="1875"/>
                        </a:lnSpc>
                        <a:buNone/>
                      </a:pPr>
                      <a:r>
                        <a:rPr lang="sv-SE" sz="1800" b="1" cap="none" spc="0">
                          <a:solidFill>
                            <a:schemeClr val="tx1"/>
                          </a:solidFill>
                          <a:effectLst/>
                          <a:latin typeface="quote-cjk-patch"/>
                        </a:rPr>
                        <a:t>Vad gör </a:t>
                      </a:r>
                      <a:r>
                        <a:rPr lang="sv-SE" sz="1800" b="0" cap="none" spc="0">
                          <a:solidFill>
                            <a:schemeClr val="tx1"/>
                          </a:solidFill>
                          <a:effectLst/>
                          <a:latin typeface="Menlo"/>
                        </a:rPr>
                        <a:t>USE NetworkSecurityML;</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0" marR="54754"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ts val="1650"/>
                        </a:lnSpc>
                        <a:buNone/>
                      </a:pPr>
                      <a:r>
                        <a:rPr lang="sv-SE" sz="1800" b="0" cap="none" spc="0">
                          <a:solidFill>
                            <a:schemeClr val="tx1"/>
                          </a:solidFill>
                          <a:effectLst/>
                          <a:latin typeface="quote-cjk-patch"/>
                        </a:rPr>
                        <a:t>Det talar om för SQL Server att vi vill arbeta med just den databasen. Alla kommando som följer kommer att appliceras på </a:t>
                      </a:r>
                      <a:r>
                        <a:rPr lang="sv-SE" sz="1800" b="0" cap="none" spc="0">
                          <a:solidFill>
                            <a:schemeClr val="tx1"/>
                          </a:solidFill>
                          <a:effectLst/>
                          <a:latin typeface="Menlo"/>
                        </a:rPr>
                        <a:t>NetworkSecurityML</a:t>
                      </a:r>
                      <a:r>
                        <a:rPr lang="sv-SE" sz="1800" b="0" cap="none" spc="0">
                          <a:solidFill>
                            <a:schemeClr val="tx1"/>
                          </a:solidFill>
                          <a:effectLst/>
                          <a:latin typeface="quote-cjk-patch"/>
                        </a:rPr>
                        <a:t> .</a:t>
                      </a:r>
                    </a:p>
                  </a:txBody>
                  <a:tcPr marL="0" marR="32853"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088368015"/>
                  </a:ext>
                </a:extLst>
              </a:tr>
              <a:tr h="506568">
                <a:tc>
                  <a:txBody>
                    <a:bodyPr/>
                    <a:lstStyle/>
                    <a:p>
                      <a:pPr>
                        <a:lnSpc>
                          <a:spcPts val="1875"/>
                        </a:lnSpc>
                        <a:buNone/>
                      </a:pPr>
                      <a:r>
                        <a:rPr lang="sv-SE" sz="1800" b="1" cap="none" spc="0">
                          <a:solidFill>
                            <a:schemeClr val="tx1"/>
                          </a:solidFill>
                          <a:effectLst/>
                          <a:latin typeface="quote-cjk-patch"/>
                        </a:rPr>
                        <a:t>Vad är </a:t>
                      </a:r>
                      <a:r>
                        <a:rPr lang="sv-SE" sz="1800" b="0" cap="none" spc="0">
                          <a:solidFill>
                            <a:schemeClr val="tx1"/>
                          </a:solidFill>
                          <a:effectLst/>
                          <a:latin typeface="Menlo"/>
                        </a:rPr>
                        <a:t>IDENTITY(1,1)</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16426" marR="54754"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ts val="1875"/>
                        </a:lnSpc>
                        <a:buNone/>
                      </a:pPr>
                      <a:r>
                        <a:rPr lang="sv-SE" sz="1800" b="0" cap="none" spc="0">
                          <a:solidFill>
                            <a:schemeClr val="tx1"/>
                          </a:solidFill>
                          <a:effectLst/>
                          <a:latin typeface="quote-cjk-patch"/>
                        </a:rPr>
                        <a:t>Det betyder att kolumnen automatiskt får ett unikt nummer som börjar på 1 och ökar med 1 för varje ny rad. Perfekt för ID-kolumner!</a:t>
                      </a:r>
                    </a:p>
                  </a:txBody>
                  <a:tcPr marL="16426" marR="32853"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612084533"/>
                  </a:ext>
                </a:extLst>
              </a:tr>
              <a:tr h="506568">
                <a:tc>
                  <a:txBody>
                    <a:bodyPr/>
                    <a:lstStyle/>
                    <a:p>
                      <a:pPr>
                        <a:lnSpc>
                          <a:spcPts val="1875"/>
                        </a:lnSpc>
                        <a:buNone/>
                      </a:pPr>
                      <a:r>
                        <a:rPr lang="sv-SE" sz="1800" b="1" cap="none" spc="0">
                          <a:solidFill>
                            <a:schemeClr val="tx1"/>
                          </a:solidFill>
                          <a:effectLst/>
                          <a:latin typeface="quote-cjk-patch"/>
                        </a:rPr>
                        <a:t>Vad är </a:t>
                      </a:r>
                      <a:r>
                        <a:rPr lang="sv-SE" sz="1800" b="0" cap="none" spc="0">
                          <a:solidFill>
                            <a:schemeClr val="tx1"/>
                          </a:solidFill>
                          <a:effectLst/>
                          <a:latin typeface="Menlo"/>
                        </a:rPr>
                        <a:t>PRIMARY KEY</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0" marR="54754"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ts val="1875"/>
                        </a:lnSpc>
                        <a:buNone/>
                      </a:pPr>
                      <a:r>
                        <a:rPr lang="sv-SE" sz="1800" b="0" cap="none" spc="0">
                          <a:solidFill>
                            <a:schemeClr val="tx1"/>
                          </a:solidFill>
                          <a:effectLst/>
                          <a:latin typeface="quote-cjk-patch"/>
                        </a:rPr>
                        <a:t>En primärnyckel är en kolumn (eller kombination av kolumner) som unikt identifierar varje rad. Det är som ett personnummer för varje rad i tabellen .</a:t>
                      </a:r>
                    </a:p>
                  </a:txBody>
                  <a:tcPr marL="0" marR="32853"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834234208"/>
                  </a:ext>
                </a:extLst>
              </a:tr>
              <a:tr h="462899">
                <a:tc>
                  <a:txBody>
                    <a:bodyPr/>
                    <a:lstStyle/>
                    <a:p>
                      <a:pPr>
                        <a:lnSpc>
                          <a:spcPts val="1875"/>
                        </a:lnSpc>
                        <a:buNone/>
                      </a:pPr>
                      <a:r>
                        <a:rPr lang="sv-SE" sz="1800" b="1" cap="none" spc="0">
                          <a:solidFill>
                            <a:schemeClr val="tx1"/>
                          </a:solidFill>
                          <a:effectLst/>
                          <a:latin typeface="quote-cjk-patch"/>
                        </a:rPr>
                        <a:t>Vad är </a:t>
                      </a:r>
                      <a:r>
                        <a:rPr lang="sv-SE" sz="1800" b="0" cap="none" spc="0">
                          <a:solidFill>
                            <a:schemeClr val="tx1"/>
                          </a:solidFill>
                          <a:effectLst/>
                          <a:latin typeface="Menlo"/>
                        </a:rPr>
                        <a:t>FOREIGN KEY</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16426" marR="54754"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ts val="1650"/>
                        </a:lnSpc>
                        <a:buNone/>
                      </a:pPr>
                      <a:r>
                        <a:rPr lang="sv-SE" sz="1800" b="0" cap="none" spc="0">
                          <a:solidFill>
                            <a:schemeClr val="tx1"/>
                          </a:solidFill>
                          <a:effectLst/>
                          <a:latin typeface="quote-cjk-patch"/>
                        </a:rPr>
                        <a:t>En främmande nyckel skapar en länk mellan två tabeller. I vårt fall kopplar </a:t>
                      </a:r>
                      <a:r>
                        <a:rPr lang="sv-SE" sz="1800" b="0" cap="none" spc="0">
                          <a:solidFill>
                            <a:schemeClr val="tx1"/>
                          </a:solidFill>
                          <a:effectLst/>
                          <a:latin typeface="Menlo"/>
                        </a:rPr>
                        <a:t>ThreatDetections.LogID</a:t>
                      </a:r>
                      <a:r>
                        <a:rPr lang="sv-SE" sz="1800" b="0" cap="none" spc="0">
                          <a:solidFill>
                            <a:schemeClr val="tx1"/>
                          </a:solidFill>
                          <a:effectLst/>
                          <a:latin typeface="quote-cjk-patch"/>
                        </a:rPr>
                        <a:t> till </a:t>
                      </a:r>
                      <a:r>
                        <a:rPr lang="sv-SE" sz="1800" b="0" cap="none" spc="0">
                          <a:solidFill>
                            <a:schemeClr val="tx1"/>
                          </a:solidFill>
                          <a:effectLst/>
                          <a:latin typeface="Menlo"/>
                        </a:rPr>
                        <a:t>NetworkTrafficLogs.LogID</a:t>
                      </a:r>
                      <a:r>
                        <a:rPr lang="sv-SE" sz="1800" b="0" cap="none" spc="0">
                          <a:solidFill>
                            <a:schemeClr val="tx1"/>
                          </a:solidFill>
                          <a:effectLst/>
                          <a:latin typeface="quote-cjk-patch"/>
                        </a:rPr>
                        <a:t>, så vi vet vilken loggrad varje prediktion tillhör .</a:t>
                      </a:r>
                    </a:p>
                  </a:txBody>
                  <a:tcPr marL="16426" marR="32853"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386885844"/>
                  </a:ext>
                </a:extLst>
              </a:tr>
              <a:tr h="462899">
                <a:tc>
                  <a:txBody>
                    <a:bodyPr/>
                    <a:lstStyle/>
                    <a:p>
                      <a:pPr>
                        <a:lnSpc>
                          <a:spcPts val="1875"/>
                        </a:lnSpc>
                        <a:buNone/>
                      </a:pPr>
                      <a:r>
                        <a:rPr lang="sv-SE" sz="1800" b="1" cap="none" spc="0">
                          <a:solidFill>
                            <a:schemeClr val="tx1"/>
                          </a:solidFill>
                          <a:effectLst/>
                          <a:latin typeface="quote-cjk-patch"/>
                        </a:rPr>
                        <a:t>Vad är </a:t>
                      </a:r>
                      <a:r>
                        <a:rPr lang="sv-SE" sz="1800" b="0" cap="none" spc="0">
                          <a:solidFill>
                            <a:schemeClr val="tx1"/>
                          </a:solidFill>
                          <a:effectLst/>
                          <a:latin typeface="Menlo"/>
                        </a:rPr>
                        <a:t>INDEX</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0" marR="54754"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ts val="1650"/>
                        </a:lnSpc>
                        <a:buNone/>
                      </a:pPr>
                      <a:r>
                        <a:rPr lang="sv-SE" sz="1800" b="0" cap="none" spc="0">
                          <a:solidFill>
                            <a:schemeClr val="tx1"/>
                          </a:solidFill>
                          <a:effectLst/>
                          <a:latin typeface="quote-cjk-patch"/>
                        </a:rPr>
                        <a:t>Ett index är som ett register i en bok – det gör att SQL Server snabbt kan hitta data. Vi skapar index på kolumner som vi ofta söker på (som </a:t>
                      </a:r>
                      <a:r>
                        <a:rPr lang="sv-SE" sz="1800" b="0" cap="none" spc="0">
                          <a:solidFill>
                            <a:schemeClr val="tx1"/>
                          </a:solidFill>
                          <a:effectLst/>
                          <a:latin typeface="Menlo"/>
                        </a:rPr>
                        <a:t>Timestamp</a:t>
                      </a:r>
                      <a:r>
                        <a:rPr lang="sv-SE" sz="1800" b="0" cap="none" spc="0">
                          <a:solidFill>
                            <a:schemeClr val="tx1"/>
                          </a:solidFill>
                          <a:effectLst/>
                          <a:latin typeface="quote-cjk-patch"/>
                        </a:rPr>
                        <a:t> och </a:t>
                      </a:r>
                      <a:r>
                        <a:rPr lang="sv-SE" sz="1800" b="0" cap="none" spc="0">
                          <a:solidFill>
                            <a:schemeClr val="tx1"/>
                          </a:solidFill>
                          <a:effectLst/>
                          <a:latin typeface="Menlo"/>
                        </a:rPr>
                        <a:t>SourceIP</a:t>
                      </a:r>
                      <a:r>
                        <a:rPr lang="sv-SE" sz="1800" b="0" cap="none" spc="0">
                          <a:solidFill>
                            <a:schemeClr val="tx1"/>
                          </a:solidFill>
                          <a:effectLst/>
                          <a:latin typeface="quote-cjk-patch"/>
                        </a:rPr>
                        <a:t>) .</a:t>
                      </a:r>
                    </a:p>
                  </a:txBody>
                  <a:tcPr marL="0" marR="32853"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540754602"/>
                  </a:ext>
                </a:extLst>
              </a:tr>
              <a:tr h="637577">
                <a:tc>
                  <a:txBody>
                    <a:bodyPr/>
                    <a:lstStyle/>
                    <a:p>
                      <a:pPr>
                        <a:lnSpc>
                          <a:spcPts val="1875"/>
                        </a:lnSpc>
                        <a:buNone/>
                      </a:pPr>
                      <a:r>
                        <a:rPr lang="sv-SE" sz="1800" b="1" cap="none" spc="0">
                          <a:solidFill>
                            <a:schemeClr val="tx1"/>
                          </a:solidFill>
                          <a:effectLst/>
                          <a:latin typeface="quote-cjk-patch"/>
                        </a:rPr>
                        <a:t>Vad är en </a:t>
                      </a:r>
                      <a:r>
                        <a:rPr lang="sv-SE" sz="1800" b="0" cap="none" spc="0">
                          <a:solidFill>
                            <a:schemeClr val="tx1"/>
                          </a:solidFill>
                          <a:effectLst/>
                          <a:latin typeface="Menlo"/>
                        </a:rPr>
                        <a:t>VIEW</a:t>
                      </a:r>
                      <a:r>
                        <a:rPr lang="sv-SE" sz="1800" b="1" cap="none" spc="0">
                          <a:solidFill>
                            <a:schemeClr val="tx1"/>
                          </a:solidFill>
                          <a:effectLst/>
                          <a:latin typeface="quote-cjk-patch"/>
                        </a:rPr>
                        <a:t> (vy)?</a:t>
                      </a:r>
                      <a:endParaRPr lang="sv-SE" sz="1800" b="0" cap="none" spc="0">
                        <a:solidFill>
                          <a:schemeClr val="tx1"/>
                        </a:solidFill>
                        <a:effectLst/>
                        <a:latin typeface="quote-cjk-patch"/>
                      </a:endParaRPr>
                    </a:p>
                  </a:txBody>
                  <a:tcPr marL="16426" marR="54754"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ts val="1650"/>
                        </a:lnSpc>
                        <a:buNone/>
                      </a:pPr>
                      <a:r>
                        <a:rPr lang="sv-SE" sz="1800" b="0" cap="none" spc="0">
                          <a:solidFill>
                            <a:schemeClr val="tx1"/>
                          </a:solidFill>
                          <a:effectLst/>
                          <a:latin typeface="quote-cjk-patch"/>
                        </a:rPr>
                        <a:t>En vy är som en sparad fråga. Den ser ut som en tabell men innehåller resultatet av en fråga. Vår vy </a:t>
                      </a:r>
                      <a:r>
                        <a:rPr lang="sv-SE" sz="1800" b="0" cap="none" spc="0">
                          <a:solidFill>
                            <a:schemeClr val="tx1"/>
                          </a:solidFill>
                          <a:effectLst/>
                          <a:latin typeface="Menlo"/>
                        </a:rPr>
                        <a:t>vw_TrafficAnalysis</a:t>
                      </a:r>
                      <a:r>
                        <a:rPr lang="sv-SE" sz="1800" b="0" cap="none" spc="0">
                          <a:solidFill>
                            <a:schemeClr val="tx1"/>
                          </a:solidFill>
                          <a:effectLst/>
                          <a:latin typeface="quote-cjk-patch"/>
                        </a:rPr>
                        <a:t> kombinerar data från båda tabellerna så att det blir enkelt att använda i Power BI .</a:t>
                      </a:r>
                    </a:p>
                  </a:txBody>
                  <a:tcPr marL="16426" marR="32853"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92926675"/>
                  </a:ext>
                </a:extLst>
              </a:tr>
              <a:tr h="716183">
                <a:tc>
                  <a:txBody>
                    <a:bodyPr/>
                    <a:lstStyle/>
                    <a:p>
                      <a:pPr>
                        <a:lnSpc>
                          <a:spcPts val="1875"/>
                        </a:lnSpc>
                        <a:buNone/>
                      </a:pPr>
                      <a:r>
                        <a:rPr lang="sv-SE" sz="1800" b="1" cap="none" spc="0">
                          <a:solidFill>
                            <a:schemeClr val="tx1"/>
                          </a:solidFill>
                          <a:effectLst/>
                          <a:latin typeface="quote-cjk-patch"/>
                        </a:rPr>
                        <a:t>Varför är </a:t>
                      </a:r>
                      <a:r>
                        <a:rPr lang="sv-SE" sz="1800" b="0" cap="none" spc="0">
                          <a:solidFill>
                            <a:schemeClr val="tx1"/>
                          </a:solidFill>
                          <a:effectLst/>
                          <a:latin typeface="Menlo"/>
                        </a:rPr>
                        <a:t>ThreatDetections</a:t>
                      </a:r>
                      <a:r>
                        <a:rPr lang="sv-SE" sz="1800" b="1" cap="none" spc="0">
                          <a:solidFill>
                            <a:schemeClr val="tx1"/>
                          </a:solidFill>
                          <a:effectLst/>
                          <a:latin typeface="quote-cjk-patch"/>
                        </a:rPr>
                        <a:t> och </a:t>
                      </a:r>
                      <a:r>
                        <a:rPr lang="sv-SE" sz="1800" b="0" cap="none" spc="0">
                          <a:solidFill>
                            <a:schemeClr val="tx1"/>
                          </a:solidFill>
                          <a:effectLst/>
                          <a:latin typeface="Menlo"/>
                        </a:rPr>
                        <a:t>SecurityMetrics</a:t>
                      </a:r>
                      <a:r>
                        <a:rPr lang="sv-SE" sz="1800" b="1" cap="none" spc="0">
                          <a:solidFill>
                            <a:schemeClr val="tx1"/>
                          </a:solidFill>
                          <a:effectLst/>
                          <a:latin typeface="quote-cjk-patch"/>
                        </a:rPr>
                        <a:t> tomma?</a:t>
                      </a:r>
                      <a:endParaRPr lang="sv-SE" sz="1800" b="0" cap="none" spc="0">
                        <a:solidFill>
                          <a:schemeClr val="tx1"/>
                        </a:solidFill>
                        <a:effectLst/>
                        <a:latin typeface="quote-cjk-patch"/>
                      </a:endParaRPr>
                    </a:p>
                  </a:txBody>
                  <a:tcPr marL="0" marR="54754"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ts val="1650"/>
                        </a:lnSpc>
                        <a:buNone/>
                      </a:pPr>
                      <a:r>
                        <a:rPr lang="sv-SE" sz="1800" b="0" cap="none" spc="0">
                          <a:solidFill>
                            <a:schemeClr val="tx1"/>
                          </a:solidFill>
                          <a:effectLst/>
                          <a:latin typeface="quote-cjk-patch"/>
                        </a:rPr>
                        <a:t>Det är helt normalt! </a:t>
                      </a:r>
                      <a:r>
                        <a:rPr lang="sv-SE" sz="1800" b="0" cap="none" spc="0">
                          <a:solidFill>
                            <a:schemeClr val="tx1"/>
                          </a:solidFill>
                          <a:effectLst/>
                          <a:latin typeface="Menlo"/>
                        </a:rPr>
                        <a:t>NetworkTrafficLogs</a:t>
                      </a:r>
                      <a:r>
                        <a:rPr lang="sv-SE" sz="1800" b="0" cap="none" spc="0">
                          <a:solidFill>
                            <a:schemeClr val="tx1"/>
                          </a:solidFill>
                          <a:effectLst/>
                          <a:latin typeface="quote-cjk-patch"/>
                        </a:rPr>
                        <a:t> innehåller testdata (20 rader). </a:t>
                      </a:r>
                      <a:r>
                        <a:rPr lang="sv-SE" sz="1800" b="0" cap="none" spc="0">
                          <a:solidFill>
                            <a:schemeClr val="tx1"/>
                          </a:solidFill>
                          <a:effectLst/>
                          <a:latin typeface="Menlo"/>
                        </a:rPr>
                        <a:t>ThreatDetections</a:t>
                      </a:r>
                      <a:r>
                        <a:rPr lang="sv-SE" sz="1800" b="0" cap="none" spc="0">
                          <a:solidFill>
                            <a:schemeClr val="tx1"/>
                          </a:solidFill>
                          <a:effectLst/>
                          <a:latin typeface="quote-cjk-patch"/>
                        </a:rPr>
                        <a:t> fylls först när vi kör vår ML-modell i Steg 10. </a:t>
                      </a:r>
                      <a:r>
                        <a:rPr lang="sv-SE" sz="1800" b="0" cap="none" spc="0">
                          <a:solidFill>
                            <a:schemeClr val="tx1"/>
                          </a:solidFill>
                          <a:effectLst/>
                          <a:latin typeface="Menlo"/>
                        </a:rPr>
                        <a:t>SecurityMetrics</a:t>
                      </a:r>
                      <a:r>
                        <a:rPr lang="sv-SE" sz="1800" b="0" cap="none" spc="0">
                          <a:solidFill>
                            <a:schemeClr val="tx1"/>
                          </a:solidFill>
                          <a:effectLst/>
                          <a:latin typeface="quote-cjk-patch"/>
                        </a:rPr>
                        <a:t> fylls senare via Python-skript eller automatiska jobb .</a:t>
                      </a:r>
                    </a:p>
                  </a:txBody>
                  <a:tcPr marL="0" marR="32853" marT="34221" marB="54688"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877553879"/>
                  </a:ext>
                </a:extLst>
              </a:tr>
              <a:tr h="410495">
                <a:tc>
                  <a:txBody>
                    <a:bodyPr/>
                    <a:lstStyle/>
                    <a:p>
                      <a:pPr>
                        <a:lnSpc>
                          <a:spcPts val="1875"/>
                        </a:lnSpc>
                        <a:buNone/>
                      </a:pPr>
                      <a:r>
                        <a:rPr lang="sv-SE" sz="1800" b="1" cap="none" spc="0">
                          <a:solidFill>
                            <a:schemeClr val="tx1"/>
                          </a:solidFill>
                          <a:effectLst/>
                          <a:latin typeface="quote-cjk-patch"/>
                        </a:rPr>
                        <a:t>Jag ser inte tabellerna – varför?</a:t>
                      </a:r>
                      <a:endParaRPr lang="sv-SE" sz="1800" b="0" cap="none" spc="0">
                        <a:solidFill>
                          <a:schemeClr val="tx1"/>
                        </a:solidFill>
                        <a:effectLst/>
                        <a:latin typeface="quote-cjk-patch"/>
                      </a:endParaRPr>
                    </a:p>
                  </a:txBody>
                  <a:tcPr marL="16426" marR="54754"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ts val="1875"/>
                        </a:lnSpc>
                        <a:buNone/>
                      </a:pPr>
                      <a:r>
                        <a:rPr lang="sv-SE" sz="1800" b="0" cap="none" spc="0">
                          <a:solidFill>
                            <a:schemeClr val="tx1"/>
                          </a:solidFill>
                          <a:effectLst/>
                          <a:latin typeface="quote-cjk-patch"/>
                        </a:rPr>
                        <a:t>Du måste uppdatera (refresh) mappen "Tabeller". Högerklicka på mappen och välj "Uppdatera" (Refresh).</a:t>
                      </a:r>
                    </a:p>
                  </a:txBody>
                  <a:tcPr marL="16426" marR="32853" marT="34221" marB="54688"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855214863"/>
                  </a:ext>
                </a:extLst>
              </a:tr>
              <a:tr h="462899">
                <a:tc>
                  <a:txBody>
                    <a:bodyPr/>
                    <a:lstStyle/>
                    <a:p>
                      <a:pPr>
                        <a:lnSpc>
                          <a:spcPts val="1875"/>
                        </a:lnSpc>
                        <a:buNone/>
                      </a:pPr>
                      <a:r>
                        <a:rPr lang="sv-SE" sz="1800" b="1" cap="none" spc="0">
                          <a:solidFill>
                            <a:schemeClr val="tx1"/>
                          </a:solidFill>
                          <a:effectLst/>
                          <a:latin typeface="quote-cjk-patch"/>
                        </a:rPr>
                        <a:t>Kan jag köra skriptet flera gånger?</a:t>
                      </a:r>
                      <a:endParaRPr lang="sv-SE" sz="1800" b="0" cap="none" spc="0">
                        <a:solidFill>
                          <a:schemeClr val="tx1"/>
                        </a:solidFill>
                        <a:effectLst/>
                        <a:latin typeface="quote-cjk-patch"/>
                      </a:endParaRPr>
                    </a:p>
                  </a:txBody>
                  <a:tcPr marL="0" marR="54754" marT="34221" marB="54688"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lnSpc>
                          <a:spcPts val="1650"/>
                        </a:lnSpc>
                        <a:buNone/>
                      </a:pPr>
                      <a:r>
                        <a:rPr lang="sv-SE" sz="1800" b="0" cap="none" spc="0">
                          <a:solidFill>
                            <a:schemeClr val="tx1"/>
                          </a:solidFill>
                          <a:effectLst/>
                          <a:latin typeface="quote-cjk-patch"/>
                        </a:rPr>
                        <a:t>Ja! Skriptet innehåller </a:t>
                      </a:r>
                      <a:r>
                        <a:rPr lang="sv-SE" sz="1800" b="0" cap="none" spc="0">
                          <a:solidFill>
                            <a:schemeClr val="tx1"/>
                          </a:solidFill>
                          <a:effectLst/>
                          <a:latin typeface="Menlo"/>
                        </a:rPr>
                        <a:t>DROP TABLE IF EXISTS</a:t>
                      </a:r>
                      <a:r>
                        <a:rPr lang="sv-SE" sz="1800" b="0" cap="none" spc="0">
                          <a:solidFill>
                            <a:schemeClr val="tx1"/>
                          </a:solidFill>
                          <a:effectLst/>
                          <a:latin typeface="quote-cjk-patch"/>
                        </a:rPr>
                        <a:t> som tar bort tabellerna innan de skapas igen. Det är säkert att köra flera gånger .</a:t>
                      </a:r>
                    </a:p>
                  </a:txBody>
                  <a:tcPr marL="0" marR="32853" marT="34221" marB="54688"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1244256276"/>
                  </a:ext>
                </a:extLst>
              </a:tr>
            </a:tbl>
          </a:graphicData>
        </a:graphic>
      </p:graphicFrame>
    </p:spTree>
    <p:extLst>
      <p:ext uri="{BB962C8B-B14F-4D97-AF65-F5344CB8AC3E}">
        <p14:creationId xmlns:p14="http://schemas.microsoft.com/office/powerpoint/2010/main" val="14828534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47FEC7E8-2EA9-4A36-9BD1-2E4FBB9CA596}"/>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err="1">
                <a:solidFill>
                  <a:schemeClr val="tx1"/>
                </a:solidFill>
                <a:latin typeface="+mj-lt"/>
                <a:ea typeface="+mj-ea"/>
                <a:cs typeface="+mj-cs"/>
              </a:rPr>
              <a:t>Felsökning</a:t>
            </a:r>
            <a:r>
              <a:rPr lang="en-US" sz="3600" kern="1200" dirty="0">
                <a:solidFill>
                  <a:schemeClr val="tx1"/>
                </a:solidFill>
                <a:latin typeface="+mj-lt"/>
                <a:ea typeface="+mj-ea"/>
                <a:cs typeface="+mj-cs"/>
              </a:rPr>
              <a:t> </a:t>
            </a:r>
          </a:p>
        </p:txBody>
      </p:sp>
      <p:graphicFrame>
        <p:nvGraphicFramePr>
          <p:cNvPr id="5" name="Platshållare för innehåll 4">
            <a:extLst>
              <a:ext uri="{FF2B5EF4-FFF2-40B4-BE49-F238E27FC236}">
                <a16:creationId xmlns:a16="http://schemas.microsoft.com/office/drawing/2014/main" id="{9040BB02-180E-56D3-4B79-19049A65F1A1}"/>
              </a:ext>
            </a:extLst>
          </p:cNvPr>
          <p:cNvGraphicFramePr>
            <a:graphicFrameLocks noGrp="1"/>
          </p:cNvGraphicFramePr>
          <p:nvPr>
            <p:ph idx="1"/>
            <p:extLst>
              <p:ext uri="{D42A27DB-BD31-4B8C-83A1-F6EECF244321}">
                <p14:modId xmlns:p14="http://schemas.microsoft.com/office/powerpoint/2010/main" val="3134062704"/>
              </p:ext>
            </p:extLst>
          </p:nvPr>
        </p:nvGraphicFramePr>
        <p:xfrm>
          <a:off x="14377" y="1581509"/>
          <a:ext cx="12180275" cy="5281670"/>
        </p:xfrm>
        <a:graphic>
          <a:graphicData uri="http://schemas.openxmlformats.org/drawingml/2006/table">
            <a:tbl>
              <a:tblPr firstRow="1" bandRow="1">
                <a:noFill/>
                <a:tableStyleId>{5C22544A-7EE6-4342-B048-85BDC9FD1C3A}</a:tableStyleId>
              </a:tblPr>
              <a:tblGrid>
                <a:gridCol w="3574471">
                  <a:extLst>
                    <a:ext uri="{9D8B030D-6E8A-4147-A177-3AD203B41FA5}">
                      <a16:colId xmlns:a16="http://schemas.microsoft.com/office/drawing/2014/main" val="3598893981"/>
                    </a:ext>
                  </a:extLst>
                </a:gridCol>
                <a:gridCol w="1939636">
                  <a:extLst>
                    <a:ext uri="{9D8B030D-6E8A-4147-A177-3AD203B41FA5}">
                      <a16:colId xmlns:a16="http://schemas.microsoft.com/office/drawing/2014/main" val="1689216809"/>
                    </a:ext>
                  </a:extLst>
                </a:gridCol>
                <a:gridCol w="6666168">
                  <a:extLst>
                    <a:ext uri="{9D8B030D-6E8A-4147-A177-3AD203B41FA5}">
                      <a16:colId xmlns:a16="http://schemas.microsoft.com/office/drawing/2014/main" val="2248731062"/>
                    </a:ext>
                  </a:extLst>
                </a:gridCol>
              </a:tblGrid>
              <a:tr h="585324">
                <a:tc>
                  <a:txBody>
                    <a:bodyPr/>
                    <a:lstStyle/>
                    <a:p>
                      <a:pPr algn="l">
                        <a:lnSpc>
                          <a:spcPts val="1875"/>
                        </a:lnSpc>
                        <a:buNone/>
                      </a:pPr>
                      <a:r>
                        <a:rPr lang="sv-SE" sz="2000" b="1" cap="none" spc="0">
                          <a:solidFill>
                            <a:schemeClr val="tx1"/>
                          </a:solidFill>
                          <a:effectLst/>
                          <a:latin typeface="quote-cjk-patch"/>
                        </a:rPr>
                        <a:t>Problem</a:t>
                      </a:r>
                    </a:p>
                  </a:txBody>
                  <a:tcPr marL="61536" marR="146514" marT="17582" marB="131863" anchor="b">
                    <a:lnL w="12700" cmpd="sng">
                      <a:noFill/>
                    </a:lnL>
                    <a:lnR w="12700" cmpd="sng">
                      <a:noFill/>
                    </a:lnR>
                    <a:lnT w="9525" cap="flat" cmpd="sng" algn="ctr">
                      <a:noFill/>
                      <a:prstDash val="solid"/>
                    </a:lnT>
                    <a:lnB w="38100" cmpd="sng">
                      <a:noFill/>
                    </a:lnB>
                    <a:noFill/>
                  </a:tcPr>
                </a:tc>
                <a:tc>
                  <a:txBody>
                    <a:bodyPr/>
                    <a:lstStyle/>
                    <a:p>
                      <a:pPr algn="l">
                        <a:lnSpc>
                          <a:spcPts val="1875"/>
                        </a:lnSpc>
                        <a:buNone/>
                      </a:pPr>
                      <a:r>
                        <a:rPr lang="sv-SE" sz="2000" b="1" cap="none" spc="0">
                          <a:solidFill>
                            <a:schemeClr val="tx1"/>
                          </a:solidFill>
                          <a:effectLst/>
                          <a:latin typeface="quote-cjk-patch"/>
                        </a:rPr>
                        <a:t>Felmeddelande</a:t>
                      </a:r>
                    </a:p>
                  </a:txBody>
                  <a:tcPr marL="61536" marR="146514" marT="17582" marB="131863" anchor="b">
                    <a:lnL w="12700" cmpd="sng">
                      <a:noFill/>
                    </a:lnL>
                    <a:lnR w="12700" cmpd="sng">
                      <a:noFill/>
                    </a:lnR>
                    <a:lnT w="9525" cap="flat" cmpd="sng" algn="ctr">
                      <a:noFill/>
                      <a:prstDash val="solid"/>
                    </a:lnT>
                    <a:lnB w="38100" cmpd="sng">
                      <a:noFill/>
                    </a:lnB>
                    <a:noFill/>
                  </a:tcPr>
                </a:tc>
                <a:tc>
                  <a:txBody>
                    <a:bodyPr/>
                    <a:lstStyle/>
                    <a:p>
                      <a:pPr algn="l">
                        <a:lnSpc>
                          <a:spcPts val="1875"/>
                        </a:lnSpc>
                        <a:buNone/>
                      </a:pPr>
                      <a:r>
                        <a:rPr lang="sv-SE" sz="2000" b="1" cap="none" spc="0">
                          <a:solidFill>
                            <a:schemeClr val="tx1"/>
                          </a:solidFill>
                          <a:effectLst/>
                          <a:latin typeface="quote-cjk-patch"/>
                        </a:rPr>
                        <a:t>Lösning</a:t>
                      </a:r>
                    </a:p>
                  </a:txBody>
                  <a:tcPr marL="61536" marR="146514" marT="17582" marB="131863"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4221431281"/>
                  </a:ext>
                </a:extLst>
              </a:tr>
              <a:tr h="890355">
                <a:tc>
                  <a:txBody>
                    <a:bodyPr/>
                    <a:lstStyle/>
                    <a:p>
                      <a:pPr>
                        <a:lnSpc>
                          <a:spcPts val="1875"/>
                        </a:lnSpc>
                        <a:buNone/>
                      </a:pPr>
                      <a:r>
                        <a:rPr lang="sv-SE" sz="1800" b="1" cap="none" spc="0">
                          <a:solidFill>
                            <a:schemeClr val="tx1"/>
                          </a:solidFill>
                          <a:effectLst/>
                          <a:latin typeface="quote-cjk-patch"/>
                        </a:rPr>
                        <a:t>"Database 'NetworkSecurityML' does not exist"</a:t>
                      </a:r>
                      <a:endParaRPr lang="sv-SE" sz="1800" b="0" cap="none" spc="0">
                        <a:solidFill>
                          <a:schemeClr val="tx1"/>
                        </a:solidFill>
                        <a:effectLst/>
                        <a:latin typeface="quote-cjk-patch"/>
                      </a:endParaRPr>
                    </a:p>
                  </a:txBody>
                  <a:tcPr marL="61536" marR="146514" marT="17582" marB="131863"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Databasen finns inte</a:t>
                      </a:r>
                    </a:p>
                  </a:txBody>
                  <a:tcPr marL="61536" marR="146514" marT="17582" marB="131863" anchor="ctr">
                    <a:lnL w="12700" cmpd="sng">
                      <a:noFill/>
                      <a:prstDash val="solid"/>
                    </a:lnL>
                    <a:lnR w="12700" cmpd="sng">
                      <a:noFill/>
                      <a:prstDash val="solid"/>
                    </a:lnR>
                    <a:lnT w="38100" cmpd="sng">
                      <a:noFill/>
                    </a:lnT>
                    <a:lnB w="9525"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Du måste skapa databasen först (Steg 7). Kontrollera att du skrivit namnet rätt.</a:t>
                      </a:r>
                    </a:p>
                  </a:txBody>
                  <a:tcPr marL="61536" marR="87908" marT="17582" marB="131863"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1841337477"/>
                  </a:ext>
                </a:extLst>
              </a:tr>
              <a:tr h="890355">
                <a:tc>
                  <a:txBody>
                    <a:bodyPr/>
                    <a:lstStyle/>
                    <a:p>
                      <a:pPr>
                        <a:lnSpc>
                          <a:spcPts val="1875"/>
                        </a:lnSpc>
                        <a:buNone/>
                      </a:pPr>
                      <a:r>
                        <a:rPr lang="sv-SE" sz="1800" b="1" cap="none" spc="0">
                          <a:solidFill>
                            <a:schemeClr val="tx1"/>
                          </a:solidFill>
                          <a:effectLst/>
                          <a:latin typeface="quote-cjk-patch"/>
                        </a:rPr>
                        <a:t>"USE statement is not supported"</a:t>
                      </a:r>
                      <a:endParaRPr lang="sv-SE" sz="1800" b="0" cap="none" spc="0">
                        <a:solidFill>
                          <a:schemeClr val="tx1"/>
                        </a:solidFill>
                        <a:effectLst/>
                        <a:latin typeface="quote-cjk-patch"/>
                      </a:endParaRPr>
                    </a:p>
                  </a:txBody>
                  <a:tcPr marL="61536" marR="146514" marT="17582" marB="131863"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a:t>
                      </a:r>
                    </a:p>
                  </a:txBody>
                  <a:tcPr marL="61536" marR="146514" marT="17582" marB="131863"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Kontrollera att du valt rätt databas i rullgardinsmenyn längst upp i frågefönstret.</a:t>
                      </a:r>
                    </a:p>
                  </a:txBody>
                  <a:tcPr marL="61536" marR="87908" marT="17582" marB="131863"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49943138"/>
                  </a:ext>
                </a:extLst>
              </a:tr>
              <a:tr h="560592">
                <a:tc>
                  <a:txBody>
                    <a:bodyPr/>
                    <a:lstStyle/>
                    <a:p>
                      <a:pPr>
                        <a:lnSpc>
                          <a:spcPts val="1875"/>
                        </a:lnSpc>
                        <a:buNone/>
                      </a:pPr>
                      <a:r>
                        <a:rPr lang="sv-SE" sz="1800" b="1" cap="none" spc="0">
                          <a:solidFill>
                            <a:schemeClr val="tx1"/>
                          </a:solidFill>
                          <a:effectLst/>
                          <a:latin typeface="quote-cjk-patch"/>
                        </a:rPr>
                        <a:t>"Permission denied"</a:t>
                      </a:r>
                      <a:endParaRPr lang="sv-SE" sz="1800" b="0" cap="none" spc="0">
                        <a:solidFill>
                          <a:schemeClr val="tx1"/>
                        </a:solidFill>
                        <a:effectLst/>
                        <a:latin typeface="quote-cjk-patch"/>
                      </a:endParaRPr>
                    </a:p>
                  </a:txBody>
                  <a:tcPr marL="61536" marR="146514" marT="17582" marB="131863"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Du har inte rättigheter</a:t>
                      </a:r>
                    </a:p>
                  </a:txBody>
                  <a:tcPr marL="61536" marR="146514" marT="17582" marB="131863"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Använd Windows-autentisering eller kontakta din administratör.</a:t>
                      </a:r>
                    </a:p>
                  </a:txBody>
                  <a:tcPr marL="61536" marR="87908" marT="17582" marB="131863"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3748319356"/>
                  </a:ext>
                </a:extLst>
              </a:tr>
              <a:tr h="890355">
                <a:tc>
                  <a:txBody>
                    <a:bodyPr/>
                    <a:lstStyle/>
                    <a:p>
                      <a:pPr>
                        <a:lnSpc>
                          <a:spcPts val="1875"/>
                        </a:lnSpc>
                        <a:buNone/>
                      </a:pPr>
                      <a:r>
                        <a:rPr lang="sv-SE" sz="1800" b="1" cap="none" spc="0">
                          <a:solidFill>
                            <a:schemeClr val="tx1"/>
                          </a:solidFill>
                          <a:effectLst/>
                          <a:latin typeface="quote-cjk-patch"/>
                        </a:rPr>
                        <a:t>"Object already exists"</a:t>
                      </a:r>
                      <a:endParaRPr lang="sv-SE" sz="1800" b="0" cap="none" spc="0">
                        <a:solidFill>
                          <a:schemeClr val="tx1"/>
                        </a:solidFill>
                        <a:effectLst/>
                        <a:latin typeface="quote-cjk-patch"/>
                      </a:endParaRPr>
                    </a:p>
                  </a:txBody>
                  <a:tcPr marL="61536" marR="146514" marT="17582" marB="131863"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Tabellen finns redan</a:t>
                      </a:r>
                    </a:p>
                  </a:txBody>
                  <a:tcPr marL="61536" marR="146514" marT="17582" marB="131863"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Det är lugnt! Skriptet tar bort och återskapar tabellerna. Det är safe att köra ändå.</a:t>
                      </a:r>
                    </a:p>
                  </a:txBody>
                  <a:tcPr marL="61536" marR="87908" marT="17582" marB="131863"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64317148"/>
                  </a:ext>
                </a:extLst>
              </a:tr>
              <a:tr h="560592">
                <a:tc>
                  <a:txBody>
                    <a:bodyPr/>
                    <a:lstStyle/>
                    <a:p>
                      <a:pPr>
                        <a:lnSpc>
                          <a:spcPts val="1875"/>
                        </a:lnSpc>
                        <a:buNone/>
                      </a:pPr>
                      <a:r>
                        <a:rPr lang="sv-SE" sz="1800" b="1" cap="none" spc="0">
                          <a:solidFill>
                            <a:schemeClr val="tx1"/>
                          </a:solidFill>
                          <a:effectLst/>
                          <a:latin typeface="quote-cjk-patch"/>
                        </a:rPr>
                        <a:t>Tabellerna syns inte</a:t>
                      </a:r>
                      <a:endParaRPr lang="sv-SE" sz="1800" b="0" cap="none" spc="0">
                        <a:solidFill>
                          <a:schemeClr val="tx1"/>
                        </a:solidFill>
                        <a:effectLst/>
                        <a:latin typeface="quote-cjk-patch"/>
                      </a:endParaRPr>
                    </a:p>
                  </a:txBody>
                  <a:tcPr marL="61536" marR="146514" marT="17582" marB="131863"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a:t>
                      </a:r>
                    </a:p>
                  </a:txBody>
                  <a:tcPr marL="61536" marR="146514" marT="17582" marB="131863"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Högerklicka på mappen "Tabeller" och välj "Uppdatera" (Refresh).</a:t>
                      </a:r>
                    </a:p>
                  </a:txBody>
                  <a:tcPr marL="61536" marR="87908" marT="17582" marB="131863"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3879394887"/>
                  </a:ext>
                </a:extLst>
              </a:tr>
              <a:tr h="832644">
                <a:tc>
                  <a:txBody>
                    <a:bodyPr/>
                    <a:lstStyle/>
                    <a:p>
                      <a:pPr>
                        <a:lnSpc>
                          <a:spcPts val="1875"/>
                        </a:lnSpc>
                        <a:buNone/>
                      </a:pPr>
                      <a:r>
                        <a:rPr lang="sv-SE" sz="1800" b="1" cap="none" spc="0">
                          <a:solidFill>
                            <a:schemeClr val="tx1"/>
                          </a:solidFill>
                          <a:effectLst/>
                          <a:latin typeface="quote-cjk-patch"/>
                        </a:rPr>
                        <a:t>Testa att visa data</a:t>
                      </a:r>
                      <a:endParaRPr lang="sv-SE" sz="1800" b="0" cap="none" spc="0">
                        <a:solidFill>
                          <a:schemeClr val="tx1"/>
                        </a:solidFill>
                        <a:effectLst/>
                        <a:latin typeface="quote-cjk-patch"/>
                      </a:endParaRPr>
                    </a:p>
                  </a:txBody>
                  <a:tcPr marL="61536" marR="146514" marT="17582" marB="131863"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a:t>
                      </a:r>
                    </a:p>
                  </a:txBody>
                  <a:tcPr marL="61536" marR="146514" marT="17582" marB="131863"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650"/>
                        </a:lnSpc>
                        <a:buNone/>
                      </a:pPr>
                      <a:r>
                        <a:rPr lang="sv-SE" sz="1800" b="0" cap="none" spc="0">
                          <a:solidFill>
                            <a:schemeClr val="tx1"/>
                          </a:solidFill>
                          <a:effectLst/>
                          <a:latin typeface="quote-cjk-patch"/>
                        </a:rPr>
                        <a:t>Högerklicka på </a:t>
                      </a:r>
                      <a:r>
                        <a:rPr lang="sv-SE" sz="1800" b="0" cap="none" spc="0">
                          <a:solidFill>
                            <a:schemeClr val="tx1"/>
                          </a:solidFill>
                          <a:effectLst/>
                          <a:latin typeface="Menlo"/>
                        </a:rPr>
                        <a:t>NetworkTrafficLogs</a:t>
                      </a:r>
                      <a:r>
                        <a:rPr lang="sv-SE" sz="1800" b="0" cap="none" spc="0">
                          <a:solidFill>
                            <a:schemeClr val="tx1"/>
                          </a:solidFill>
                          <a:effectLst/>
                          <a:latin typeface="quote-cjk-patch"/>
                        </a:rPr>
                        <a:t> → "Välj de 1000 första raderna". Du bör se 20 rader.</a:t>
                      </a:r>
                    </a:p>
                  </a:txBody>
                  <a:tcPr marL="61536" marR="87908" marT="17582" marB="131863"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615536011"/>
                  </a:ext>
                </a:extLst>
              </a:tr>
            </a:tbl>
          </a:graphicData>
        </a:graphic>
      </p:graphicFrame>
    </p:spTree>
    <p:extLst>
      <p:ext uri="{BB962C8B-B14F-4D97-AF65-F5344CB8AC3E}">
        <p14:creationId xmlns:p14="http://schemas.microsoft.com/office/powerpoint/2010/main" val="42814841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CA518DFB-9291-171A-A808-F8449B5741CC}"/>
              </a:ext>
            </a:extLst>
          </p:cNvPr>
          <p:cNvSpPr>
            <a:spLocks noGrp="1"/>
          </p:cNvSpPr>
          <p:nvPr>
            <p:ph type="title"/>
          </p:nvPr>
        </p:nvSpPr>
        <p:spPr>
          <a:xfrm>
            <a:off x="1137036" y="548640"/>
            <a:ext cx="9543405" cy="1188720"/>
          </a:xfrm>
        </p:spPr>
        <p:txBody>
          <a:bodyPr>
            <a:normAutofit/>
          </a:bodyPr>
          <a:lstStyle/>
          <a:p>
            <a:r>
              <a:rPr lang="sv-SE">
                <a:solidFill>
                  <a:schemeClr val="tx1">
                    <a:lumMod val="85000"/>
                    <a:lumOff val="15000"/>
                  </a:schemeClr>
                </a:solidFill>
                <a:ea typeface="+mj-lt"/>
                <a:cs typeface="+mj-lt"/>
              </a:rPr>
              <a:t>Steg 9: Träna ML-modell i Google Colab</a:t>
            </a:r>
            <a:endParaRPr lang="sv-SE">
              <a:solidFill>
                <a:schemeClr val="tx1">
                  <a:lumMod val="85000"/>
                  <a:lumOff val="15000"/>
                </a:schemeClr>
              </a:solidFill>
            </a:endParaRPr>
          </a:p>
        </p:txBody>
      </p:sp>
      <p:sp>
        <p:nvSpPr>
          <p:cNvPr id="3" name="Platshållare för innehåll 2">
            <a:extLst>
              <a:ext uri="{FF2B5EF4-FFF2-40B4-BE49-F238E27FC236}">
                <a16:creationId xmlns:a16="http://schemas.microsoft.com/office/drawing/2014/main" id="{EA48B3A1-ED06-CC92-A7AE-02136BE6FA3D}"/>
              </a:ext>
            </a:extLst>
          </p:cNvPr>
          <p:cNvSpPr>
            <a:spLocks noGrp="1"/>
          </p:cNvSpPr>
          <p:nvPr>
            <p:ph idx="1"/>
          </p:nvPr>
        </p:nvSpPr>
        <p:spPr>
          <a:xfrm>
            <a:off x="1957987" y="2431765"/>
            <a:ext cx="8276026" cy="3320031"/>
          </a:xfrm>
        </p:spPr>
        <p:txBody>
          <a:bodyPr vert="horz" lIns="91440" tIns="45720" rIns="91440" bIns="45720" rtlCol="0" anchor="ctr">
            <a:normAutofit/>
          </a:bodyPr>
          <a:lstStyle/>
          <a:p>
            <a:r>
              <a:rPr lang="sv-SE" sz="2000">
                <a:solidFill>
                  <a:schemeClr val="tx1">
                    <a:lumMod val="85000"/>
                    <a:lumOff val="15000"/>
                  </a:schemeClr>
                </a:solidFill>
                <a:highlight>
                  <a:srgbClr val="FFFFFF"/>
                </a:highlight>
                <a:ea typeface="+mn-lt"/>
                <a:cs typeface="+mn-lt"/>
              </a:rPr>
              <a:t>Google Colab är en </a:t>
            </a:r>
            <a:r>
              <a:rPr lang="sv-SE" sz="2000" b="1">
                <a:solidFill>
                  <a:schemeClr val="tx1">
                    <a:lumMod val="85000"/>
                    <a:lumOff val="15000"/>
                  </a:schemeClr>
                </a:solidFill>
                <a:highlight>
                  <a:srgbClr val="FFFFFF"/>
                </a:highlight>
                <a:ea typeface="+mn-lt"/>
                <a:cs typeface="+mn-lt"/>
              </a:rPr>
              <a:t>gratis online-verkstad</a:t>
            </a:r>
            <a:r>
              <a:rPr lang="sv-SE" sz="2000">
                <a:solidFill>
                  <a:schemeClr val="tx1">
                    <a:lumMod val="85000"/>
                    <a:lumOff val="15000"/>
                  </a:schemeClr>
                </a:solidFill>
                <a:highlight>
                  <a:srgbClr val="FFFFFF"/>
                </a:highlight>
                <a:ea typeface="+mn-lt"/>
                <a:cs typeface="+mn-lt"/>
              </a:rPr>
              <a:t> för att bygga AI-modeller. Det är som en anteckningsbok i webbläsaren där vi kan skriva och köra Python-kod utan att installera något på vår egen dator. Här kommer vi att bygga, träna och testa vår modell för att upptäcka nätverksattacker .</a:t>
            </a:r>
            <a:endParaRPr lang="sv-SE" sz="2000">
              <a:solidFill>
                <a:schemeClr val="tx1">
                  <a:lumMod val="85000"/>
                  <a:lumOff val="15000"/>
                </a:schemeClr>
              </a:solidFill>
              <a:ea typeface="+mn-lt"/>
              <a:cs typeface="+mn-lt"/>
            </a:endParaRPr>
          </a:p>
          <a:p>
            <a:r>
              <a:rPr lang="sv-SE" sz="2000" b="1">
                <a:solidFill>
                  <a:schemeClr val="tx1">
                    <a:lumMod val="85000"/>
                    <a:lumOff val="15000"/>
                  </a:schemeClr>
                </a:solidFill>
                <a:highlight>
                  <a:srgbClr val="FFFFFF"/>
                </a:highlight>
              </a:rPr>
              <a:t>Varför gör vi detta?</a:t>
            </a:r>
            <a:endParaRPr lang="sv-SE" sz="2000">
              <a:solidFill>
                <a:schemeClr val="tx1">
                  <a:lumMod val="85000"/>
                  <a:lumOff val="15000"/>
                </a:schemeClr>
              </a:solidFill>
            </a:endParaRPr>
          </a:p>
          <a:p>
            <a:r>
              <a:rPr lang="sv-SE" sz="2000">
                <a:solidFill>
                  <a:schemeClr val="tx1">
                    <a:lumMod val="85000"/>
                    <a:lumOff val="15000"/>
                  </a:schemeClr>
                </a:solidFill>
                <a:highlight>
                  <a:srgbClr val="FFFFFF"/>
                </a:highlight>
                <a:ea typeface="+mn-lt"/>
                <a:cs typeface="+mn-lt"/>
              </a:rPr>
              <a:t>För att skapa en tränad modell (en </a:t>
            </a:r>
            <a:r>
              <a:rPr lang="sv-SE" sz="2000">
                <a:solidFill>
                  <a:schemeClr val="tx1">
                    <a:lumMod val="85000"/>
                    <a:lumOff val="15000"/>
                  </a:schemeClr>
                </a:solidFill>
                <a:highlight>
                  <a:srgbClr val="EBEEF2"/>
                </a:highlight>
                <a:latin typeface="Consolas"/>
                <a:ea typeface="+mn-lt"/>
                <a:cs typeface="+mn-lt"/>
              </a:rPr>
              <a:t>.pkl</a:t>
            </a:r>
            <a:r>
              <a:rPr lang="sv-SE" sz="2000">
                <a:solidFill>
                  <a:schemeClr val="tx1">
                    <a:lumMod val="85000"/>
                    <a:lumOff val="15000"/>
                  </a:schemeClr>
                </a:solidFill>
                <a:highlight>
                  <a:srgbClr val="FFFFFF"/>
                </a:highlight>
                <a:ea typeface="+mn-lt"/>
                <a:cs typeface="+mn-lt"/>
              </a:rPr>
              <a:t>-fil) som kan känna igen mönster för nätverksattacker. Vi använder Colab för att utnyttja gratis beräkningskraft (GPU) och för att hålla träningsmiljön separerad från vår produktionsmiljö – precis som man gör i verkligheten .</a:t>
            </a:r>
            <a:endParaRPr lang="sv-SE" sz="2000">
              <a:solidFill>
                <a:schemeClr val="tx1">
                  <a:lumMod val="85000"/>
                  <a:lumOff val="15000"/>
                </a:schemeClr>
              </a:solidFill>
              <a:ea typeface="+mn-lt"/>
              <a:cs typeface="+mn-lt"/>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536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4B8FB0E1-A4F3-E296-09E3-9CB98F12250F}"/>
              </a:ext>
            </a:extLst>
          </p:cNvPr>
          <p:cNvSpPr>
            <a:spLocks noGrp="1"/>
          </p:cNvSpPr>
          <p:nvPr>
            <p:ph type="title"/>
          </p:nvPr>
        </p:nvSpPr>
        <p:spPr>
          <a:xfrm>
            <a:off x="-13150" y="137233"/>
            <a:ext cx="12207491" cy="949606"/>
          </a:xfrm>
        </p:spPr>
        <p:txBody>
          <a:bodyPr>
            <a:normAutofit fontScale="90000"/>
          </a:bodyPr>
          <a:lstStyle/>
          <a:p>
            <a:r>
              <a:rPr lang="sv-SE" dirty="0">
                <a:ea typeface="+mj-lt"/>
                <a:cs typeface="+mj-lt"/>
              </a:rPr>
              <a:t>Olika format för ML-modeller. </a:t>
            </a:r>
            <a:br>
              <a:rPr lang="sv-SE" dirty="0">
                <a:ea typeface="+mj-lt"/>
                <a:cs typeface="+mj-lt"/>
              </a:rPr>
            </a:br>
            <a:r>
              <a:rPr lang="sv-SE" sz="1800">
                <a:ea typeface="+mj-lt"/>
                <a:cs typeface="+mj-lt"/>
              </a:rPr>
              <a:t>För vårt projekt är .pkl med joblib perfekt – det är standard för scikit-learn, enkelt och fungerar utmärkt i vår Python-baserade pipeline</a:t>
            </a:r>
            <a:endParaRPr lang="sv-SE" sz="1800" dirty="0">
              <a:ea typeface="+mj-lt"/>
              <a:cs typeface="+mj-lt"/>
            </a:endParaRPr>
          </a:p>
        </p:txBody>
      </p:sp>
      <p:sp>
        <p:nvSpPr>
          <p:cNvPr id="14" name="Freeform: Shape 13">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E44C7E8C-6B15-9EF5-9019-965206CBEF77}"/>
              </a:ext>
            </a:extLst>
          </p:cNvPr>
          <p:cNvGraphicFramePr>
            <a:graphicFrameLocks noGrp="1"/>
          </p:cNvGraphicFramePr>
          <p:nvPr>
            <p:ph idx="1"/>
            <p:extLst>
              <p:ext uri="{D42A27DB-BD31-4B8C-83A1-F6EECF244321}">
                <p14:modId xmlns:p14="http://schemas.microsoft.com/office/powerpoint/2010/main" val="1507757784"/>
              </p:ext>
            </p:extLst>
          </p:nvPr>
        </p:nvGraphicFramePr>
        <p:xfrm>
          <a:off x="57509" y="1797169"/>
          <a:ext cx="12109366" cy="4999330"/>
        </p:xfrm>
        <a:graphic>
          <a:graphicData uri="http://schemas.openxmlformats.org/drawingml/2006/table">
            <a:tbl>
              <a:tblPr firstRow="1" bandRow="1">
                <a:tableStyleId>{5C22544A-7EE6-4342-B048-85BDC9FD1C3A}</a:tableStyleId>
              </a:tblPr>
              <a:tblGrid>
                <a:gridCol w="1539080">
                  <a:extLst>
                    <a:ext uri="{9D8B030D-6E8A-4147-A177-3AD203B41FA5}">
                      <a16:colId xmlns:a16="http://schemas.microsoft.com/office/drawing/2014/main" val="3471325966"/>
                    </a:ext>
                  </a:extLst>
                </a:gridCol>
                <a:gridCol w="1418295">
                  <a:extLst>
                    <a:ext uri="{9D8B030D-6E8A-4147-A177-3AD203B41FA5}">
                      <a16:colId xmlns:a16="http://schemas.microsoft.com/office/drawing/2014/main" val="700159438"/>
                    </a:ext>
                  </a:extLst>
                </a:gridCol>
                <a:gridCol w="2373994">
                  <a:extLst>
                    <a:ext uri="{9D8B030D-6E8A-4147-A177-3AD203B41FA5}">
                      <a16:colId xmlns:a16="http://schemas.microsoft.com/office/drawing/2014/main" val="3191982875"/>
                    </a:ext>
                  </a:extLst>
                </a:gridCol>
                <a:gridCol w="2962358">
                  <a:extLst>
                    <a:ext uri="{9D8B030D-6E8A-4147-A177-3AD203B41FA5}">
                      <a16:colId xmlns:a16="http://schemas.microsoft.com/office/drawing/2014/main" val="1131962688"/>
                    </a:ext>
                  </a:extLst>
                </a:gridCol>
                <a:gridCol w="2204335">
                  <a:extLst>
                    <a:ext uri="{9D8B030D-6E8A-4147-A177-3AD203B41FA5}">
                      <a16:colId xmlns:a16="http://schemas.microsoft.com/office/drawing/2014/main" val="223380444"/>
                    </a:ext>
                  </a:extLst>
                </a:gridCol>
                <a:gridCol w="1611304">
                  <a:extLst>
                    <a:ext uri="{9D8B030D-6E8A-4147-A177-3AD203B41FA5}">
                      <a16:colId xmlns:a16="http://schemas.microsoft.com/office/drawing/2014/main" val="3756579301"/>
                    </a:ext>
                  </a:extLst>
                </a:gridCol>
              </a:tblGrid>
              <a:tr h="730671">
                <a:tc>
                  <a:txBody>
                    <a:bodyPr/>
                    <a:lstStyle/>
                    <a:p>
                      <a:pPr algn="l">
                        <a:lnSpc>
                          <a:spcPts val="1875"/>
                        </a:lnSpc>
                        <a:buNone/>
                      </a:pPr>
                      <a:r>
                        <a:rPr lang="sv-SE" sz="1800" b="1">
                          <a:solidFill>
                            <a:schemeClr val="tx1"/>
                          </a:solidFill>
                          <a:effectLst/>
                          <a:latin typeface="quote-cjk-patch"/>
                        </a:rPr>
                        <a:t>Format</a:t>
                      </a:r>
                      <a:endParaRPr lang="sv-SE" sz="1800" b="0">
                        <a:solidFill>
                          <a:schemeClr val="tx1"/>
                        </a:solidFill>
                        <a:effectLst/>
                        <a:latin typeface="quote-cjk-patch"/>
                      </a:endParaRPr>
                    </a:p>
                  </a:txBody>
                  <a:tcPr marL="72637" marR="121061" marT="75663" marB="75663" anchor="ctr">
                    <a:lnL>
                      <a:noFill/>
                    </a:lnL>
                    <a:lnR>
                      <a:noFill/>
                    </a:lnR>
                    <a:lnT>
                      <a:noFill/>
                    </a:lnT>
                    <a:lnB>
                      <a:noFill/>
                    </a:lnB>
                    <a:solidFill>
                      <a:srgbClr val="FFFFFF"/>
                    </a:solidFill>
                  </a:tcPr>
                </a:tc>
                <a:tc>
                  <a:txBody>
                    <a:bodyPr/>
                    <a:lstStyle/>
                    <a:p>
                      <a:pPr algn="l">
                        <a:lnSpc>
                          <a:spcPts val="1875"/>
                        </a:lnSpc>
                        <a:buNone/>
                      </a:pPr>
                      <a:r>
                        <a:rPr lang="sv-SE" sz="1800" b="1">
                          <a:solidFill>
                            <a:schemeClr val="tx1"/>
                          </a:solidFill>
                          <a:effectLst/>
                          <a:latin typeface="quote-cjk-patch"/>
                        </a:rPr>
                        <a:t>Filändelse</a:t>
                      </a:r>
                      <a:endParaRPr lang="sv-SE" sz="1800" b="0">
                        <a:solidFill>
                          <a:schemeClr val="tx1"/>
                        </a:solidFill>
                        <a:effectLst/>
                        <a:latin typeface="quote-cjk-patch"/>
                      </a:endParaRPr>
                    </a:p>
                  </a:txBody>
                  <a:tcPr marL="121061" marR="121061" marT="75663" marB="75663" anchor="ctr">
                    <a:lnL>
                      <a:noFill/>
                    </a:lnL>
                    <a:lnR>
                      <a:noFill/>
                    </a:lnR>
                    <a:lnT>
                      <a:noFill/>
                    </a:lnT>
                    <a:lnB>
                      <a:noFill/>
                    </a:lnB>
                    <a:solidFill>
                      <a:srgbClr val="FFFFFF"/>
                    </a:solidFill>
                  </a:tcPr>
                </a:tc>
                <a:tc>
                  <a:txBody>
                    <a:bodyPr/>
                    <a:lstStyle/>
                    <a:p>
                      <a:pPr algn="l">
                        <a:lnSpc>
                          <a:spcPts val="1875"/>
                        </a:lnSpc>
                        <a:buNone/>
                      </a:pPr>
                      <a:r>
                        <a:rPr lang="sv-SE" sz="1800" b="1">
                          <a:solidFill>
                            <a:schemeClr val="tx1"/>
                          </a:solidFill>
                          <a:effectLst/>
                          <a:latin typeface="quote-cjk-patch"/>
                        </a:rPr>
                        <a:t>Vad är detta?</a:t>
                      </a:r>
                      <a:endParaRPr lang="sv-SE" sz="1800" b="0">
                        <a:solidFill>
                          <a:schemeClr val="tx1"/>
                        </a:solidFill>
                        <a:effectLst/>
                        <a:latin typeface="quote-cjk-patch"/>
                      </a:endParaRPr>
                    </a:p>
                  </a:txBody>
                  <a:tcPr marL="121061" marR="121061" marT="75663" marB="75663" anchor="ctr">
                    <a:lnL>
                      <a:noFill/>
                    </a:lnL>
                    <a:lnR>
                      <a:noFill/>
                    </a:lnR>
                    <a:lnT>
                      <a:noFill/>
                    </a:lnT>
                    <a:lnB>
                      <a:noFill/>
                    </a:lnB>
                    <a:solidFill>
                      <a:srgbClr val="FFFFFF"/>
                    </a:solidFill>
                  </a:tcPr>
                </a:tc>
                <a:tc>
                  <a:txBody>
                    <a:bodyPr/>
                    <a:lstStyle/>
                    <a:p>
                      <a:pPr algn="l">
                        <a:lnSpc>
                          <a:spcPts val="1875"/>
                        </a:lnSpc>
                        <a:buNone/>
                      </a:pPr>
                      <a:r>
                        <a:rPr lang="sv-SE" sz="1800" b="1">
                          <a:solidFill>
                            <a:schemeClr val="tx1"/>
                          </a:solidFill>
                          <a:effectLst/>
                          <a:latin typeface="quote-cjk-patch"/>
                        </a:rPr>
                        <a:t>Fördelar</a:t>
                      </a:r>
                      <a:endParaRPr lang="sv-SE" sz="1800" b="0">
                        <a:solidFill>
                          <a:schemeClr val="tx1"/>
                        </a:solidFill>
                        <a:effectLst/>
                        <a:latin typeface="quote-cjk-patch"/>
                      </a:endParaRPr>
                    </a:p>
                  </a:txBody>
                  <a:tcPr marL="121061" marR="121061" marT="75663" marB="75663" anchor="ctr">
                    <a:lnL>
                      <a:noFill/>
                    </a:lnL>
                    <a:lnR>
                      <a:noFill/>
                    </a:lnR>
                    <a:lnT>
                      <a:noFill/>
                    </a:lnT>
                    <a:lnB>
                      <a:noFill/>
                    </a:lnB>
                    <a:solidFill>
                      <a:srgbClr val="FFFFFF"/>
                    </a:solidFill>
                  </a:tcPr>
                </a:tc>
                <a:tc>
                  <a:txBody>
                    <a:bodyPr/>
                    <a:lstStyle/>
                    <a:p>
                      <a:pPr algn="l">
                        <a:lnSpc>
                          <a:spcPts val="1875"/>
                        </a:lnSpc>
                        <a:buNone/>
                      </a:pPr>
                      <a:r>
                        <a:rPr lang="sv-SE" sz="1800" b="1">
                          <a:solidFill>
                            <a:schemeClr val="tx1"/>
                          </a:solidFill>
                          <a:effectLst/>
                          <a:latin typeface="quote-cjk-patch"/>
                        </a:rPr>
                        <a:t>Nackdelar</a:t>
                      </a:r>
                      <a:endParaRPr lang="sv-SE" sz="1800" b="0">
                        <a:solidFill>
                          <a:schemeClr val="tx1"/>
                        </a:solidFill>
                        <a:effectLst/>
                        <a:latin typeface="quote-cjk-patch"/>
                      </a:endParaRPr>
                    </a:p>
                  </a:txBody>
                  <a:tcPr marL="121061" marR="121061" marT="75663" marB="75663" anchor="ctr">
                    <a:lnL>
                      <a:noFill/>
                    </a:lnL>
                    <a:lnR>
                      <a:noFill/>
                    </a:lnR>
                    <a:lnT>
                      <a:noFill/>
                    </a:lnT>
                    <a:lnB>
                      <a:noFill/>
                    </a:lnB>
                    <a:solidFill>
                      <a:srgbClr val="FFFFFF"/>
                    </a:solidFill>
                  </a:tcPr>
                </a:tc>
                <a:tc>
                  <a:txBody>
                    <a:bodyPr/>
                    <a:lstStyle/>
                    <a:p>
                      <a:pPr algn="l">
                        <a:lnSpc>
                          <a:spcPts val="1875"/>
                        </a:lnSpc>
                        <a:buNone/>
                      </a:pPr>
                      <a:r>
                        <a:rPr lang="sv-SE" sz="1800" b="1">
                          <a:solidFill>
                            <a:schemeClr val="tx1"/>
                          </a:solidFill>
                          <a:effectLst/>
                          <a:latin typeface="quote-cjk-patch"/>
                        </a:rPr>
                        <a:t>När använder vi?</a:t>
                      </a:r>
                      <a:endParaRPr lang="sv-SE" sz="1800" b="0">
                        <a:solidFill>
                          <a:schemeClr val="tx1"/>
                        </a:solidFill>
                        <a:effectLst/>
                        <a:latin typeface="quote-cjk-patch"/>
                      </a:endParaRPr>
                    </a:p>
                  </a:txBody>
                  <a:tcPr marL="121061" marR="121061" marT="75663" marB="75663" anchor="ctr">
                    <a:lnL>
                      <a:noFill/>
                    </a:lnL>
                    <a:lnR>
                      <a:noFill/>
                    </a:lnR>
                    <a:lnT>
                      <a:noFill/>
                    </a:lnT>
                    <a:lnB>
                      <a:noFill/>
                    </a:lnB>
                    <a:solidFill>
                      <a:srgbClr val="FFFFFF"/>
                    </a:solidFill>
                  </a:tcPr>
                </a:tc>
                <a:extLst>
                  <a:ext uri="{0D108BD9-81ED-4DB2-BD59-A6C34878D82A}">
                    <a16:rowId xmlns:a16="http://schemas.microsoft.com/office/drawing/2014/main" val="1635370622"/>
                  </a:ext>
                </a:extLst>
              </a:tr>
              <a:tr h="1269061">
                <a:tc>
                  <a:txBody>
                    <a:bodyPr/>
                    <a:lstStyle/>
                    <a:p>
                      <a:pPr>
                        <a:lnSpc>
                          <a:spcPts val="1875"/>
                        </a:lnSpc>
                        <a:buNone/>
                      </a:pPr>
                      <a:r>
                        <a:rPr lang="sv-SE" sz="1800" b="1">
                          <a:effectLst/>
                          <a:latin typeface="quote-cjk-patch"/>
                        </a:rPr>
                        <a:t>Pickle/Joblib</a:t>
                      </a:r>
                      <a:endParaRPr lang="sv-SE" sz="1800" b="0">
                        <a:effectLst/>
                        <a:latin typeface="quote-cjk-patch"/>
                      </a:endParaRPr>
                    </a:p>
                  </a:txBody>
                  <a:tcPr marL="72637" marR="121061" marT="75663" marB="75663" anchor="ctr">
                    <a:lnL>
                      <a:noFill/>
                    </a:lnL>
                    <a:lnR>
                      <a:noFill/>
                    </a:lnR>
                    <a:lnT>
                      <a:noFill/>
                    </a:lnT>
                    <a:lnB>
                      <a:noFill/>
                    </a:lnB>
                    <a:solidFill>
                      <a:srgbClr val="FFFFFF"/>
                    </a:solidFill>
                  </a:tcPr>
                </a:tc>
                <a:tc>
                  <a:txBody>
                    <a:bodyPr/>
                    <a:lstStyle/>
                    <a:p>
                      <a:pPr>
                        <a:lnSpc>
                          <a:spcPts val="1650"/>
                        </a:lnSpc>
                        <a:buNone/>
                      </a:pPr>
                      <a:r>
                        <a:rPr lang="sv-SE" sz="1800" b="0">
                          <a:effectLst/>
                          <a:latin typeface="Menlo"/>
                        </a:rPr>
                        <a:t>.pkl</a:t>
                      </a:r>
                      <a:r>
                        <a:rPr lang="sv-SE" sz="1800" b="0">
                          <a:effectLst/>
                          <a:latin typeface="quote-cjk-patch"/>
                        </a:rPr>
                        <a:t>, </a:t>
                      </a:r>
                      <a:r>
                        <a:rPr lang="sv-SE" sz="1800" b="0">
                          <a:effectLst/>
                          <a:latin typeface="Menlo"/>
                        </a:rPr>
                        <a:t>.joblib</a:t>
                      </a:r>
                      <a:endParaRPr lang="sv-SE" sz="1800" b="0">
                        <a:effectLst/>
                        <a:latin typeface="quote-cjk-patch"/>
                      </a:endParaRP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Pythons "inbyggda fryspåse" – sparar exakt det tränade objektet</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Enklast för nybörjare</a:t>
                      </a:r>
                      <a:br>
                        <a:rPr lang="sv-SE" sz="1800" b="0" dirty="0">
                          <a:effectLst/>
                          <a:latin typeface="quote-cjk-patch"/>
                        </a:rPr>
                      </a:br>
                      <a:r>
                        <a:rPr lang="sv-SE" sz="1800" b="0">
                          <a:effectLst/>
                          <a:latin typeface="quote-cjk-patch"/>
                        </a:rPr>
                        <a:t>✅ Snabbt att spara/ladda</a:t>
                      </a:r>
                      <a:br>
                        <a:rPr lang="sv-SE" sz="1800" b="0" dirty="0">
                          <a:effectLst/>
                          <a:latin typeface="quote-cjk-patch"/>
                        </a:rPr>
                      </a:br>
                      <a:r>
                        <a:rPr lang="sv-SE" sz="1800" b="0">
                          <a:effectLst/>
                          <a:latin typeface="quote-cjk-patch"/>
                        </a:rPr>
                        <a:t>✅ Inget extra att installera</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Bara för Python</a:t>
                      </a:r>
                      <a:br>
                        <a:rPr lang="sv-SE" sz="1800" b="0" dirty="0">
                          <a:effectLst/>
                          <a:latin typeface="quote-cjk-patch"/>
                        </a:rPr>
                      </a:br>
                      <a:r>
                        <a:rPr lang="sv-SE" sz="1800" b="0">
                          <a:effectLst/>
                          <a:latin typeface="quote-cjk-patch"/>
                        </a:rPr>
                        <a:t>⚠️ Säkerhetsrisk med okända filer</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1">
                          <a:effectLst/>
                          <a:latin typeface="quote-cjk-patch"/>
                        </a:rPr>
                        <a:t>Vårt val!</a:t>
                      </a:r>
                      <a:r>
                        <a:rPr lang="sv-SE" sz="1800" b="0">
                          <a:effectLst/>
                          <a:latin typeface="quote-cjk-patch"/>
                        </a:rPr>
                        <a:t> Perfekt för Python-projekt</a:t>
                      </a:r>
                    </a:p>
                  </a:txBody>
                  <a:tcPr marL="121061" marR="72637" marT="75663" marB="75663" anchor="ctr">
                    <a:lnL>
                      <a:noFill/>
                    </a:lnL>
                    <a:lnR>
                      <a:noFill/>
                    </a:lnR>
                    <a:lnT>
                      <a:noFill/>
                    </a:lnT>
                    <a:lnB>
                      <a:noFill/>
                    </a:lnB>
                    <a:solidFill>
                      <a:srgbClr val="FFFFFF"/>
                    </a:solidFill>
                  </a:tcPr>
                </a:tc>
                <a:extLst>
                  <a:ext uri="{0D108BD9-81ED-4DB2-BD59-A6C34878D82A}">
                    <a16:rowId xmlns:a16="http://schemas.microsoft.com/office/drawing/2014/main" val="4241109143"/>
                  </a:ext>
                </a:extLst>
              </a:tr>
              <a:tr h="1269061">
                <a:tc>
                  <a:txBody>
                    <a:bodyPr/>
                    <a:lstStyle/>
                    <a:p>
                      <a:pPr>
                        <a:lnSpc>
                          <a:spcPts val="1875"/>
                        </a:lnSpc>
                        <a:buNone/>
                      </a:pPr>
                      <a:r>
                        <a:rPr lang="sv-SE" sz="1800" b="1">
                          <a:effectLst/>
                          <a:latin typeface="quote-cjk-patch"/>
                        </a:rPr>
                        <a:t>ONNX</a:t>
                      </a:r>
                      <a:endParaRPr lang="sv-SE" sz="1800" b="0">
                        <a:effectLst/>
                        <a:latin typeface="quote-cjk-patch"/>
                      </a:endParaRPr>
                    </a:p>
                  </a:txBody>
                  <a:tcPr marL="72637" marR="121061" marT="75663" marB="75663" anchor="ctr">
                    <a:lnL>
                      <a:noFill/>
                    </a:lnL>
                    <a:lnR>
                      <a:noFill/>
                    </a:lnR>
                    <a:lnT>
                      <a:noFill/>
                    </a:lnT>
                    <a:lnB>
                      <a:noFill/>
                    </a:lnB>
                    <a:solidFill>
                      <a:srgbClr val="FFFFFF"/>
                    </a:solidFill>
                  </a:tcPr>
                </a:tc>
                <a:tc>
                  <a:txBody>
                    <a:bodyPr/>
                    <a:lstStyle/>
                    <a:p>
                      <a:pPr>
                        <a:lnSpc>
                          <a:spcPts val="1650"/>
                        </a:lnSpc>
                        <a:buNone/>
                      </a:pPr>
                      <a:r>
                        <a:rPr lang="sv-SE" sz="1800" b="0">
                          <a:effectLst/>
                          <a:latin typeface="Menlo"/>
                        </a:rPr>
                        <a:t>.onnx</a:t>
                      </a:r>
                      <a:endParaRPr lang="sv-SE" sz="1800" b="0">
                        <a:effectLst/>
                        <a:latin typeface="quote-cjk-patch"/>
                      </a:endParaRP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"Universalkontakten" – fungerar med olika språk</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Fungerar i C#, Java, Python</a:t>
                      </a:r>
                      <a:br>
                        <a:rPr lang="sv-SE" sz="1800" b="0" dirty="0">
                          <a:effectLst/>
                          <a:latin typeface="quote-cjk-patch"/>
                        </a:rPr>
                      </a:br>
                      <a:r>
                        <a:rPr lang="sv-SE" sz="1800" b="0">
                          <a:effectLst/>
                          <a:latin typeface="quote-cjk-patch"/>
                        </a:rPr>
                        <a:t>✅ Optimerad för prediktion</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Krångligare för nybörjare</a:t>
                      </a:r>
                      <a:br>
                        <a:rPr lang="sv-SE" sz="1800" b="0" dirty="0">
                          <a:effectLst/>
                          <a:latin typeface="quote-cjk-patch"/>
                        </a:rPr>
                      </a:br>
                      <a:r>
                        <a:rPr lang="sv-SE" sz="1800" b="0">
                          <a:effectLst/>
                          <a:latin typeface="quote-cjk-patch"/>
                        </a:rPr>
                        <a:t>⚠️ Alla modeller stöds inte</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När modellen ska köras i andra språk</a:t>
                      </a:r>
                    </a:p>
                  </a:txBody>
                  <a:tcPr marL="121061" marR="72637" marT="75663" marB="75663" anchor="ctr">
                    <a:lnL>
                      <a:noFill/>
                    </a:lnL>
                    <a:lnR>
                      <a:noFill/>
                    </a:lnR>
                    <a:lnT>
                      <a:noFill/>
                    </a:lnT>
                    <a:lnB>
                      <a:noFill/>
                    </a:lnB>
                    <a:solidFill>
                      <a:srgbClr val="FFFFFF"/>
                    </a:solidFill>
                  </a:tcPr>
                </a:tc>
                <a:extLst>
                  <a:ext uri="{0D108BD9-81ED-4DB2-BD59-A6C34878D82A}">
                    <a16:rowId xmlns:a16="http://schemas.microsoft.com/office/drawing/2014/main" val="3691958512"/>
                  </a:ext>
                </a:extLst>
              </a:tr>
              <a:tr h="999866">
                <a:tc>
                  <a:txBody>
                    <a:bodyPr/>
                    <a:lstStyle/>
                    <a:p>
                      <a:pPr>
                        <a:lnSpc>
                          <a:spcPts val="1875"/>
                        </a:lnSpc>
                        <a:buNone/>
                      </a:pPr>
                      <a:r>
                        <a:rPr lang="sv-SE" sz="1800" b="1">
                          <a:effectLst/>
                          <a:latin typeface="quote-cjk-patch"/>
                        </a:rPr>
                        <a:t>TensorFlow SavedModel</a:t>
                      </a:r>
                      <a:endParaRPr lang="sv-SE" sz="1800" b="0">
                        <a:effectLst/>
                        <a:latin typeface="quote-cjk-patch"/>
                      </a:endParaRPr>
                    </a:p>
                  </a:txBody>
                  <a:tcPr marL="72637"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Mapp med flera filer</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TensorFlows eget format för djupinlärning</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Sparar allt (modell + vikter)</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Bara för TensorFlow</a:t>
                      </a:r>
                      <a:br>
                        <a:rPr lang="sv-SE" sz="1800" b="0" dirty="0">
                          <a:effectLst/>
                          <a:latin typeface="quote-cjk-patch"/>
                        </a:rPr>
                      </a:br>
                      <a:r>
                        <a:rPr lang="sv-SE" sz="1800" b="0">
                          <a:effectLst/>
                          <a:latin typeface="quote-cjk-patch"/>
                        </a:rPr>
                        <a:t>⚠️ Större filer</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Avancerad djupinlärning</a:t>
                      </a:r>
                    </a:p>
                  </a:txBody>
                  <a:tcPr marL="121061" marR="72637" marT="75663" marB="75663" anchor="ctr">
                    <a:lnL>
                      <a:noFill/>
                    </a:lnL>
                    <a:lnR>
                      <a:noFill/>
                    </a:lnR>
                    <a:lnT>
                      <a:noFill/>
                    </a:lnT>
                    <a:lnB>
                      <a:noFill/>
                    </a:lnB>
                    <a:solidFill>
                      <a:srgbClr val="FFFFFF"/>
                    </a:solidFill>
                  </a:tcPr>
                </a:tc>
                <a:extLst>
                  <a:ext uri="{0D108BD9-81ED-4DB2-BD59-A6C34878D82A}">
                    <a16:rowId xmlns:a16="http://schemas.microsoft.com/office/drawing/2014/main" val="1907145603"/>
                  </a:ext>
                </a:extLst>
              </a:tr>
              <a:tr h="730671">
                <a:tc>
                  <a:txBody>
                    <a:bodyPr/>
                    <a:lstStyle/>
                    <a:p>
                      <a:pPr>
                        <a:lnSpc>
                          <a:spcPts val="1875"/>
                        </a:lnSpc>
                        <a:buNone/>
                      </a:pPr>
                      <a:r>
                        <a:rPr lang="sv-SE" sz="1800" b="1">
                          <a:effectLst/>
                          <a:latin typeface="quote-cjk-patch"/>
                        </a:rPr>
                        <a:t>PyTorch</a:t>
                      </a:r>
                      <a:endParaRPr lang="sv-SE" sz="1800" b="0">
                        <a:effectLst/>
                        <a:latin typeface="quote-cjk-patch"/>
                      </a:endParaRPr>
                    </a:p>
                  </a:txBody>
                  <a:tcPr marL="72637" marR="121061" marT="75663" marB="75663" anchor="ctr">
                    <a:lnL>
                      <a:noFill/>
                    </a:lnL>
                    <a:lnR>
                      <a:noFill/>
                    </a:lnR>
                    <a:lnT>
                      <a:noFill/>
                    </a:lnT>
                    <a:lnB>
                      <a:noFill/>
                    </a:lnB>
                    <a:solidFill>
                      <a:srgbClr val="FFFFFF"/>
                    </a:solidFill>
                  </a:tcPr>
                </a:tc>
                <a:tc>
                  <a:txBody>
                    <a:bodyPr/>
                    <a:lstStyle/>
                    <a:p>
                      <a:pPr>
                        <a:lnSpc>
                          <a:spcPts val="1650"/>
                        </a:lnSpc>
                        <a:buNone/>
                      </a:pPr>
                      <a:r>
                        <a:rPr lang="sv-SE" sz="1800" b="0">
                          <a:effectLst/>
                          <a:latin typeface="Menlo"/>
                        </a:rPr>
                        <a:t>.pt</a:t>
                      </a:r>
                      <a:r>
                        <a:rPr lang="sv-SE" sz="1800" b="0">
                          <a:effectLst/>
                          <a:latin typeface="quote-cjk-patch"/>
                        </a:rPr>
                        <a:t>, </a:t>
                      </a:r>
                      <a:r>
                        <a:rPr lang="sv-SE" sz="1800" b="0">
                          <a:effectLst/>
                          <a:latin typeface="Menlo"/>
                        </a:rPr>
                        <a:t>.pth</a:t>
                      </a:r>
                      <a:endParaRPr lang="sv-SE" sz="1800" b="0">
                        <a:effectLst/>
                        <a:latin typeface="quote-cjk-patch"/>
                      </a:endParaRP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PyTorchs format</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Bra för forskning</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 Bara för PyTorch</a:t>
                      </a:r>
                    </a:p>
                  </a:txBody>
                  <a:tcPr marL="121061" marR="121061" marT="75663" marB="75663"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Akademiska projekt</a:t>
                      </a:r>
                    </a:p>
                  </a:txBody>
                  <a:tcPr marL="121061" marR="72637" marT="75663" marB="75663" anchor="ctr">
                    <a:lnL>
                      <a:noFill/>
                    </a:lnL>
                    <a:lnR>
                      <a:noFill/>
                    </a:lnR>
                    <a:lnT>
                      <a:noFill/>
                    </a:lnT>
                    <a:lnB>
                      <a:noFill/>
                    </a:lnB>
                    <a:solidFill>
                      <a:srgbClr val="FFFFFF"/>
                    </a:solidFill>
                  </a:tcPr>
                </a:tc>
                <a:extLst>
                  <a:ext uri="{0D108BD9-81ED-4DB2-BD59-A6C34878D82A}">
                    <a16:rowId xmlns:a16="http://schemas.microsoft.com/office/drawing/2014/main" val="3111856614"/>
                  </a:ext>
                </a:extLst>
              </a:tr>
            </a:tbl>
          </a:graphicData>
        </a:graphic>
      </p:graphicFrame>
    </p:spTree>
    <p:extLst>
      <p:ext uri="{BB962C8B-B14F-4D97-AF65-F5344CB8AC3E}">
        <p14:creationId xmlns:p14="http://schemas.microsoft.com/office/powerpoint/2010/main" val="249983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6BBECE70-835D-206A-A61B-25BA6E6F9561}"/>
              </a:ext>
            </a:extLst>
          </p:cNvPr>
          <p:cNvGraphicFramePr>
            <a:graphicFrameLocks noGrp="1"/>
          </p:cNvGraphicFramePr>
          <p:nvPr>
            <p:ph idx="1"/>
            <p:extLst>
              <p:ext uri="{D42A27DB-BD31-4B8C-83A1-F6EECF244321}">
                <p14:modId xmlns:p14="http://schemas.microsoft.com/office/powerpoint/2010/main" val="2467231250"/>
              </p:ext>
            </p:extLst>
          </p:nvPr>
        </p:nvGraphicFramePr>
        <p:xfrm>
          <a:off x="11502" y="5835"/>
          <a:ext cx="12202023" cy="6390132"/>
        </p:xfrm>
        <a:graphic>
          <a:graphicData uri="http://schemas.openxmlformats.org/drawingml/2006/table">
            <a:tbl>
              <a:tblPr firstRow="1" bandRow="1">
                <a:solidFill>
                  <a:schemeClr val="tx1">
                    <a:lumMod val="75000"/>
                    <a:lumOff val="25000"/>
                  </a:schemeClr>
                </a:solidFill>
                <a:tableStyleId>{5C22544A-7EE6-4342-B048-85BDC9FD1C3A}</a:tableStyleId>
              </a:tblPr>
              <a:tblGrid>
                <a:gridCol w="897378">
                  <a:extLst>
                    <a:ext uri="{9D8B030D-6E8A-4147-A177-3AD203B41FA5}">
                      <a16:colId xmlns:a16="http://schemas.microsoft.com/office/drawing/2014/main" val="2694923699"/>
                    </a:ext>
                  </a:extLst>
                </a:gridCol>
                <a:gridCol w="1963118">
                  <a:extLst>
                    <a:ext uri="{9D8B030D-6E8A-4147-A177-3AD203B41FA5}">
                      <a16:colId xmlns:a16="http://schemas.microsoft.com/office/drawing/2014/main" val="2622408359"/>
                    </a:ext>
                  </a:extLst>
                </a:gridCol>
                <a:gridCol w="9341527">
                  <a:extLst>
                    <a:ext uri="{9D8B030D-6E8A-4147-A177-3AD203B41FA5}">
                      <a16:colId xmlns:a16="http://schemas.microsoft.com/office/drawing/2014/main" val="1070662558"/>
                    </a:ext>
                  </a:extLst>
                </a:gridCol>
              </a:tblGrid>
              <a:tr h="192809">
                <a:tc>
                  <a:txBody>
                    <a:bodyPr/>
                    <a:lstStyle/>
                    <a:p>
                      <a:pPr algn="l">
                        <a:lnSpc>
                          <a:spcPts val="1875"/>
                        </a:lnSpc>
                        <a:buNone/>
                      </a:pPr>
                      <a:r>
                        <a:rPr lang="sv-SE" sz="1800" b="1" cap="none" spc="0">
                          <a:solidFill>
                            <a:schemeClr val="bg1"/>
                          </a:solidFill>
                          <a:effectLst/>
                          <a:latin typeface="quote-cjk-patch"/>
                        </a:rPr>
                        <a:t>Steg</a:t>
                      </a:r>
                    </a:p>
                  </a:txBody>
                  <a:tcPr marL="78628" marR="100805" marT="0" marB="0"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1800" b="1" cap="none" spc="0">
                          <a:solidFill>
                            <a:schemeClr val="bg1"/>
                          </a:solidFill>
                          <a:effectLst/>
                          <a:latin typeface="quote-cjk-patch"/>
                        </a:rPr>
                        <a:t>Vad ska du göra?</a:t>
                      </a:r>
                    </a:p>
                  </a:txBody>
                  <a:tcPr marL="78628" marR="100805" marT="0" marB="0"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1800" b="1" cap="none" spc="0">
                          <a:solidFill>
                            <a:schemeClr val="bg1"/>
                          </a:solidFill>
                          <a:effectLst/>
                          <a:latin typeface="quote-cjk-patch"/>
                        </a:rPr>
                        <a:t>Instruktioner (anpassat för nybörjare)</a:t>
                      </a:r>
                    </a:p>
                  </a:txBody>
                  <a:tcPr marL="78628" marR="100805" marT="0" marB="0"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94567202"/>
                  </a:ext>
                </a:extLst>
              </a:tr>
              <a:tr h="192809">
                <a:tc>
                  <a:txBody>
                    <a:bodyPr/>
                    <a:lstStyle/>
                    <a:p>
                      <a:pPr>
                        <a:lnSpc>
                          <a:spcPts val="1875"/>
                        </a:lnSpc>
                        <a:buNone/>
                      </a:pPr>
                      <a:r>
                        <a:rPr lang="sv-SE" sz="1300" b="1" cap="none" spc="0">
                          <a:solidFill>
                            <a:schemeClr val="bg1"/>
                          </a:solidFill>
                          <a:effectLst/>
                          <a:latin typeface="quote-cjk-patch"/>
                        </a:rPr>
                        <a:t>1</a:t>
                      </a:r>
                      <a:endParaRPr lang="sv-SE" sz="1300" b="0" cap="none" spc="0">
                        <a:solidFill>
                          <a:schemeClr val="bg1"/>
                        </a:solidFill>
                        <a:effectLst/>
                        <a:latin typeface="quote-cjk-patch"/>
                      </a:endParaRPr>
                    </a:p>
                  </a:txBody>
                  <a:tcPr marL="78628" marR="100805" marT="0" marB="0" anchor="ctr">
                    <a:lnL w="38100" cap="flat" cmpd="sng" algn="ctr">
                      <a:no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1" cap="none" spc="0">
                          <a:solidFill>
                            <a:schemeClr val="bg1"/>
                          </a:solidFill>
                          <a:effectLst/>
                          <a:latin typeface="quote-cjk-patch"/>
                        </a:rPr>
                        <a:t>Öppna Google Colab</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0" cap="none" spc="0">
                          <a:solidFill>
                            <a:schemeClr val="bg1"/>
                          </a:solidFill>
                          <a:effectLst/>
                          <a:latin typeface="quote-cjk-patch"/>
                        </a:rPr>
                        <a:t>Gå till </a:t>
                      </a:r>
                      <a:r>
                        <a:rPr lang="sv-SE" sz="1300" b="0" u="none" strike="noStrike" cap="none" spc="0" dirty="0">
                          <a:solidFill>
                            <a:schemeClr val="bg1"/>
                          </a:solidFill>
                          <a:effectLst/>
                          <a:latin typeface="quote-cjk-patch"/>
                          <a:hlinkClick r:id="rId2">
                            <a:extLst>
                              <a:ext uri="{A12FA001-AC4F-418D-AE19-62706E023703}">
                                <ahyp:hlinkClr xmlns:ahyp="http://schemas.microsoft.com/office/drawing/2018/hyperlinkcolor" val="tx"/>
                              </a:ext>
                            </a:extLst>
                          </a:hlinkClick>
                        </a:rPr>
                        <a:t>colab.research.google.com</a:t>
                      </a:r>
                      <a:r>
                        <a:rPr lang="sv-SE" sz="1300" b="0" cap="none" spc="0">
                          <a:solidFill>
                            <a:schemeClr val="bg1"/>
                          </a:solidFill>
                          <a:effectLst/>
                          <a:latin typeface="quote-cjk-patch"/>
                        </a:rPr>
                        <a:t> i din webbläsare. Logga in med ditt Google-konto.</a:t>
                      </a:r>
                    </a:p>
                  </a:txBody>
                  <a:tcPr marL="78628" marR="100805" marT="0" marB="0" anchor="ctr">
                    <a:lnL w="6350" cap="flat" cmpd="sng" algn="ctr">
                      <a:solidFill>
                        <a:schemeClr val="tx1">
                          <a:lumMod val="50000"/>
                          <a:lumOff val="50000"/>
                        </a:schemeClr>
                      </a:solidFill>
                      <a:prstDash val="solid"/>
                    </a:lnL>
                    <a:lnR w="38100" cap="flat" cmpd="sng" algn="ctr">
                      <a:no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923999918"/>
                  </a:ext>
                </a:extLst>
              </a:tr>
              <a:tr h="192809">
                <a:tc>
                  <a:txBody>
                    <a:bodyPr/>
                    <a:lstStyle/>
                    <a:p>
                      <a:pPr>
                        <a:lnSpc>
                          <a:spcPts val="1875"/>
                        </a:lnSpc>
                        <a:buNone/>
                      </a:pPr>
                      <a:r>
                        <a:rPr lang="sv-SE" sz="1300" b="1" cap="none" spc="0">
                          <a:solidFill>
                            <a:schemeClr val="bg1"/>
                          </a:solidFill>
                          <a:effectLst/>
                          <a:latin typeface="quote-cjk-patch"/>
                        </a:rPr>
                        <a:t>2</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1" cap="none" spc="0">
                          <a:solidFill>
                            <a:schemeClr val="bg1"/>
                          </a:solidFill>
                          <a:effectLst/>
                          <a:latin typeface="quote-cjk-patch"/>
                        </a:rPr>
                        <a:t>Skapa ny anteckningsbok</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0" cap="none" spc="0">
                          <a:solidFill>
                            <a:schemeClr val="bg1"/>
                          </a:solidFill>
                          <a:effectLst/>
                          <a:latin typeface="quote-cjk-patch"/>
                        </a:rPr>
                        <a:t>Klicka på </a:t>
                      </a:r>
                      <a:r>
                        <a:rPr lang="sv-SE" sz="1300" b="1" cap="none" spc="0">
                          <a:solidFill>
                            <a:schemeClr val="bg1"/>
                          </a:solidFill>
                          <a:effectLst/>
                          <a:latin typeface="quote-cjk-patch"/>
                        </a:rPr>
                        <a:t>"Ny anteckningsbok"</a:t>
                      </a:r>
                      <a:r>
                        <a:rPr lang="sv-SE" sz="1300" b="0" cap="none" spc="0">
                          <a:solidFill>
                            <a:schemeClr val="bg1"/>
                          </a:solidFill>
                          <a:effectLst/>
                          <a:latin typeface="quote-cjk-patch"/>
                        </a:rPr>
                        <a:t> (New Notebook). En ny flik öppnas med en tom arbetsyta.</a:t>
                      </a:r>
                    </a:p>
                  </a:txBody>
                  <a:tcPr marL="78628" marR="100805" marT="0" marB="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1783959604"/>
                  </a:ext>
                </a:extLst>
              </a:tr>
              <a:tr h="192809">
                <a:tc>
                  <a:txBody>
                    <a:bodyPr/>
                    <a:lstStyle/>
                    <a:p>
                      <a:pPr>
                        <a:lnSpc>
                          <a:spcPts val="1875"/>
                        </a:lnSpc>
                        <a:buNone/>
                      </a:pPr>
                      <a:r>
                        <a:rPr lang="sv-SE" sz="1300" b="1" cap="none" spc="0">
                          <a:solidFill>
                            <a:schemeClr val="bg1"/>
                          </a:solidFill>
                          <a:effectLst/>
                          <a:latin typeface="quote-cjk-patch"/>
                        </a:rPr>
                        <a:t>3</a:t>
                      </a:r>
                      <a:endParaRPr lang="sv-SE" sz="1300" b="0" cap="none" spc="0">
                        <a:solidFill>
                          <a:schemeClr val="bg1"/>
                        </a:solidFill>
                        <a:effectLst/>
                        <a:latin typeface="quote-cjk-patch"/>
                      </a:endParaRPr>
                    </a:p>
                  </a:txBody>
                  <a:tcPr marL="78628" marR="100805" marT="0" marB="0"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1" cap="none" spc="0">
                          <a:solidFill>
                            <a:schemeClr val="bg1"/>
                          </a:solidFill>
                          <a:effectLst/>
                          <a:latin typeface="quote-cjk-patch"/>
                        </a:rPr>
                        <a:t>Namnge anteckningsboken</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0" cap="none" spc="0">
                          <a:solidFill>
                            <a:schemeClr val="bg1"/>
                          </a:solidFill>
                          <a:effectLst/>
                          <a:latin typeface="quote-cjk-patch"/>
                        </a:rPr>
                        <a:t>Klicka på titeln "Untitled.ipynb" högst upp och döp om till: </a:t>
                      </a:r>
                      <a:r>
                        <a:rPr lang="sv-SE" sz="1300" b="0" cap="none" spc="0">
                          <a:solidFill>
                            <a:schemeClr val="bg1"/>
                          </a:solidFill>
                          <a:effectLst/>
                          <a:latin typeface="Menlo"/>
                        </a:rPr>
                        <a:t>NetworkSecurity_Training</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518817880"/>
                  </a:ext>
                </a:extLst>
              </a:tr>
              <a:tr h="296808">
                <a:tc>
                  <a:txBody>
                    <a:bodyPr/>
                    <a:lstStyle/>
                    <a:p>
                      <a:pPr>
                        <a:lnSpc>
                          <a:spcPts val="1875"/>
                        </a:lnSpc>
                        <a:buNone/>
                      </a:pPr>
                      <a:r>
                        <a:rPr lang="sv-SE" sz="1300" b="1" cap="none" spc="0">
                          <a:solidFill>
                            <a:schemeClr val="bg1"/>
                          </a:solidFill>
                          <a:effectLst/>
                          <a:latin typeface="quote-cjk-patch"/>
                        </a:rPr>
                        <a:t>4</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1" cap="none" spc="0">
                          <a:solidFill>
                            <a:schemeClr val="bg1"/>
                          </a:solidFill>
                          <a:effectLst/>
                          <a:latin typeface="quote-cjk-patch"/>
                        </a:rPr>
                        <a:t>Välj bättre hårdvara (för snabbare träning)</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0" cap="none" spc="0">
                          <a:solidFill>
                            <a:schemeClr val="bg1"/>
                          </a:solidFill>
                          <a:effectLst/>
                          <a:latin typeface="quote-cjk-patch"/>
                        </a:rPr>
                        <a:t>Klicka på </a:t>
                      </a:r>
                      <a:r>
                        <a:rPr lang="sv-SE" sz="1300" b="1" cap="none" spc="0">
                          <a:solidFill>
                            <a:schemeClr val="bg1"/>
                          </a:solidFill>
                          <a:effectLst/>
                          <a:latin typeface="quote-cjk-patch"/>
                        </a:rPr>
                        <a:t>"Runtime"</a:t>
                      </a:r>
                      <a:r>
                        <a:rPr lang="sv-SE" sz="1300" b="0" cap="none" spc="0">
                          <a:solidFill>
                            <a:schemeClr val="bg1"/>
                          </a:solidFill>
                          <a:effectLst/>
                          <a:latin typeface="quote-cjk-patch"/>
                        </a:rPr>
                        <a:t> (Körtid) → </a:t>
                      </a:r>
                      <a:r>
                        <a:rPr lang="sv-SE" sz="1300" b="1" cap="none" spc="0">
                          <a:solidFill>
                            <a:schemeClr val="bg1"/>
                          </a:solidFill>
                          <a:effectLst/>
                          <a:latin typeface="quote-cjk-patch"/>
                        </a:rPr>
                        <a:t>"Change runtime type"</a:t>
                      </a:r>
                      <a:r>
                        <a:rPr lang="sv-SE" sz="1300" b="0" cap="none" spc="0">
                          <a:solidFill>
                            <a:schemeClr val="bg1"/>
                          </a:solidFill>
                          <a:effectLst/>
                          <a:latin typeface="quote-cjk-patch"/>
                        </a:rPr>
                        <a:t> (Ändra körningstyp). Välj </a:t>
                      </a:r>
                      <a:r>
                        <a:rPr lang="sv-SE" sz="1300" b="1" cap="none" spc="0">
                          <a:solidFill>
                            <a:schemeClr val="bg1"/>
                          </a:solidFill>
                          <a:effectLst/>
                          <a:latin typeface="quote-cjk-patch"/>
                        </a:rPr>
                        <a:t>"T4 GPU"</a:t>
                      </a:r>
                      <a:r>
                        <a:rPr lang="sv-SE" sz="1300" b="0" cap="none" spc="0">
                          <a:solidFill>
                            <a:schemeClr val="bg1"/>
                          </a:solidFill>
                          <a:effectLst/>
                          <a:latin typeface="quote-cjk-patch"/>
                        </a:rPr>
                        <a:t> under "Hardware accelerator". Klicka </a:t>
                      </a:r>
                      <a:r>
                        <a:rPr lang="sv-SE" sz="1300" b="1" cap="none" spc="0">
                          <a:solidFill>
                            <a:schemeClr val="bg1"/>
                          </a:solidFill>
                          <a:effectLst/>
                          <a:latin typeface="quote-cjk-patch"/>
                        </a:rPr>
                        <a:t>"Save"</a:t>
                      </a:r>
                      <a:r>
                        <a:rPr lang="sv-SE" sz="1300" b="0" cap="none" spc="0">
                          <a:solidFill>
                            <a:schemeClr val="bg1"/>
                          </a:solidFill>
                          <a:effectLst/>
                          <a:latin typeface="quote-cjk-patch"/>
                        </a:rPr>
                        <a:t> (Spara). Detta ger dig gratis tillgång till en kraftfullare dator i molnet .</a:t>
                      </a:r>
                    </a:p>
                  </a:txBody>
                  <a:tcPr marL="78628" marR="100805" marT="0" marB="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2580315168"/>
                  </a:ext>
                </a:extLst>
              </a:tr>
              <a:tr h="277650">
                <a:tc>
                  <a:txBody>
                    <a:bodyPr/>
                    <a:lstStyle/>
                    <a:p>
                      <a:pPr>
                        <a:lnSpc>
                          <a:spcPts val="1875"/>
                        </a:lnSpc>
                        <a:buNone/>
                      </a:pPr>
                      <a:r>
                        <a:rPr lang="sv-SE" sz="1300" b="1" cap="none" spc="0">
                          <a:solidFill>
                            <a:schemeClr val="bg1"/>
                          </a:solidFill>
                          <a:effectLst/>
                          <a:latin typeface="quote-cjk-patch"/>
                        </a:rPr>
                        <a:t>5</a:t>
                      </a:r>
                      <a:endParaRPr lang="sv-SE" sz="1300" b="0" cap="none" spc="0">
                        <a:solidFill>
                          <a:schemeClr val="bg1"/>
                        </a:solidFill>
                        <a:effectLst/>
                        <a:latin typeface="quote-cjk-patch"/>
                      </a:endParaRPr>
                    </a:p>
                  </a:txBody>
                  <a:tcPr marL="78628" marR="100805" marT="0" marB="0"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1" cap="none" spc="0">
                          <a:solidFill>
                            <a:schemeClr val="bg1"/>
                          </a:solidFill>
                          <a:effectLst/>
                          <a:latin typeface="quote-cjk-patch"/>
                        </a:rPr>
                        <a:t>CELL 1: Importera bibliotek</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650"/>
                        </a:lnSpc>
                        <a:buNone/>
                      </a:pPr>
                      <a:r>
                        <a:rPr lang="sv-SE" sz="1300" b="0" cap="none" spc="0">
                          <a:solidFill>
                            <a:schemeClr val="bg1"/>
                          </a:solidFill>
                          <a:effectLst/>
                          <a:latin typeface="quote-cjk-patch"/>
                        </a:rPr>
                        <a:t>Klicka i den första tomma cellen. Kopiera koden för CELL 1 och klistra in. Tryck </a:t>
                      </a:r>
                      <a:r>
                        <a:rPr lang="sv-SE" sz="1300" b="0" cap="none" spc="0">
                          <a:solidFill>
                            <a:schemeClr val="bg1"/>
                          </a:solidFill>
                          <a:effectLst/>
                          <a:latin typeface="Menlo"/>
                        </a:rPr>
                        <a:t>Shift+Enter</a:t>
                      </a:r>
                      <a:r>
                        <a:rPr lang="sv-SE" sz="1300" b="0" cap="none" spc="0">
                          <a:solidFill>
                            <a:schemeClr val="bg1"/>
                          </a:solidFill>
                          <a:effectLst/>
                          <a:latin typeface="quote-cjk-patch"/>
                        </a:rPr>
                        <a:t> för att köra. Du bör se: </a:t>
                      </a:r>
                      <a:r>
                        <a:rPr lang="sv-SE" sz="1300" b="0" cap="none" spc="0">
                          <a:solidFill>
                            <a:schemeClr val="bg1"/>
                          </a:solidFill>
                          <a:effectLst/>
                          <a:latin typeface="Menlo"/>
                        </a:rPr>
                        <a:t>✅ CELL 1 KLAR: Alla bibliotek är importerade!</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826974159"/>
                  </a:ext>
                </a:extLst>
              </a:tr>
              <a:tr h="277650">
                <a:tc>
                  <a:txBody>
                    <a:bodyPr/>
                    <a:lstStyle/>
                    <a:p>
                      <a:pPr>
                        <a:lnSpc>
                          <a:spcPts val="1875"/>
                        </a:lnSpc>
                        <a:buNone/>
                      </a:pPr>
                      <a:r>
                        <a:rPr lang="sv-SE" sz="1300" b="1" cap="none" spc="0">
                          <a:solidFill>
                            <a:schemeClr val="bg1"/>
                          </a:solidFill>
                          <a:effectLst/>
                          <a:latin typeface="quote-cjk-patch"/>
                        </a:rPr>
                        <a:t>6</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1" cap="none" spc="0">
                          <a:solidFill>
                            <a:schemeClr val="bg1"/>
                          </a:solidFill>
                          <a:effectLst/>
                          <a:latin typeface="quote-cjk-patch"/>
                        </a:rPr>
                        <a:t>CELL 2: Skapa träningsdata</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650"/>
                        </a:lnSpc>
                        <a:buNone/>
                      </a:pPr>
                      <a:r>
                        <a:rPr lang="sv-SE" sz="1300" b="0" cap="none" spc="0">
                          <a:solidFill>
                            <a:schemeClr val="bg1"/>
                          </a:solidFill>
                          <a:effectLst/>
                          <a:latin typeface="quote-cjk-patch"/>
                        </a:rPr>
                        <a:t>Klicka på </a:t>
                      </a:r>
                      <a:r>
                        <a:rPr lang="sv-SE" sz="1300" b="1" cap="none" spc="0">
                          <a:solidFill>
                            <a:schemeClr val="bg1"/>
                          </a:solidFill>
                          <a:effectLst/>
                          <a:latin typeface="quote-cjk-patch"/>
                        </a:rPr>
                        <a:t>"+ Kod"</a:t>
                      </a:r>
                      <a:r>
                        <a:rPr lang="sv-SE" sz="1300" b="0" cap="none" spc="0">
                          <a:solidFill>
                            <a:schemeClr val="bg1"/>
                          </a:solidFill>
                          <a:effectLst/>
                          <a:latin typeface="quote-cjk-patch"/>
                        </a:rPr>
                        <a:t> (eller </a:t>
                      </a:r>
                      <a:r>
                        <a:rPr lang="sv-SE" sz="1300" b="0" cap="none" spc="0">
                          <a:solidFill>
                            <a:schemeClr val="bg1"/>
                          </a:solidFill>
                          <a:effectLst/>
                          <a:latin typeface="Menlo"/>
                        </a:rPr>
                        <a:t>Ctrl+M B</a:t>
                      </a:r>
                      <a:r>
                        <a:rPr lang="sv-SE" sz="1300" b="0" cap="none" spc="0">
                          <a:solidFill>
                            <a:schemeClr val="bg1"/>
                          </a:solidFill>
                          <a:effectLst/>
                          <a:latin typeface="quote-cjk-patch"/>
                        </a:rPr>
                        <a:t>) för att skapa en ny cell. Kopiera CELL 2-koden och klistra in. Kör med </a:t>
                      </a:r>
                      <a:r>
                        <a:rPr lang="sv-SE" sz="1300" b="0" cap="none" spc="0">
                          <a:solidFill>
                            <a:schemeClr val="bg1"/>
                          </a:solidFill>
                          <a:effectLst/>
                          <a:latin typeface="Menlo"/>
                        </a:rPr>
                        <a:t>Shift+Enter</a:t>
                      </a:r>
                      <a:r>
                        <a:rPr lang="sv-SE" sz="1300" b="0" cap="none" spc="0">
                          <a:solidFill>
                            <a:schemeClr val="bg1"/>
                          </a:solidFill>
                          <a:effectLst/>
                          <a:latin typeface="quote-cjk-patch"/>
                        </a:rPr>
                        <a:t>. Detta skapar 5000 rader med simulerad nätverkstrafik som matchar vår SQL-databas .</a:t>
                      </a:r>
                    </a:p>
                  </a:txBody>
                  <a:tcPr marL="78628" marR="100805" marT="0" marB="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3861023385"/>
                  </a:ext>
                </a:extLst>
              </a:tr>
              <a:tr h="192809">
                <a:tc>
                  <a:txBody>
                    <a:bodyPr/>
                    <a:lstStyle/>
                    <a:p>
                      <a:pPr>
                        <a:lnSpc>
                          <a:spcPts val="1875"/>
                        </a:lnSpc>
                        <a:buNone/>
                      </a:pPr>
                      <a:r>
                        <a:rPr lang="sv-SE" sz="1300" b="1" cap="none" spc="0">
                          <a:solidFill>
                            <a:schemeClr val="bg1"/>
                          </a:solidFill>
                          <a:effectLst/>
                          <a:latin typeface="quote-cjk-patch"/>
                        </a:rPr>
                        <a:t>7</a:t>
                      </a:r>
                      <a:endParaRPr lang="sv-SE" sz="1300" b="0" cap="none" spc="0">
                        <a:solidFill>
                          <a:schemeClr val="bg1"/>
                        </a:solidFill>
                        <a:effectLst/>
                        <a:latin typeface="quote-cjk-patch"/>
                      </a:endParaRPr>
                    </a:p>
                  </a:txBody>
                  <a:tcPr marL="78628" marR="100805" marT="0" marB="0"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1" cap="none" spc="0">
                          <a:solidFill>
                            <a:schemeClr val="bg1"/>
                          </a:solidFill>
                          <a:effectLst/>
                          <a:latin typeface="quote-cjk-patch"/>
                        </a:rPr>
                        <a:t>CELL 3: Förbereda data för ML</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0" cap="none" spc="0">
                          <a:solidFill>
                            <a:schemeClr val="bg1"/>
                          </a:solidFill>
                          <a:effectLst/>
                          <a:latin typeface="quote-cjk-patch"/>
                        </a:rPr>
                        <a:t>Skapa ny cell. Kopiera CELL 3-koden och kör. Detta omvandlar text till siffror (one-hot encoding) och delar upp data i träning (80%) och test (20%).</a:t>
                      </a:r>
                    </a:p>
                  </a:txBody>
                  <a:tcPr marL="78628" marR="100805" marT="0" marB="0"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5082510"/>
                  </a:ext>
                </a:extLst>
              </a:tr>
              <a:tr h="296808">
                <a:tc>
                  <a:txBody>
                    <a:bodyPr/>
                    <a:lstStyle/>
                    <a:p>
                      <a:pPr>
                        <a:lnSpc>
                          <a:spcPts val="1875"/>
                        </a:lnSpc>
                        <a:buNone/>
                      </a:pPr>
                      <a:r>
                        <a:rPr lang="sv-SE" sz="1300" b="1" cap="none" spc="0">
                          <a:solidFill>
                            <a:schemeClr val="bg1"/>
                          </a:solidFill>
                          <a:effectLst/>
                          <a:latin typeface="quote-cjk-patch"/>
                        </a:rPr>
                        <a:t>8</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1" cap="none" spc="0">
                          <a:solidFill>
                            <a:schemeClr val="bg1"/>
                          </a:solidFill>
                          <a:effectLst/>
                          <a:latin typeface="quote-cjk-patch"/>
                        </a:rPr>
                        <a:t>CELL 4: Träna modellen</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0" cap="none" spc="0">
                          <a:solidFill>
                            <a:schemeClr val="bg1"/>
                          </a:solidFill>
                          <a:effectLst/>
                          <a:latin typeface="quote-cjk-patch"/>
                        </a:rPr>
                        <a:t>Skapa ny cell. Kopiera CELL 4-koden och kör. Detta skapar en Random Forest-modell med 100 träd och tränar den på vår data. Det kan ta några sekunder .</a:t>
                      </a:r>
                    </a:p>
                  </a:txBody>
                  <a:tcPr marL="78628" marR="100805" marT="0" marB="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932464954"/>
                  </a:ext>
                </a:extLst>
              </a:tr>
              <a:tr h="608806">
                <a:tc>
                  <a:txBody>
                    <a:bodyPr/>
                    <a:lstStyle/>
                    <a:p>
                      <a:pPr>
                        <a:lnSpc>
                          <a:spcPts val="1875"/>
                        </a:lnSpc>
                        <a:buNone/>
                      </a:pPr>
                      <a:r>
                        <a:rPr lang="sv-SE" sz="1300" b="1" cap="none" spc="0">
                          <a:solidFill>
                            <a:schemeClr val="bg1"/>
                          </a:solidFill>
                          <a:effectLst/>
                          <a:latin typeface="quote-cjk-patch"/>
                        </a:rPr>
                        <a:t>9</a:t>
                      </a:r>
                      <a:endParaRPr lang="sv-SE" sz="1300" b="0" cap="none" spc="0">
                        <a:solidFill>
                          <a:schemeClr val="bg1"/>
                        </a:solidFill>
                        <a:effectLst/>
                        <a:latin typeface="quote-cjk-patch"/>
                      </a:endParaRPr>
                    </a:p>
                  </a:txBody>
                  <a:tcPr marL="78628" marR="100805" marT="0" marB="0"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1" cap="none" spc="0">
                          <a:solidFill>
                            <a:schemeClr val="bg1"/>
                          </a:solidFill>
                          <a:effectLst/>
                          <a:latin typeface="quote-cjk-patch"/>
                        </a:rPr>
                        <a:t>CELL 5: Utvärdera modellen</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0" cap="none" spc="0">
                          <a:solidFill>
                            <a:schemeClr val="bg1"/>
                          </a:solidFill>
                          <a:effectLst/>
                          <a:latin typeface="quote-cjk-patch"/>
                        </a:rPr>
                        <a:t>Skapa ny cell. Kopiera CELL 5-koden och kör. Detta testar modellen på data den inte sett förut och visar:</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1" cap="none" spc="0">
                          <a:solidFill>
                            <a:schemeClr val="bg1"/>
                          </a:solidFill>
                          <a:effectLst/>
                          <a:latin typeface="quote-cjk-patch"/>
                        </a:rPr>
                        <a:t>Noggrannhet</a:t>
                      </a:r>
                      <a:r>
                        <a:rPr lang="sv-SE" sz="1300" b="0" cap="none" spc="0">
                          <a:solidFill>
                            <a:schemeClr val="bg1"/>
                          </a:solidFill>
                          <a:effectLst/>
                          <a:latin typeface="quote-cjk-patch"/>
                        </a:rPr>
                        <a:t> (accuracy) – hur ofta modellen har rätt</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1" cap="none" spc="0">
                          <a:solidFill>
                            <a:schemeClr val="bg1"/>
                          </a:solidFill>
                          <a:effectLst/>
                          <a:latin typeface="quote-cjk-patch"/>
                        </a:rPr>
                        <a:t>Precision</a:t>
                      </a:r>
                      <a:r>
                        <a:rPr lang="sv-SE" sz="1300" b="0" cap="none" spc="0">
                          <a:solidFill>
                            <a:schemeClr val="bg1"/>
                          </a:solidFill>
                          <a:effectLst/>
                          <a:latin typeface="quote-cjk-patch"/>
                        </a:rPr>
                        <a:t> – hur många av de flaggade attackerna som verkligen var attacker</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1" cap="none" spc="0">
                          <a:solidFill>
                            <a:schemeClr val="bg1"/>
                          </a:solidFill>
                          <a:effectLst/>
                          <a:latin typeface="quote-cjk-patch"/>
                        </a:rPr>
                        <a:t>Recall</a:t>
                      </a:r>
                      <a:r>
                        <a:rPr lang="sv-SE" sz="1300" b="0" cap="none" spc="0">
                          <a:solidFill>
                            <a:schemeClr val="bg1"/>
                          </a:solidFill>
                          <a:effectLst/>
                          <a:latin typeface="quote-cjk-patch"/>
                        </a:rPr>
                        <a:t> – hur många av de verkliga attackerna som hittades</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1" cap="none" spc="0">
                          <a:solidFill>
                            <a:schemeClr val="bg1"/>
                          </a:solidFill>
                          <a:effectLst/>
                          <a:latin typeface="quote-cjk-patch"/>
                        </a:rPr>
                        <a:t>Confusion Matrix</a:t>
                      </a:r>
                      <a:r>
                        <a:rPr lang="sv-SE" sz="1300" b="0" cap="none" spc="0">
                          <a:solidFill>
                            <a:schemeClr val="bg1"/>
                          </a:solidFill>
                          <a:effectLst/>
                          <a:latin typeface="quote-cjk-patch"/>
                        </a:rPr>
                        <a:t> – detaljerad träffbild</a:t>
                      </a:r>
                    </a:p>
                  </a:txBody>
                  <a:tcPr marL="78628" marR="100805" marT="0" marB="0"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348135371"/>
                  </a:ext>
                </a:extLst>
              </a:tr>
              <a:tr h="556806">
                <a:tc>
                  <a:txBody>
                    <a:bodyPr/>
                    <a:lstStyle/>
                    <a:p>
                      <a:pPr>
                        <a:lnSpc>
                          <a:spcPts val="1875"/>
                        </a:lnSpc>
                        <a:buNone/>
                      </a:pPr>
                      <a:r>
                        <a:rPr lang="sv-SE" sz="1300" b="1" cap="none" spc="0">
                          <a:solidFill>
                            <a:schemeClr val="bg1"/>
                          </a:solidFill>
                          <a:effectLst/>
                          <a:latin typeface="quote-cjk-patch"/>
                        </a:rPr>
                        <a:t>10</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1" cap="none" spc="0">
                          <a:solidFill>
                            <a:schemeClr val="bg1"/>
                          </a:solidFill>
                          <a:effectLst/>
                          <a:latin typeface="quote-cjk-patch"/>
                        </a:rPr>
                        <a:t>CELL 6: Spara modellen</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650"/>
                        </a:lnSpc>
                        <a:buNone/>
                      </a:pPr>
                      <a:r>
                        <a:rPr lang="sv-SE" sz="1300" b="0" cap="none" spc="0">
                          <a:solidFill>
                            <a:schemeClr val="bg1"/>
                          </a:solidFill>
                          <a:effectLst/>
                          <a:latin typeface="quote-cjk-patch"/>
                        </a:rPr>
                        <a:t>Skapa ny cell. Kopiera CELL 6-koden och kör. Detta sparar:</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0" cap="none" spc="0">
                          <a:solidFill>
                            <a:schemeClr val="bg1"/>
                          </a:solidFill>
                          <a:effectLst/>
                          <a:latin typeface="Menlo"/>
                        </a:rPr>
                        <a:t>network_intrusion_model.pkl</a:t>
                      </a:r>
                      <a:r>
                        <a:rPr lang="sv-SE" sz="1300" b="0" cap="none" spc="0">
                          <a:solidFill>
                            <a:schemeClr val="bg1"/>
                          </a:solidFill>
                          <a:effectLst/>
                          <a:latin typeface="quote-cjk-patch"/>
                        </a:rPr>
                        <a:t> – själva modellen</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0" cap="none" spc="0">
                          <a:solidFill>
                            <a:schemeClr val="bg1"/>
                          </a:solidFill>
                          <a:effectLst/>
                          <a:latin typeface="Menlo"/>
                        </a:rPr>
                        <a:t>feature_columns.pkl</a:t>
                      </a:r>
                      <a:r>
                        <a:rPr lang="sv-SE" sz="1300" b="0" cap="none" spc="0">
                          <a:solidFill>
                            <a:schemeClr val="bg1"/>
                          </a:solidFill>
                          <a:effectLst/>
                          <a:latin typeface="quote-cjk-patch"/>
                        </a:rPr>
                        <a:t> – kolumnnamnen (otroligt viktigt för senare!)</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0" cap="none" spc="0">
                          <a:solidFill>
                            <a:schemeClr val="bg1"/>
                          </a:solidFill>
                          <a:effectLst/>
                          <a:latin typeface="Menlo"/>
                        </a:rPr>
                        <a:t>model_metadata.pkl</a:t>
                      </a:r>
                      <a:r>
                        <a:rPr lang="sv-SE" sz="1300" b="0" cap="none" spc="0">
                          <a:solidFill>
                            <a:schemeClr val="bg1"/>
                          </a:solidFill>
                          <a:effectLst/>
                          <a:latin typeface="quote-cjk-patch"/>
                        </a:rPr>
                        <a:t> – information om modellen</a:t>
                      </a:r>
                      <a:br>
                        <a:rPr lang="sv-SE" sz="1300" b="0" cap="none" spc="0" dirty="0">
                          <a:solidFill>
                            <a:srgbClr val="FFFFFF"/>
                          </a:solidFill>
                          <a:effectLst/>
                          <a:latin typeface="quote-cjk-patch"/>
                        </a:rPr>
                      </a:br>
                      <a:r>
                        <a:rPr lang="sv-SE" sz="1300" b="0" cap="none" spc="0">
                          <a:solidFill>
                            <a:schemeClr val="bg1"/>
                          </a:solidFill>
                          <a:effectLst/>
                          <a:latin typeface="quote-cjk-patch"/>
                        </a:rPr>
                        <a:t>• </a:t>
                      </a:r>
                      <a:r>
                        <a:rPr lang="sv-SE" sz="1300" b="0" cap="none" spc="0">
                          <a:solidFill>
                            <a:schemeClr val="bg1"/>
                          </a:solidFill>
                          <a:effectLst/>
                          <a:latin typeface="Menlo"/>
                        </a:rPr>
                        <a:t>README.txt</a:t>
                      </a:r>
                      <a:r>
                        <a:rPr lang="sv-SE" sz="1300" b="0" cap="none" spc="0">
                          <a:solidFill>
                            <a:schemeClr val="bg1"/>
                          </a:solidFill>
                          <a:effectLst/>
                          <a:latin typeface="quote-cjk-patch"/>
                        </a:rPr>
                        <a:t> – dokumentation</a:t>
                      </a:r>
                    </a:p>
                  </a:txBody>
                  <a:tcPr marL="78628" marR="100805" marT="0" marB="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2392603937"/>
                  </a:ext>
                </a:extLst>
              </a:tr>
              <a:tr h="192809">
                <a:tc>
                  <a:txBody>
                    <a:bodyPr/>
                    <a:lstStyle/>
                    <a:p>
                      <a:pPr>
                        <a:lnSpc>
                          <a:spcPts val="1875"/>
                        </a:lnSpc>
                        <a:buNone/>
                      </a:pPr>
                      <a:r>
                        <a:rPr lang="sv-SE" sz="1300" b="1" cap="none" spc="0">
                          <a:solidFill>
                            <a:schemeClr val="bg1"/>
                          </a:solidFill>
                          <a:effectLst/>
                          <a:latin typeface="quote-cjk-patch"/>
                        </a:rPr>
                        <a:t>11</a:t>
                      </a:r>
                      <a:endParaRPr lang="sv-SE" sz="1300" b="0" cap="none" spc="0">
                        <a:solidFill>
                          <a:schemeClr val="bg1"/>
                        </a:solidFill>
                        <a:effectLst/>
                        <a:latin typeface="quote-cjk-patch"/>
                      </a:endParaRPr>
                    </a:p>
                  </a:txBody>
                  <a:tcPr marL="78628" marR="100805" marT="0" marB="0"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1" cap="none" spc="0">
                          <a:solidFill>
                            <a:schemeClr val="bg1"/>
                          </a:solidFill>
                          <a:effectLst/>
                          <a:latin typeface="quote-cjk-patch"/>
                        </a:rPr>
                        <a:t>Ladda ner modellen</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nSpc>
                          <a:spcPts val="1875"/>
                        </a:lnSpc>
                        <a:buNone/>
                      </a:pPr>
                      <a:r>
                        <a:rPr lang="sv-SE" sz="1300" b="0" cap="none" spc="0">
                          <a:solidFill>
                            <a:schemeClr val="bg1"/>
                          </a:solidFill>
                          <a:effectLst/>
                          <a:latin typeface="quote-cjk-patch"/>
                        </a:rPr>
                        <a:t>Efter att CELL 6 kört klart laddas en fil </a:t>
                      </a:r>
                      <a:r>
                        <a:rPr lang="sv-SE" sz="1300" b="0" cap="none" spc="0">
                          <a:solidFill>
                            <a:schemeClr val="bg1"/>
                          </a:solidFill>
                          <a:effectLst/>
                          <a:latin typeface="Menlo"/>
                        </a:rPr>
                        <a:t>network_model.zip</a:t>
                      </a:r>
                      <a:r>
                        <a:rPr lang="sv-SE" sz="1300" b="0" cap="none" spc="0">
                          <a:solidFill>
                            <a:schemeClr val="bg1"/>
                          </a:solidFill>
                          <a:effectLst/>
                          <a:latin typeface="quote-cjk-patch"/>
                        </a:rPr>
                        <a:t> ner automatiskt till din dator (sparas vanligtvis i mappen "Nedladdningar").</a:t>
                      </a:r>
                    </a:p>
                  </a:txBody>
                  <a:tcPr marL="78628" marR="100805" marT="0" marB="0"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790206852"/>
                  </a:ext>
                </a:extLst>
              </a:tr>
              <a:tr h="277650">
                <a:tc>
                  <a:txBody>
                    <a:bodyPr/>
                    <a:lstStyle/>
                    <a:p>
                      <a:pPr>
                        <a:lnSpc>
                          <a:spcPts val="1875"/>
                        </a:lnSpc>
                        <a:buNone/>
                      </a:pPr>
                      <a:r>
                        <a:rPr lang="sv-SE" sz="1300" b="1" cap="none" spc="0">
                          <a:solidFill>
                            <a:schemeClr val="bg1"/>
                          </a:solidFill>
                          <a:effectLst/>
                          <a:latin typeface="quote-cjk-patch"/>
                        </a:rPr>
                        <a:t>12</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875"/>
                        </a:lnSpc>
                        <a:buNone/>
                      </a:pPr>
                      <a:r>
                        <a:rPr lang="sv-SE" sz="1300" b="1" cap="none" spc="0">
                          <a:solidFill>
                            <a:schemeClr val="bg1"/>
                          </a:solidFill>
                          <a:effectLst/>
                          <a:latin typeface="quote-cjk-patch"/>
                        </a:rPr>
                        <a:t>Packa upp modellen</a:t>
                      </a:r>
                      <a:endParaRPr lang="sv-SE" sz="1300" b="0" cap="none" spc="0">
                        <a:solidFill>
                          <a:schemeClr val="bg1"/>
                        </a:solidFill>
                        <a:effectLst/>
                        <a:latin typeface="quote-cjk-patch"/>
                      </a:endParaRPr>
                    </a:p>
                  </a:txBody>
                  <a:tcPr marL="78628" marR="100805"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nSpc>
                          <a:spcPts val="1650"/>
                        </a:lnSpc>
                        <a:buNone/>
                      </a:pPr>
                      <a:r>
                        <a:rPr lang="sv-SE" sz="1300" b="0" cap="none" spc="0">
                          <a:solidFill>
                            <a:schemeClr val="bg1"/>
                          </a:solidFill>
                          <a:effectLst/>
                          <a:latin typeface="quote-cjk-patch"/>
                        </a:rPr>
                        <a:t>Leta upp den nedladdade zip-filen. Högerklicka och välj </a:t>
                      </a:r>
                      <a:r>
                        <a:rPr lang="sv-SE" sz="1300" b="1" cap="none" spc="0">
                          <a:solidFill>
                            <a:schemeClr val="bg1"/>
                          </a:solidFill>
                          <a:effectLst/>
                          <a:latin typeface="quote-cjk-patch"/>
                        </a:rPr>
                        <a:t>"Extrahera alla..."</a:t>
                      </a:r>
                      <a:r>
                        <a:rPr lang="sv-SE" sz="1300" b="0" cap="none" spc="0">
                          <a:solidFill>
                            <a:schemeClr val="bg1"/>
                          </a:solidFill>
                          <a:effectLst/>
                          <a:latin typeface="quote-cjk-patch"/>
                        </a:rPr>
                        <a:t> (Extract All...). Välj destinationsmapp: din projektmapp (t.ex. </a:t>
                      </a:r>
                      <a:r>
                        <a:rPr lang="sv-SE" sz="1300" b="0" cap="none" spc="0">
                          <a:solidFill>
                            <a:schemeClr val="bg1"/>
                          </a:solidFill>
                          <a:effectLst/>
                          <a:latin typeface="Menlo"/>
                        </a:rPr>
                        <a:t>D:\FSHI\...\SQL2025\</a:t>
                      </a:r>
                      <a:r>
                        <a:rPr lang="sv-SE" sz="1300" b="0" cap="none" spc="0">
                          <a:solidFill>
                            <a:schemeClr val="bg1"/>
                          </a:solidFill>
                          <a:effectLst/>
                          <a:latin typeface="quote-cjk-patch"/>
                        </a:rPr>
                        <a:t>). Du bör nu ha en mapp som heter </a:t>
                      </a:r>
                      <a:r>
                        <a:rPr lang="sv-SE" sz="1300" b="0" cap="none" spc="0">
                          <a:solidFill>
                            <a:schemeClr val="bg1"/>
                          </a:solidFill>
                          <a:effectLst/>
                          <a:latin typeface="Menlo"/>
                        </a:rPr>
                        <a:t>network_model</a:t>
                      </a:r>
                      <a:r>
                        <a:rPr lang="sv-SE" sz="1300" b="0" cap="none" spc="0">
                          <a:solidFill>
                            <a:schemeClr val="bg1"/>
                          </a:solidFill>
                          <a:effectLst/>
                          <a:latin typeface="quote-cjk-patch"/>
                        </a:rPr>
                        <a:t> med fyra filer i .</a:t>
                      </a:r>
                    </a:p>
                  </a:txBody>
                  <a:tcPr marL="78628" marR="100805" marT="0" marB="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362387184"/>
                  </a:ext>
                </a:extLst>
              </a:tr>
            </a:tbl>
          </a:graphicData>
        </a:graphic>
      </p:graphicFrame>
    </p:spTree>
    <p:extLst>
      <p:ext uri="{BB962C8B-B14F-4D97-AF65-F5344CB8AC3E}">
        <p14:creationId xmlns:p14="http://schemas.microsoft.com/office/powerpoint/2010/main" val="18730124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5D60536F-5768-6997-A4D0-FE54B25CA01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Vad </a:t>
            </a:r>
            <a:r>
              <a:rPr lang="en-US" sz="3700" kern="1200" dirty="0" err="1">
                <a:solidFill>
                  <a:srgbClr val="FFFFFF"/>
                </a:solidFill>
                <a:latin typeface="+mj-lt"/>
                <a:ea typeface="+mj-ea"/>
                <a:cs typeface="+mj-cs"/>
              </a:rPr>
              <a:t>innehåller</a:t>
            </a:r>
            <a:r>
              <a:rPr lang="en-US" sz="3700" kern="1200" dirty="0">
                <a:solidFill>
                  <a:srgbClr val="FFFFFF"/>
                </a:solidFill>
                <a:latin typeface="+mj-lt"/>
                <a:ea typeface="+mj-ea"/>
                <a:cs typeface="+mj-cs"/>
              </a:rPr>
              <a:t> den </a:t>
            </a:r>
            <a:r>
              <a:rPr lang="en-US" sz="3700" kern="1200" dirty="0" err="1">
                <a:solidFill>
                  <a:srgbClr val="FFFFFF"/>
                </a:solidFill>
                <a:latin typeface="+mj-lt"/>
                <a:ea typeface="+mj-ea"/>
                <a:cs typeface="+mj-cs"/>
              </a:rPr>
              <a:t>nedladdade</a:t>
            </a:r>
            <a:r>
              <a:rPr lang="en-US" sz="3700" kern="1200" dirty="0">
                <a:solidFill>
                  <a:srgbClr val="FFFFFF"/>
                </a:solidFill>
                <a:latin typeface="+mj-lt"/>
                <a:ea typeface="+mj-ea"/>
                <a:cs typeface="+mj-cs"/>
              </a:rPr>
              <a:t> zip-</a:t>
            </a:r>
            <a:r>
              <a:rPr lang="en-US" sz="3700" kern="1200" dirty="0" err="1">
                <a:solidFill>
                  <a:srgbClr val="FFFFFF"/>
                </a:solidFill>
                <a:latin typeface="+mj-lt"/>
                <a:ea typeface="+mj-ea"/>
                <a:cs typeface="+mj-cs"/>
              </a:rPr>
              <a:t>filen</a:t>
            </a:r>
            <a:r>
              <a:rPr lang="en-US" sz="3700" kern="1200" dirty="0">
                <a:solidFill>
                  <a:srgbClr val="FFFFFF"/>
                </a:solidFill>
                <a:latin typeface="+mj-lt"/>
                <a:ea typeface="+mj-ea"/>
                <a:cs typeface="+mj-cs"/>
              </a:rPr>
              <a:t>? network_model.zip</a:t>
            </a:r>
          </a:p>
        </p:txBody>
      </p:sp>
      <p:graphicFrame>
        <p:nvGraphicFramePr>
          <p:cNvPr id="5" name="Platshållare för innehåll 4">
            <a:extLst>
              <a:ext uri="{FF2B5EF4-FFF2-40B4-BE49-F238E27FC236}">
                <a16:creationId xmlns:a16="http://schemas.microsoft.com/office/drawing/2014/main" id="{BDCBB8BD-26EB-680B-8757-009D9D0C4F5F}"/>
              </a:ext>
            </a:extLst>
          </p:cNvPr>
          <p:cNvGraphicFramePr>
            <a:graphicFrameLocks noGrp="1"/>
          </p:cNvGraphicFramePr>
          <p:nvPr>
            <p:ph idx="1"/>
            <p:extLst>
              <p:ext uri="{D42A27DB-BD31-4B8C-83A1-F6EECF244321}">
                <p14:modId xmlns:p14="http://schemas.microsoft.com/office/powerpoint/2010/main" val="2795656798"/>
              </p:ext>
            </p:extLst>
          </p:nvPr>
        </p:nvGraphicFramePr>
        <p:xfrm>
          <a:off x="432225" y="2184464"/>
          <a:ext cx="11327551" cy="4220087"/>
        </p:xfrm>
        <a:graphic>
          <a:graphicData uri="http://schemas.openxmlformats.org/drawingml/2006/table">
            <a:tbl>
              <a:tblPr firstRow="1" bandRow="1">
                <a:solidFill>
                  <a:schemeClr val="bg1"/>
                </a:solidFill>
                <a:tableStyleId>{5C22544A-7EE6-4342-B048-85BDC9FD1C3A}</a:tableStyleId>
              </a:tblPr>
              <a:tblGrid>
                <a:gridCol w="3739373">
                  <a:extLst>
                    <a:ext uri="{9D8B030D-6E8A-4147-A177-3AD203B41FA5}">
                      <a16:colId xmlns:a16="http://schemas.microsoft.com/office/drawing/2014/main" val="1296763883"/>
                    </a:ext>
                  </a:extLst>
                </a:gridCol>
                <a:gridCol w="1430221">
                  <a:extLst>
                    <a:ext uri="{9D8B030D-6E8A-4147-A177-3AD203B41FA5}">
                      <a16:colId xmlns:a16="http://schemas.microsoft.com/office/drawing/2014/main" val="4205602911"/>
                    </a:ext>
                  </a:extLst>
                </a:gridCol>
                <a:gridCol w="3415857">
                  <a:extLst>
                    <a:ext uri="{9D8B030D-6E8A-4147-A177-3AD203B41FA5}">
                      <a16:colId xmlns:a16="http://schemas.microsoft.com/office/drawing/2014/main" val="3296933402"/>
                    </a:ext>
                  </a:extLst>
                </a:gridCol>
                <a:gridCol w="2742100">
                  <a:extLst>
                    <a:ext uri="{9D8B030D-6E8A-4147-A177-3AD203B41FA5}">
                      <a16:colId xmlns:a16="http://schemas.microsoft.com/office/drawing/2014/main" val="2912806877"/>
                    </a:ext>
                  </a:extLst>
                </a:gridCol>
              </a:tblGrid>
              <a:tr h="660629">
                <a:tc>
                  <a:txBody>
                    <a:bodyPr/>
                    <a:lstStyle/>
                    <a:p>
                      <a:pPr algn="l">
                        <a:lnSpc>
                          <a:spcPts val="1875"/>
                        </a:lnSpc>
                        <a:buNone/>
                      </a:pPr>
                      <a:r>
                        <a:rPr lang="sv-SE" sz="2100" b="0" cap="none" spc="0">
                          <a:solidFill>
                            <a:schemeClr val="bg1"/>
                          </a:solidFill>
                          <a:effectLst/>
                          <a:latin typeface="quote-cjk-patch"/>
                        </a:rPr>
                        <a:t>Fil</a:t>
                      </a:r>
                    </a:p>
                  </a:txBody>
                  <a:tcPr marL="175542" marR="225054" marT="135033" marB="13503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100" b="0" cap="none" spc="0">
                          <a:solidFill>
                            <a:schemeClr val="bg1"/>
                          </a:solidFill>
                          <a:effectLst/>
                          <a:latin typeface="quote-cjk-patch"/>
                        </a:rPr>
                        <a:t>Storlek</a:t>
                      </a:r>
                    </a:p>
                  </a:txBody>
                  <a:tcPr marL="175542" marR="225054" marT="135033" marB="13503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100" b="0" cap="none" spc="0">
                          <a:solidFill>
                            <a:schemeClr val="bg1"/>
                          </a:solidFill>
                          <a:effectLst/>
                          <a:latin typeface="quote-cjk-patch"/>
                        </a:rPr>
                        <a:t>Syfte</a:t>
                      </a:r>
                    </a:p>
                  </a:txBody>
                  <a:tcPr marL="175542" marR="225054" marT="135033" marB="13503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100" b="0" cap="none" spc="0">
                          <a:solidFill>
                            <a:schemeClr val="bg1"/>
                          </a:solidFill>
                          <a:effectLst/>
                          <a:latin typeface="quote-cjk-patch"/>
                        </a:rPr>
                        <a:t>Viktig?</a:t>
                      </a:r>
                    </a:p>
                  </a:txBody>
                  <a:tcPr marL="175542" marR="225054" marT="135033" marB="13503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785084844"/>
                  </a:ext>
                </a:extLst>
              </a:tr>
              <a:tr h="660629">
                <a:tc>
                  <a:txBody>
                    <a:bodyPr/>
                    <a:lstStyle/>
                    <a:p>
                      <a:pPr>
                        <a:lnSpc>
                          <a:spcPts val="1650"/>
                        </a:lnSpc>
                        <a:buNone/>
                      </a:pPr>
                      <a:r>
                        <a:rPr lang="sv-SE" sz="2100" b="0" cap="none" spc="0">
                          <a:solidFill>
                            <a:schemeClr val="tx1"/>
                          </a:solidFill>
                          <a:effectLst/>
                          <a:latin typeface="Menlo"/>
                        </a:rPr>
                        <a:t>network_intrusion_model.pkl</a:t>
                      </a:r>
                      <a:endParaRPr lang="sv-SE" sz="2100" b="0" cap="none" spc="0">
                        <a:solidFill>
                          <a:schemeClr val="tx1"/>
                        </a:solidFill>
                        <a:effectLst/>
                        <a:latin typeface="quote-cjk-patch"/>
                      </a:endParaRPr>
                    </a:p>
                  </a:txBody>
                  <a:tcPr marL="175542" marR="225054" marT="135033" marB="135033"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ts val="1875"/>
                        </a:lnSpc>
                        <a:buNone/>
                      </a:pPr>
                      <a:r>
                        <a:rPr lang="sv-SE" sz="2100" b="0" cap="none" spc="0">
                          <a:solidFill>
                            <a:schemeClr val="tx1"/>
                          </a:solidFill>
                          <a:effectLst/>
                          <a:latin typeface="quote-cjk-patch"/>
                        </a:rPr>
                        <a:t>~400 KB</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ts val="1875"/>
                        </a:lnSpc>
                        <a:buNone/>
                      </a:pPr>
                      <a:r>
                        <a:rPr lang="sv-SE" sz="2100" b="0" cap="none" spc="0">
                          <a:solidFill>
                            <a:schemeClr val="tx1"/>
                          </a:solidFill>
                          <a:effectLst/>
                          <a:latin typeface="quote-cjk-patch"/>
                        </a:rPr>
                        <a:t>Den tränade modellen</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ts val="1875"/>
                        </a:lnSpc>
                        <a:buNone/>
                      </a:pPr>
                      <a:r>
                        <a:rPr lang="sv-SE" sz="2100" b="0" cap="none" spc="0">
                          <a:solidFill>
                            <a:schemeClr val="tx1"/>
                          </a:solidFill>
                          <a:effectLst/>
                          <a:latin typeface="quote-cjk-patch"/>
                        </a:rPr>
                        <a:t>⭐⭐⭐ </a:t>
                      </a:r>
                      <a:endParaRPr lang="sv-SE"/>
                    </a:p>
                    <a:p>
                      <a:pPr lvl="0">
                        <a:lnSpc>
                          <a:spcPts val="1875"/>
                        </a:lnSpc>
                        <a:buNone/>
                      </a:pPr>
                      <a:r>
                        <a:rPr lang="sv-SE" sz="2100" b="0" cap="none" spc="0">
                          <a:solidFill>
                            <a:schemeClr val="tx1"/>
                          </a:solidFill>
                          <a:effectLst/>
                          <a:latin typeface="quote-cjk-patch"/>
                        </a:rPr>
                        <a:t>MÅSTE HA</a:t>
                      </a:r>
                    </a:p>
                  </a:txBody>
                  <a:tcPr marL="175542" marR="135033" marT="135033" marB="135033"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3479316360"/>
                  </a:ext>
                </a:extLst>
              </a:tr>
              <a:tr h="1016966">
                <a:tc>
                  <a:txBody>
                    <a:bodyPr/>
                    <a:lstStyle/>
                    <a:p>
                      <a:pPr>
                        <a:lnSpc>
                          <a:spcPts val="1650"/>
                        </a:lnSpc>
                        <a:buNone/>
                      </a:pPr>
                      <a:r>
                        <a:rPr lang="sv-SE" sz="2100" b="0" cap="none" spc="0">
                          <a:solidFill>
                            <a:schemeClr val="tx1"/>
                          </a:solidFill>
                          <a:effectLst/>
                          <a:latin typeface="Menlo"/>
                        </a:rPr>
                        <a:t>feature_columns.pkl</a:t>
                      </a:r>
                      <a:endParaRPr lang="sv-SE" sz="2100" b="0" cap="none" spc="0">
                        <a:solidFill>
                          <a:schemeClr val="tx1"/>
                        </a:solidFill>
                        <a:effectLst/>
                        <a:latin typeface="quote-cjk-patch"/>
                      </a:endParaRP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100" b="0" cap="none" spc="0">
                          <a:solidFill>
                            <a:schemeClr val="tx1"/>
                          </a:solidFill>
                          <a:effectLst/>
                          <a:latin typeface="quote-cjk-patch"/>
                        </a:rPr>
                        <a:t>&lt;1 KB</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100" b="0" cap="none" spc="0">
                          <a:solidFill>
                            <a:schemeClr val="tx1"/>
                          </a:solidFill>
                          <a:effectLst/>
                          <a:latin typeface="quote-cjk-patch"/>
                        </a:rPr>
                        <a:t>Lista över kolumner som modellen förväntar sig</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100" b="0" cap="none" spc="0">
                          <a:solidFill>
                            <a:schemeClr val="tx1"/>
                          </a:solidFill>
                          <a:effectLst/>
                          <a:latin typeface="quote-cjk-patch"/>
                        </a:rPr>
                        <a:t>⭐⭐⭐ </a:t>
                      </a:r>
                      <a:endParaRPr lang="sv-SE"/>
                    </a:p>
                    <a:p>
                      <a:pPr lvl="0">
                        <a:lnSpc>
                          <a:spcPts val="1875"/>
                        </a:lnSpc>
                        <a:buNone/>
                      </a:pPr>
                      <a:r>
                        <a:rPr lang="sv-SE" sz="2100" b="0" cap="none" spc="0">
                          <a:solidFill>
                            <a:schemeClr val="tx1"/>
                          </a:solidFill>
                          <a:effectLst/>
                          <a:latin typeface="quote-cjk-patch"/>
                        </a:rPr>
                        <a:t>MÅSTE HA</a:t>
                      </a:r>
                    </a:p>
                  </a:txBody>
                  <a:tcPr marL="175542" marR="135033" marT="135033" marB="135033"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334480146"/>
                  </a:ext>
                </a:extLst>
              </a:tr>
              <a:tr h="1016966">
                <a:tc>
                  <a:txBody>
                    <a:bodyPr/>
                    <a:lstStyle/>
                    <a:p>
                      <a:pPr>
                        <a:lnSpc>
                          <a:spcPts val="1650"/>
                        </a:lnSpc>
                        <a:buNone/>
                      </a:pPr>
                      <a:r>
                        <a:rPr lang="sv-SE" sz="2100" b="0" cap="none" spc="0">
                          <a:solidFill>
                            <a:schemeClr val="tx1"/>
                          </a:solidFill>
                          <a:effectLst/>
                          <a:latin typeface="Menlo"/>
                        </a:rPr>
                        <a:t>model_metadata.pkl</a:t>
                      </a:r>
                      <a:endParaRPr lang="sv-SE" sz="2100" b="0" cap="none" spc="0">
                        <a:solidFill>
                          <a:schemeClr val="tx1"/>
                        </a:solidFill>
                        <a:effectLst/>
                        <a:latin typeface="quote-cjk-patch"/>
                      </a:endParaRPr>
                    </a:p>
                  </a:txBody>
                  <a:tcPr marL="175542" marR="225054" marT="135033" marB="135033"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ts val="1875"/>
                        </a:lnSpc>
                        <a:buNone/>
                      </a:pPr>
                      <a:r>
                        <a:rPr lang="sv-SE" sz="2100" b="0" cap="none" spc="0">
                          <a:solidFill>
                            <a:schemeClr val="tx1"/>
                          </a:solidFill>
                          <a:effectLst/>
                          <a:latin typeface="quote-cjk-patch"/>
                        </a:rPr>
                        <a:t>&lt;1 KB</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ts val="1875"/>
                        </a:lnSpc>
                        <a:buNone/>
                      </a:pPr>
                      <a:r>
                        <a:rPr lang="sv-SE" sz="2100" b="0" cap="none" spc="0">
                          <a:solidFill>
                            <a:schemeClr val="tx1"/>
                          </a:solidFill>
                          <a:effectLst/>
                          <a:latin typeface="quote-cjk-patch"/>
                        </a:rPr>
                        <a:t>Prestanda och information om modellen</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ts val="1875"/>
                        </a:lnSpc>
                        <a:buNone/>
                      </a:pPr>
                      <a:r>
                        <a:rPr lang="sv-SE" sz="2100" b="0" cap="none" spc="0">
                          <a:solidFill>
                            <a:schemeClr val="tx1"/>
                          </a:solidFill>
                          <a:effectLst/>
                          <a:latin typeface="quote-cjk-patch"/>
                        </a:rPr>
                        <a:t>⭐⭐ </a:t>
                      </a:r>
                      <a:endParaRPr lang="sv-SE"/>
                    </a:p>
                    <a:p>
                      <a:pPr lvl="0">
                        <a:lnSpc>
                          <a:spcPts val="1875"/>
                        </a:lnSpc>
                        <a:buNone/>
                      </a:pPr>
                      <a:r>
                        <a:rPr lang="sv-SE" sz="2100" b="0" cap="none" spc="0">
                          <a:solidFill>
                            <a:schemeClr val="tx1"/>
                          </a:solidFill>
                          <a:effectLst/>
                          <a:latin typeface="quote-cjk-patch"/>
                        </a:rPr>
                        <a:t>Bra att ha</a:t>
                      </a:r>
                    </a:p>
                  </a:txBody>
                  <a:tcPr marL="175542" marR="135033" marT="135033" marB="135033"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859852917"/>
                  </a:ext>
                </a:extLst>
              </a:tr>
              <a:tr h="660629">
                <a:tc>
                  <a:txBody>
                    <a:bodyPr/>
                    <a:lstStyle/>
                    <a:p>
                      <a:pPr>
                        <a:lnSpc>
                          <a:spcPts val="1650"/>
                        </a:lnSpc>
                        <a:buNone/>
                      </a:pPr>
                      <a:r>
                        <a:rPr lang="sv-SE" sz="2100" b="0" cap="none" spc="0">
                          <a:solidFill>
                            <a:schemeClr val="tx1"/>
                          </a:solidFill>
                          <a:effectLst/>
                          <a:latin typeface="Menlo"/>
                        </a:rPr>
                        <a:t>README.txt</a:t>
                      </a:r>
                      <a:endParaRPr lang="sv-SE" sz="2100" b="0" cap="none" spc="0">
                        <a:solidFill>
                          <a:schemeClr val="tx1"/>
                        </a:solidFill>
                        <a:effectLst/>
                        <a:latin typeface="quote-cjk-patch"/>
                      </a:endParaRP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100" b="0" cap="none" spc="0">
                          <a:solidFill>
                            <a:schemeClr val="tx1"/>
                          </a:solidFill>
                          <a:effectLst/>
                          <a:latin typeface="quote-cjk-patch"/>
                        </a:rPr>
                        <a:t>&lt;1 KB</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100" b="0" cap="none" spc="0">
                          <a:solidFill>
                            <a:schemeClr val="tx1"/>
                          </a:solidFill>
                          <a:effectLst/>
                          <a:latin typeface="quote-cjk-patch"/>
                        </a:rPr>
                        <a:t>Dokumentation</a:t>
                      </a:r>
                    </a:p>
                  </a:txBody>
                  <a:tcPr marL="175542" marR="225054" marT="135033" marB="1350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100" b="0" cap="none" spc="0">
                          <a:solidFill>
                            <a:schemeClr val="tx1"/>
                          </a:solidFill>
                          <a:effectLst/>
                          <a:latin typeface="quote-cjk-patch"/>
                        </a:rPr>
                        <a:t>⭐ </a:t>
                      </a:r>
                      <a:endParaRPr lang="sv-SE"/>
                    </a:p>
                    <a:p>
                      <a:pPr lvl="0">
                        <a:lnSpc>
                          <a:spcPts val="1875"/>
                        </a:lnSpc>
                        <a:buNone/>
                      </a:pPr>
                      <a:r>
                        <a:rPr lang="sv-SE" sz="2100" b="0" cap="none" spc="0">
                          <a:solidFill>
                            <a:schemeClr val="tx1"/>
                          </a:solidFill>
                          <a:effectLst/>
                          <a:latin typeface="quote-cjk-patch"/>
                        </a:rPr>
                        <a:t>Valfri</a:t>
                      </a:r>
                    </a:p>
                  </a:txBody>
                  <a:tcPr marL="175542" marR="135033" marT="135033" marB="135033"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211103632"/>
                  </a:ext>
                </a:extLst>
              </a:tr>
            </a:tbl>
          </a:graphicData>
        </a:graphic>
      </p:graphicFrame>
    </p:spTree>
    <p:extLst>
      <p:ext uri="{BB962C8B-B14F-4D97-AF65-F5344CB8AC3E}">
        <p14:creationId xmlns:p14="http://schemas.microsoft.com/office/powerpoint/2010/main" val="121391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Platshållare för innehåll 6">
            <a:extLst>
              <a:ext uri="{FF2B5EF4-FFF2-40B4-BE49-F238E27FC236}">
                <a16:creationId xmlns:a16="http://schemas.microsoft.com/office/drawing/2014/main" id="{95D0BCCD-C986-BB19-6AEB-FFDBCA4A1740}"/>
              </a:ext>
            </a:extLst>
          </p:cNvPr>
          <p:cNvGraphicFramePr>
            <a:graphicFrameLocks noGrp="1"/>
          </p:cNvGraphicFramePr>
          <p:nvPr>
            <p:ph idx="1"/>
            <p:extLst>
              <p:ext uri="{D42A27DB-BD31-4B8C-83A1-F6EECF244321}">
                <p14:modId xmlns:p14="http://schemas.microsoft.com/office/powerpoint/2010/main" val="1056144019"/>
              </p:ext>
            </p:extLst>
          </p:nvPr>
        </p:nvGraphicFramePr>
        <p:xfrm>
          <a:off x="0" y="28755"/>
          <a:ext cx="12178162" cy="6840333"/>
        </p:xfrm>
        <a:graphic>
          <a:graphicData uri="http://schemas.openxmlformats.org/drawingml/2006/table">
            <a:tbl>
              <a:tblPr firstRow="1" bandRow="1">
                <a:noFill/>
                <a:tableStyleId>{5C22544A-7EE6-4342-B048-85BDC9FD1C3A}</a:tableStyleId>
              </a:tblPr>
              <a:tblGrid>
                <a:gridCol w="2479728">
                  <a:extLst>
                    <a:ext uri="{9D8B030D-6E8A-4147-A177-3AD203B41FA5}">
                      <a16:colId xmlns:a16="http://schemas.microsoft.com/office/drawing/2014/main" val="432495765"/>
                    </a:ext>
                  </a:extLst>
                </a:gridCol>
                <a:gridCol w="9698434">
                  <a:extLst>
                    <a:ext uri="{9D8B030D-6E8A-4147-A177-3AD203B41FA5}">
                      <a16:colId xmlns:a16="http://schemas.microsoft.com/office/drawing/2014/main" val="1629890671"/>
                    </a:ext>
                  </a:extLst>
                </a:gridCol>
              </a:tblGrid>
              <a:tr h="324899">
                <a:tc>
                  <a:txBody>
                    <a:bodyPr/>
                    <a:lstStyle/>
                    <a:p>
                      <a:pPr algn="l">
                        <a:lnSpc>
                          <a:spcPts val="1875"/>
                        </a:lnSpc>
                        <a:buNone/>
                      </a:pPr>
                      <a:r>
                        <a:rPr lang="sv-SE" sz="2800" b="0" cap="none" spc="60">
                          <a:solidFill>
                            <a:schemeClr val="bg1"/>
                          </a:solidFill>
                          <a:effectLst/>
                          <a:latin typeface="quote-cjk-patch"/>
                        </a:rPr>
                        <a:t>Fråga</a:t>
                      </a:r>
                    </a:p>
                  </a:txBody>
                  <a:tcPr marL="61867" marR="103111" marT="0"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a:lnSpc>
                          <a:spcPts val="1875"/>
                        </a:lnSpc>
                        <a:buNone/>
                      </a:pPr>
                      <a:r>
                        <a:rPr lang="sv-SE" sz="2800" b="0" cap="none" spc="60">
                          <a:solidFill>
                            <a:schemeClr val="bg1"/>
                          </a:solidFill>
                          <a:effectLst/>
                          <a:latin typeface="quote-cjk-patch"/>
                        </a:rPr>
                        <a:t>Svar</a:t>
                      </a:r>
                    </a:p>
                  </a:txBody>
                  <a:tcPr marL="103111" marR="103111" marT="0"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055615043"/>
                  </a:ext>
                </a:extLst>
              </a:tr>
              <a:tr h="534514">
                <a:tc>
                  <a:txBody>
                    <a:bodyPr/>
                    <a:lstStyle/>
                    <a:p>
                      <a:pPr>
                        <a:lnSpc>
                          <a:spcPts val="1875"/>
                        </a:lnSpc>
                        <a:buNone/>
                      </a:pPr>
                      <a:r>
                        <a:rPr lang="sv-SE" sz="1800" b="1" cap="none" spc="0">
                          <a:solidFill>
                            <a:schemeClr val="tx1"/>
                          </a:solidFill>
                          <a:effectLst/>
                          <a:latin typeface="quote-cjk-patch"/>
                        </a:rPr>
                        <a:t>Vad är Google Colab?</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38100" cmpd="sng">
                      <a:noFill/>
                    </a:lnT>
                    <a:lnB w="12700"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En gratis onlinetjänst från Google där du kan skriva och köra Python-kod i din webbläsare. Du får tillgång till en kraftfull dator (med GPU) helt gratis .</a:t>
                      </a:r>
                    </a:p>
                  </a:txBody>
                  <a:tcPr marL="103111" marR="61867" marT="0" marB="0"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165624727"/>
                  </a:ext>
                </a:extLst>
              </a:tr>
              <a:tr h="324899">
                <a:tc>
                  <a:txBody>
                    <a:bodyPr/>
                    <a:lstStyle/>
                    <a:p>
                      <a:pPr>
                        <a:lnSpc>
                          <a:spcPts val="1875"/>
                        </a:lnSpc>
                        <a:buNone/>
                      </a:pPr>
                      <a:r>
                        <a:rPr lang="sv-SE" sz="1800" b="1" cap="none" spc="0">
                          <a:solidFill>
                            <a:schemeClr val="tx1"/>
                          </a:solidFill>
                          <a:effectLst/>
                          <a:latin typeface="quote-cjk-patch"/>
                        </a:rPr>
                        <a:t>Måste jag installera något?</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Nej! Allt körs i webbläsaren. Perfekt för nybörjare .</a:t>
                      </a:r>
                    </a:p>
                  </a:txBody>
                  <a:tcPr marL="103111" marR="61867"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61544425"/>
                  </a:ext>
                </a:extLst>
              </a:tr>
              <a:tr h="534514">
                <a:tc>
                  <a:txBody>
                    <a:bodyPr/>
                    <a:lstStyle/>
                    <a:p>
                      <a:pPr>
                        <a:lnSpc>
                          <a:spcPts val="1875"/>
                        </a:lnSpc>
                        <a:buNone/>
                      </a:pPr>
                      <a:r>
                        <a:rPr lang="sv-SE" sz="1800" b="1" cap="none" spc="0">
                          <a:solidFill>
                            <a:schemeClr val="tx1"/>
                          </a:solidFill>
                          <a:effectLst/>
                          <a:latin typeface="quote-cjk-patch"/>
                        </a:rPr>
                        <a:t>Vad är en "cell"?</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En cell är ett block med kod som du kan köra separat. Du kan ha många celler i en anteckningsbok, och de körs i ordning uppifrån och ner .</a:t>
                      </a:r>
                    </a:p>
                  </a:txBody>
                  <a:tcPr marL="103111" marR="61867" marT="0" marB="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839814674"/>
                  </a:ext>
                </a:extLst>
              </a:tr>
              <a:tr h="324899">
                <a:tc>
                  <a:txBody>
                    <a:bodyPr/>
                    <a:lstStyle/>
                    <a:p>
                      <a:pPr>
                        <a:lnSpc>
                          <a:spcPts val="1875"/>
                        </a:lnSpc>
                        <a:buNone/>
                      </a:pPr>
                      <a:r>
                        <a:rPr lang="sv-SE" sz="1800" b="1" cap="none" spc="0">
                          <a:solidFill>
                            <a:schemeClr val="tx1"/>
                          </a:solidFill>
                          <a:effectLst/>
                          <a:latin typeface="quote-cjk-patch"/>
                        </a:rPr>
                        <a:t>Vad betyder </a:t>
                      </a:r>
                      <a:r>
                        <a:rPr lang="sv-SE" sz="1800" b="0" cap="none" spc="0">
                          <a:solidFill>
                            <a:schemeClr val="tx1"/>
                          </a:solidFill>
                          <a:effectLst/>
                          <a:latin typeface="Menlo"/>
                        </a:rPr>
                        <a:t>Shift+Enter</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Det kör den aktuella cellen och skapar en ny cell under.</a:t>
                      </a:r>
                    </a:p>
                  </a:txBody>
                  <a:tcPr marL="103111" marR="61867"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444523666"/>
                  </a:ext>
                </a:extLst>
              </a:tr>
              <a:tr h="534514">
                <a:tc>
                  <a:txBody>
                    <a:bodyPr/>
                    <a:lstStyle/>
                    <a:p>
                      <a:pPr>
                        <a:lnSpc>
                          <a:spcPts val="1875"/>
                        </a:lnSpc>
                        <a:buNone/>
                      </a:pPr>
                      <a:r>
                        <a:rPr lang="sv-SE" sz="1800" b="1" cap="none" spc="0">
                          <a:solidFill>
                            <a:schemeClr val="tx1"/>
                          </a:solidFill>
                          <a:effectLst/>
                          <a:latin typeface="quote-cjk-patch"/>
                        </a:rPr>
                        <a:t>Vad är en Random Forest-modell?</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En Random Forest är som en "skog" av många beslutsträd. Varje träd får "rösta" om en trafik är attack eller inte, och majoriteten vinner. Det är en kraftfull och populär algoritm för klassificering .</a:t>
                      </a:r>
                    </a:p>
                  </a:txBody>
                  <a:tcPr marL="103111" marR="61867" marT="0" marB="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71065599"/>
                  </a:ext>
                </a:extLst>
              </a:tr>
              <a:tr h="534514">
                <a:tc>
                  <a:txBody>
                    <a:bodyPr/>
                    <a:lstStyle/>
                    <a:p>
                      <a:pPr>
                        <a:lnSpc>
                          <a:spcPts val="1875"/>
                        </a:lnSpc>
                        <a:buNone/>
                      </a:pPr>
                      <a:r>
                        <a:rPr lang="sv-SE" sz="1800" b="1" cap="none" spc="0">
                          <a:solidFill>
                            <a:schemeClr val="tx1"/>
                          </a:solidFill>
                          <a:effectLst/>
                          <a:latin typeface="quote-cjk-patch"/>
                        </a:rPr>
                        <a:t>Vad är </a:t>
                      </a:r>
                      <a:r>
                        <a:rPr lang="sv-SE" sz="1800" b="0" cap="none" spc="0">
                          <a:solidFill>
                            <a:schemeClr val="tx1"/>
                          </a:solidFill>
                          <a:effectLst/>
                          <a:latin typeface="Menlo"/>
                        </a:rPr>
                        <a:t>n_estimators=100</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Det betyder att modellen bygger 100 olika beslutsträd. Fler träd ger ofta bättre resultat, men tar längre tid att träna .</a:t>
                      </a:r>
                    </a:p>
                  </a:txBody>
                  <a:tcPr marL="103111" marR="61867"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564497937"/>
                  </a:ext>
                </a:extLst>
              </a:tr>
              <a:tr h="534514">
                <a:tc>
                  <a:txBody>
                    <a:bodyPr/>
                    <a:lstStyle/>
                    <a:p>
                      <a:pPr>
                        <a:lnSpc>
                          <a:spcPts val="1875"/>
                        </a:lnSpc>
                        <a:buNone/>
                      </a:pPr>
                      <a:r>
                        <a:rPr lang="sv-SE" sz="1800" b="1" cap="none" spc="0">
                          <a:solidFill>
                            <a:schemeClr val="tx1"/>
                          </a:solidFill>
                          <a:effectLst/>
                          <a:latin typeface="quote-cjk-patch"/>
                        </a:rPr>
                        <a:t>Vad är </a:t>
                      </a:r>
                      <a:r>
                        <a:rPr lang="sv-SE" sz="1800" b="0" cap="none" spc="0">
                          <a:solidFill>
                            <a:schemeClr val="tx1"/>
                          </a:solidFill>
                          <a:effectLst/>
                          <a:latin typeface="Menlo"/>
                        </a:rPr>
                        <a:t>random_state=42</a:t>
                      </a:r>
                      <a:r>
                        <a:rPr lang="sv-SE" sz="1800" b="1" cap="none" spc="0">
                          <a:solidFill>
                            <a:schemeClr val="tx1"/>
                          </a:solidFill>
                          <a:effectLst/>
                          <a:latin typeface="quote-cjk-patch"/>
                        </a:rPr>
                        <a:t>?</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Det är ett "frö" som gör att slumptalen blir samma varje gång. Det gör att du och jag får exakt samma resultat – bra för reproducerbarhet .</a:t>
                      </a:r>
                    </a:p>
                  </a:txBody>
                  <a:tcPr marL="103111" marR="61867" marT="0" marB="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029379355"/>
                  </a:ext>
                </a:extLst>
              </a:tr>
              <a:tr h="534514">
                <a:tc>
                  <a:txBody>
                    <a:bodyPr/>
                    <a:lstStyle/>
                    <a:p>
                      <a:pPr>
                        <a:lnSpc>
                          <a:spcPts val="1875"/>
                        </a:lnSpc>
                        <a:buNone/>
                      </a:pPr>
                      <a:r>
                        <a:rPr lang="sv-SE" sz="1800" b="1" cap="none" spc="0">
                          <a:solidFill>
                            <a:schemeClr val="tx1"/>
                          </a:solidFill>
                          <a:effectLst/>
                          <a:latin typeface="quote-cjk-patch"/>
                        </a:rPr>
                        <a:t>Vad är feature importance?</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800" b="0" cap="none" spc="0">
                          <a:solidFill>
                            <a:schemeClr val="tx1"/>
                          </a:solidFill>
                          <a:effectLst/>
                          <a:latin typeface="quote-cjk-patch"/>
                        </a:rPr>
                        <a:t>Det visar vilka kolumner som är viktigast för modellens beslut. DestinationPort kanske är viktigast, medan SourcePort kanske är mindre viktig .</a:t>
                      </a:r>
                    </a:p>
                  </a:txBody>
                  <a:tcPr marL="103111" marR="61867"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10417217"/>
                  </a:ext>
                </a:extLst>
              </a:tr>
              <a:tr h="1163355">
                <a:tc>
                  <a:txBody>
                    <a:bodyPr/>
                    <a:lstStyle/>
                    <a:p>
                      <a:pPr>
                        <a:lnSpc>
                          <a:spcPts val="1875"/>
                        </a:lnSpc>
                        <a:buNone/>
                      </a:pPr>
                      <a:r>
                        <a:rPr lang="sv-SE" sz="1800" b="1" cap="none" spc="0">
                          <a:solidFill>
                            <a:schemeClr val="tx1"/>
                          </a:solidFill>
                          <a:effectLst/>
                          <a:latin typeface="quote-cjk-patch"/>
                        </a:rPr>
                        <a:t>Vad är Confusion Matrix?</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1800" b="0" cap="none" spc="0">
                          <a:solidFill>
                            <a:schemeClr val="tx1"/>
                          </a:solidFill>
                          <a:effectLst/>
                          <a:latin typeface="quote-cjk-patch"/>
                        </a:rPr>
                        <a:t>En tabell som visar:</a:t>
                      </a:r>
                      <a:br>
                        <a:rPr lang="sv-SE" sz="1800" b="0" cap="none" spc="0" dirty="0">
                          <a:solidFill>
                            <a:srgbClr val="000000"/>
                          </a:solidFill>
                          <a:effectLst/>
                          <a:latin typeface="quote-cjk-patch"/>
                        </a:rPr>
                      </a:br>
                      <a:r>
                        <a:rPr lang="sv-SE" sz="1800" b="0" cap="none" spc="0">
                          <a:solidFill>
                            <a:schemeClr val="tx1"/>
                          </a:solidFill>
                          <a:effectLst/>
                          <a:latin typeface="quote-cjk-patch"/>
                        </a:rPr>
                        <a:t>• </a:t>
                      </a:r>
                      <a:r>
                        <a:rPr lang="sv-SE" sz="1800" b="1" cap="none" spc="0">
                          <a:solidFill>
                            <a:schemeClr val="tx1"/>
                          </a:solidFill>
                          <a:effectLst/>
                          <a:latin typeface="quote-cjk-patch"/>
                        </a:rPr>
                        <a:t>TP</a:t>
                      </a:r>
                      <a:r>
                        <a:rPr lang="sv-SE" sz="1800" b="0" cap="none" spc="0">
                          <a:solidFill>
                            <a:schemeClr val="tx1"/>
                          </a:solidFill>
                          <a:effectLst/>
                          <a:latin typeface="quote-cjk-patch"/>
                        </a:rPr>
                        <a:t> (True Positive) – attacker som upptäcktes korrekt</a:t>
                      </a:r>
                      <a:br>
                        <a:rPr lang="sv-SE" sz="1800" b="0" cap="none" spc="0" dirty="0">
                          <a:solidFill>
                            <a:srgbClr val="000000"/>
                          </a:solidFill>
                          <a:effectLst/>
                          <a:latin typeface="quote-cjk-patch"/>
                        </a:rPr>
                      </a:br>
                      <a:r>
                        <a:rPr lang="sv-SE" sz="1800" b="0" cap="none" spc="0">
                          <a:solidFill>
                            <a:schemeClr val="tx1"/>
                          </a:solidFill>
                          <a:effectLst/>
                          <a:latin typeface="quote-cjk-patch"/>
                        </a:rPr>
                        <a:t>• </a:t>
                      </a:r>
                      <a:r>
                        <a:rPr lang="sv-SE" sz="1800" b="1" cap="none" spc="0">
                          <a:solidFill>
                            <a:schemeClr val="tx1"/>
                          </a:solidFill>
                          <a:effectLst/>
                          <a:latin typeface="quote-cjk-patch"/>
                        </a:rPr>
                        <a:t>TN</a:t>
                      </a:r>
                      <a:r>
                        <a:rPr lang="sv-SE" sz="1800" b="0" cap="none" spc="0">
                          <a:solidFill>
                            <a:schemeClr val="tx1"/>
                          </a:solidFill>
                          <a:effectLst/>
                          <a:latin typeface="quote-cjk-patch"/>
                        </a:rPr>
                        <a:t> (True Negative) – normal trafik som klassades rätt</a:t>
                      </a:r>
                      <a:br>
                        <a:rPr lang="sv-SE" sz="1800" b="0" cap="none" spc="0" dirty="0">
                          <a:solidFill>
                            <a:srgbClr val="000000"/>
                          </a:solidFill>
                          <a:effectLst/>
                          <a:latin typeface="quote-cjk-patch"/>
                        </a:rPr>
                      </a:br>
                      <a:r>
                        <a:rPr lang="sv-SE" sz="1800" b="0" cap="none" spc="0">
                          <a:solidFill>
                            <a:schemeClr val="tx1"/>
                          </a:solidFill>
                          <a:effectLst/>
                          <a:latin typeface="quote-cjk-patch"/>
                        </a:rPr>
                        <a:t>• </a:t>
                      </a:r>
                      <a:r>
                        <a:rPr lang="sv-SE" sz="1800" b="1" cap="none" spc="0">
                          <a:solidFill>
                            <a:schemeClr val="tx1"/>
                          </a:solidFill>
                          <a:effectLst/>
                          <a:latin typeface="quote-cjk-patch"/>
                        </a:rPr>
                        <a:t>FP</a:t>
                      </a:r>
                      <a:r>
                        <a:rPr lang="sv-SE" sz="1800" b="0" cap="none" spc="0">
                          <a:solidFill>
                            <a:schemeClr val="tx1"/>
                          </a:solidFill>
                          <a:effectLst/>
                          <a:latin typeface="quote-cjk-patch"/>
                        </a:rPr>
                        <a:t> (False Positive) – falsklarm (normal som flaggades som attack)</a:t>
                      </a:r>
                      <a:br>
                        <a:rPr lang="sv-SE" sz="1800" b="0" cap="none" spc="0" dirty="0">
                          <a:solidFill>
                            <a:srgbClr val="000000"/>
                          </a:solidFill>
                          <a:effectLst/>
                          <a:latin typeface="quote-cjk-patch"/>
                        </a:rPr>
                      </a:br>
                      <a:r>
                        <a:rPr lang="sv-SE" sz="1800" b="0" cap="none" spc="0">
                          <a:solidFill>
                            <a:schemeClr val="tx1"/>
                          </a:solidFill>
                          <a:effectLst/>
                          <a:latin typeface="quote-cjk-patch"/>
                        </a:rPr>
                        <a:t>• </a:t>
                      </a:r>
                      <a:r>
                        <a:rPr lang="sv-SE" sz="1800" b="1" cap="none" spc="0">
                          <a:solidFill>
                            <a:schemeClr val="tx1"/>
                          </a:solidFill>
                          <a:effectLst/>
                          <a:latin typeface="quote-cjk-patch"/>
                        </a:rPr>
                        <a:t>FN</a:t>
                      </a:r>
                      <a:r>
                        <a:rPr lang="sv-SE" sz="1800" b="0" cap="none" spc="0">
                          <a:solidFill>
                            <a:schemeClr val="tx1"/>
                          </a:solidFill>
                          <a:effectLst/>
                          <a:latin typeface="quote-cjk-patch"/>
                        </a:rPr>
                        <a:t> (False Negative) – missade attacker .</a:t>
                      </a:r>
                    </a:p>
                  </a:txBody>
                  <a:tcPr marL="103111" marR="61867" marT="0" marB="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269775437"/>
                  </a:ext>
                </a:extLst>
              </a:tr>
              <a:tr h="482109">
                <a:tc>
                  <a:txBody>
                    <a:bodyPr/>
                    <a:lstStyle/>
                    <a:p>
                      <a:pPr>
                        <a:lnSpc>
                          <a:spcPts val="1875"/>
                        </a:lnSpc>
                        <a:buNone/>
                      </a:pPr>
                      <a:r>
                        <a:rPr lang="sv-SE" sz="1800" b="1" cap="none" spc="0">
                          <a:solidFill>
                            <a:schemeClr val="tx1"/>
                          </a:solidFill>
                          <a:effectLst/>
                          <a:latin typeface="quote-cjk-patch"/>
                        </a:rPr>
                        <a:t>Varför måste jag spara feature_columns.pkl?</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nSpc>
                          <a:spcPts val="1650"/>
                        </a:lnSpc>
                        <a:buNone/>
                      </a:pPr>
                      <a:r>
                        <a:rPr lang="sv-SE" sz="1800" b="0" cap="none" spc="0">
                          <a:solidFill>
                            <a:schemeClr val="tx1"/>
                          </a:solidFill>
                          <a:effectLst/>
                          <a:latin typeface="quote-cjk-patch"/>
                        </a:rPr>
                        <a:t>Otroligt viktigt! När du ska analysera NY data måste du förbereda den på EXAKT samma sätt som träningsdatan. </a:t>
                      </a:r>
                      <a:r>
                        <a:rPr lang="sv-SE" sz="1800" b="0" cap="none" spc="0">
                          <a:solidFill>
                            <a:schemeClr val="tx1"/>
                          </a:solidFill>
                          <a:effectLst/>
                          <a:latin typeface="Menlo"/>
                        </a:rPr>
                        <a:t>feature_columns.pkl</a:t>
                      </a:r>
                      <a:r>
                        <a:rPr lang="sv-SE" sz="1800" b="0" cap="none" spc="0">
                          <a:solidFill>
                            <a:schemeClr val="tx1"/>
                          </a:solidFill>
                          <a:effectLst/>
                          <a:latin typeface="quote-cjk-patch"/>
                        </a:rPr>
                        <a:t> talar om vilka kolumner modellen förväntar sig och i vilken ordning .</a:t>
                      </a:r>
                    </a:p>
                  </a:txBody>
                  <a:tcPr marL="103111" marR="61867" marT="0"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24890594"/>
                  </a:ext>
                </a:extLst>
              </a:tr>
              <a:tr h="482109">
                <a:tc>
                  <a:txBody>
                    <a:bodyPr/>
                    <a:lstStyle/>
                    <a:p>
                      <a:pPr>
                        <a:lnSpc>
                          <a:spcPts val="1875"/>
                        </a:lnSpc>
                        <a:buNone/>
                      </a:pPr>
                      <a:r>
                        <a:rPr lang="sv-SE" sz="1800" b="1" cap="none" spc="0">
                          <a:solidFill>
                            <a:schemeClr val="tx1"/>
                          </a:solidFill>
                          <a:effectLst/>
                          <a:latin typeface="quote-cjk-patch"/>
                        </a:rPr>
                        <a:t>Kan jag träna om modellen senare?</a:t>
                      </a:r>
                      <a:endParaRPr lang="sv-SE" sz="1800" b="0" cap="none" spc="0">
                        <a:solidFill>
                          <a:schemeClr val="tx1"/>
                        </a:solidFill>
                        <a:effectLst/>
                        <a:latin typeface="quote-cjk-patch"/>
                      </a:endParaRPr>
                    </a:p>
                  </a:txBody>
                  <a:tcPr marL="61867" marR="103111" marT="0" marB="0"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ts val="1650"/>
                        </a:lnSpc>
                        <a:buNone/>
                      </a:pPr>
                      <a:r>
                        <a:rPr lang="sv-SE" sz="1800" b="0" cap="none" spc="0">
                          <a:solidFill>
                            <a:schemeClr val="tx1"/>
                          </a:solidFill>
                          <a:effectLst/>
                          <a:latin typeface="quote-cjk-patch"/>
                        </a:rPr>
                        <a:t>Ja! Du kan alltid komma tillbaka till Colab, ändra data och träna om. Spara bara den nya </a:t>
                      </a:r>
                      <a:r>
                        <a:rPr lang="sv-SE" sz="1800" b="0" cap="none" spc="0">
                          <a:solidFill>
                            <a:schemeClr val="tx1"/>
                          </a:solidFill>
                          <a:effectLst/>
                          <a:latin typeface="Menlo"/>
                        </a:rPr>
                        <a:t>.pkl</a:t>
                      </a:r>
                      <a:r>
                        <a:rPr lang="sv-SE" sz="1800" b="0" cap="none" spc="0">
                          <a:solidFill>
                            <a:schemeClr val="tx1"/>
                          </a:solidFill>
                          <a:effectLst/>
                          <a:latin typeface="quote-cjk-patch"/>
                        </a:rPr>
                        <a:t>-filen och ersätt den gamla.</a:t>
                      </a:r>
                    </a:p>
                  </a:txBody>
                  <a:tcPr marL="103111" marR="61867" marT="0" marB="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58677056"/>
                  </a:ext>
                </a:extLst>
              </a:tr>
            </a:tbl>
          </a:graphicData>
        </a:graphic>
      </p:graphicFrame>
    </p:spTree>
    <p:extLst>
      <p:ext uri="{BB962C8B-B14F-4D97-AF65-F5344CB8AC3E}">
        <p14:creationId xmlns:p14="http://schemas.microsoft.com/office/powerpoint/2010/main" val="23682971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C46C8910-CF7E-7B24-F320-37F5932A8D27}"/>
              </a:ext>
            </a:extLst>
          </p:cNvPr>
          <p:cNvSpPr>
            <a:spLocks noGrp="1"/>
          </p:cNvSpPr>
          <p:nvPr>
            <p:ph type="title"/>
          </p:nvPr>
        </p:nvSpPr>
        <p:spPr>
          <a:xfrm>
            <a:off x="1137036" y="548640"/>
            <a:ext cx="9916632" cy="1188720"/>
          </a:xfrm>
        </p:spPr>
        <p:txBody>
          <a:bodyPr>
            <a:normAutofit/>
          </a:bodyPr>
          <a:lstStyle/>
          <a:p>
            <a:r>
              <a:rPr lang="sv-SE" sz="3700">
                <a:solidFill>
                  <a:schemeClr val="tx1">
                    <a:lumMod val="85000"/>
                    <a:lumOff val="15000"/>
                  </a:schemeClr>
                </a:solidFill>
                <a:ea typeface="+mj-lt"/>
                <a:cs typeface="+mj-lt"/>
              </a:rPr>
              <a:t>Steg 10: Koppla ML-modellen till databasen och kör analys</a:t>
            </a:r>
            <a:endParaRPr lang="sv-SE" sz="3700">
              <a:solidFill>
                <a:schemeClr val="tx1">
                  <a:lumMod val="85000"/>
                  <a:lumOff val="15000"/>
                </a:schemeClr>
              </a:solidFill>
            </a:endParaRPr>
          </a:p>
        </p:txBody>
      </p:sp>
      <p:sp>
        <p:nvSpPr>
          <p:cNvPr id="3" name="Platshållare för innehåll 2">
            <a:extLst>
              <a:ext uri="{FF2B5EF4-FFF2-40B4-BE49-F238E27FC236}">
                <a16:creationId xmlns:a16="http://schemas.microsoft.com/office/drawing/2014/main" id="{3AAE78FD-15C0-3F56-4F0A-DC9E9E5541F0}"/>
              </a:ext>
            </a:extLst>
          </p:cNvPr>
          <p:cNvSpPr>
            <a:spLocks noGrp="1"/>
          </p:cNvSpPr>
          <p:nvPr>
            <p:ph idx="1"/>
          </p:nvPr>
        </p:nvSpPr>
        <p:spPr>
          <a:xfrm>
            <a:off x="189572" y="2431767"/>
            <a:ext cx="11640327" cy="3987080"/>
          </a:xfrm>
        </p:spPr>
        <p:txBody>
          <a:bodyPr vert="horz" lIns="91440" tIns="45720" rIns="91440" bIns="45720" rtlCol="0" anchor="ctr">
            <a:normAutofit/>
          </a:bodyPr>
          <a:lstStyle/>
          <a:p>
            <a:r>
              <a:rPr lang="sv-SE" sz="2400">
                <a:solidFill>
                  <a:schemeClr val="tx1">
                    <a:lumMod val="85000"/>
                    <a:lumOff val="15000"/>
                  </a:schemeClr>
                </a:solidFill>
                <a:highlight>
                  <a:srgbClr val="FFFFFF"/>
                </a:highlight>
                <a:ea typeface="+mn-lt"/>
                <a:cs typeface="+mn-lt"/>
              </a:rPr>
              <a:t>Nu ska vi äntligen koppla ihop vår tränade ML-modell med databasen! Vi skapar ett </a:t>
            </a:r>
            <a:r>
              <a:rPr lang="sv-SE" sz="2400" b="1">
                <a:solidFill>
                  <a:schemeClr val="tx1">
                    <a:lumMod val="85000"/>
                    <a:lumOff val="15000"/>
                  </a:schemeClr>
                </a:solidFill>
                <a:highlight>
                  <a:srgbClr val="FFFFFF"/>
                </a:highlight>
                <a:ea typeface="+mn-lt"/>
                <a:cs typeface="+mn-lt"/>
              </a:rPr>
              <a:t>produktionssystem</a:t>
            </a:r>
            <a:r>
              <a:rPr lang="sv-SE" sz="2400">
                <a:solidFill>
                  <a:schemeClr val="tx1">
                    <a:lumMod val="85000"/>
                    <a:lumOff val="15000"/>
                  </a:schemeClr>
                </a:solidFill>
                <a:highlight>
                  <a:srgbClr val="FFFFFF"/>
                </a:highlight>
                <a:ea typeface="+mn-lt"/>
                <a:cs typeface="+mn-lt"/>
              </a:rPr>
              <a:t> i VS Code som automatiskt:</a:t>
            </a:r>
            <a:endParaRPr lang="sv-SE" sz="2400">
              <a:solidFill>
                <a:schemeClr val="tx1">
                  <a:lumMod val="85000"/>
                  <a:lumOff val="15000"/>
                </a:schemeClr>
              </a:solidFill>
            </a:endParaRPr>
          </a:p>
          <a:p>
            <a:r>
              <a:rPr lang="sv-SE" sz="2400" b="1">
                <a:solidFill>
                  <a:schemeClr val="tx1">
                    <a:lumMod val="85000"/>
                    <a:lumOff val="15000"/>
                  </a:schemeClr>
                </a:solidFill>
                <a:highlight>
                  <a:srgbClr val="FFFFFF"/>
                </a:highlight>
                <a:ea typeface="+mn-lt"/>
                <a:cs typeface="+mn-lt"/>
              </a:rPr>
              <a:t>Hämtar ny data</a:t>
            </a:r>
            <a:r>
              <a:rPr lang="sv-SE" sz="2400">
                <a:solidFill>
                  <a:schemeClr val="tx1">
                    <a:lumMod val="85000"/>
                    <a:lumOff val="15000"/>
                  </a:schemeClr>
                </a:solidFill>
                <a:highlight>
                  <a:srgbClr val="FFFFFF"/>
                </a:highlight>
                <a:ea typeface="+mn-lt"/>
                <a:cs typeface="+mn-lt"/>
              </a:rPr>
              <a:t> från SQL Server (tabellen </a:t>
            </a:r>
            <a:r>
              <a:rPr lang="sv-SE" sz="2400">
                <a:solidFill>
                  <a:schemeClr val="tx1">
                    <a:lumMod val="85000"/>
                    <a:lumOff val="15000"/>
                  </a:schemeClr>
                </a:solidFill>
                <a:highlight>
                  <a:srgbClr val="EBEEF2"/>
                </a:highlight>
                <a:latin typeface="Consolas"/>
              </a:rPr>
              <a:t>NetworkTrafficLogs</a:t>
            </a:r>
            <a:r>
              <a:rPr lang="sv-SE" sz="2400">
                <a:solidFill>
                  <a:schemeClr val="tx1">
                    <a:lumMod val="85000"/>
                    <a:lumOff val="15000"/>
                  </a:schemeClr>
                </a:solidFill>
                <a:highlight>
                  <a:srgbClr val="FFFFFF"/>
                </a:highlight>
                <a:ea typeface="+mn-lt"/>
                <a:cs typeface="+mn-lt"/>
              </a:rPr>
              <a:t>)</a:t>
            </a:r>
            <a:endParaRPr lang="sv-SE" sz="2400">
              <a:solidFill>
                <a:schemeClr val="tx1">
                  <a:lumMod val="85000"/>
                  <a:lumOff val="15000"/>
                </a:schemeClr>
              </a:solidFill>
            </a:endParaRPr>
          </a:p>
          <a:p>
            <a:r>
              <a:rPr lang="sv-SE" sz="2400" b="1">
                <a:solidFill>
                  <a:schemeClr val="tx1">
                    <a:lumMod val="85000"/>
                    <a:lumOff val="15000"/>
                  </a:schemeClr>
                </a:solidFill>
                <a:highlight>
                  <a:srgbClr val="FFFFFF"/>
                </a:highlight>
                <a:ea typeface="+mn-lt"/>
                <a:cs typeface="+mn-lt"/>
              </a:rPr>
              <a:t>Använder vår tränade modell</a:t>
            </a:r>
            <a:r>
              <a:rPr lang="sv-SE" sz="2400">
                <a:solidFill>
                  <a:schemeClr val="tx1">
                    <a:lumMod val="85000"/>
                    <a:lumOff val="15000"/>
                  </a:schemeClr>
                </a:solidFill>
                <a:highlight>
                  <a:srgbClr val="FFFFFF"/>
                </a:highlight>
                <a:ea typeface="+mn-lt"/>
                <a:cs typeface="+mn-lt"/>
              </a:rPr>
              <a:t> (</a:t>
            </a:r>
            <a:r>
              <a:rPr lang="sv-SE" sz="2400">
                <a:solidFill>
                  <a:schemeClr val="tx1">
                    <a:lumMod val="85000"/>
                    <a:lumOff val="15000"/>
                  </a:schemeClr>
                </a:solidFill>
                <a:highlight>
                  <a:srgbClr val="EBEEF2"/>
                </a:highlight>
                <a:latin typeface="Consolas"/>
              </a:rPr>
              <a:t>.pkl</a:t>
            </a:r>
            <a:r>
              <a:rPr lang="sv-SE" sz="2400">
                <a:solidFill>
                  <a:schemeClr val="tx1">
                    <a:lumMod val="85000"/>
                    <a:lumOff val="15000"/>
                  </a:schemeClr>
                </a:solidFill>
                <a:highlight>
                  <a:srgbClr val="FFFFFF"/>
                </a:highlight>
                <a:ea typeface="+mn-lt"/>
                <a:cs typeface="+mn-lt"/>
              </a:rPr>
              <a:t>-filen) för att analysera datan</a:t>
            </a:r>
            <a:endParaRPr lang="sv-SE" sz="2400">
              <a:solidFill>
                <a:schemeClr val="tx1">
                  <a:lumMod val="85000"/>
                  <a:lumOff val="15000"/>
                </a:schemeClr>
              </a:solidFill>
            </a:endParaRPr>
          </a:p>
          <a:p>
            <a:r>
              <a:rPr lang="sv-SE" sz="2400" b="1">
                <a:solidFill>
                  <a:schemeClr val="tx1">
                    <a:lumMod val="85000"/>
                    <a:lumOff val="15000"/>
                  </a:schemeClr>
                </a:solidFill>
                <a:highlight>
                  <a:srgbClr val="FFFFFF"/>
                </a:highlight>
                <a:ea typeface="+mn-lt"/>
                <a:cs typeface="+mn-lt"/>
              </a:rPr>
              <a:t>Sparar resultaten</a:t>
            </a:r>
            <a:r>
              <a:rPr lang="sv-SE" sz="2400">
                <a:solidFill>
                  <a:schemeClr val="tx1">
                    <a:lumMod val="85000"/>
                    <a:lumOff val="15000"/>
                  </a:schemeClr>
                </a:solidFill>
                <a:highlight>
                  <a:srgbClr val="FFFFFF"/>
                </a:highlight>
                <a:ea typeface="+mn-lt"/>
                <a:cs typeface="+mn-lt"/>
              </a:rPr>
              <a:t> tillbaka i SQL Server (tabellen </a:t>
            </a:r>
            <a:r>
              <a:rPr lang="sv-SE" sz="2400">
                <a:solidFill>
                  <a:schemeClr val="tx1">
                    <a:lumMod val="85000"/>
                    <a:lumOff val="15000"/>
                  </a:schemeClr>
                </a:solidFill>
                <a:highlight>
                  <a:srgbClr val="EBEEF2"/>
                </a:highlight>
                <a:latin typeface="Consolas"/>
              </a:rPr>
              <a:t>ThreatDetections</a:t>
            </a:r>
            <a:r>
              <a:rPr lang="sv-SE" sz="2400">
                <a:solidFill>
                  <a:schemeClr val="tx1">
                    <a:lumMod val="85000"/>
                    <a:lumOff val="15000"/>
                  </a:schemeClr>
                </a:solidFill>
                <a:highlight>
                  <a:srgbClr val="FFFFFF"/>
                </a:highlight>
                <a:ea typeface="+mn-lt"/>
                <a:cs typeface="+mn-lt"/>
              </a:rPr>
              <a:t>)</a:t>
            </a:r>
            <a:endParaRPr lang="sv-SE" sz="2400">
              <a:solidFill>
                <a:schemeClr val="tx1">
                  <a:lumMod val="85000"/>
                  <a:lumOff val="15000"/>
                </a:schemeClr>
              </a:solidFill>
            </a:endParaRPr>
          </a:p>
          <a:p>
            <a:r>
              <a:rPr lang="sv-SE" sz="2400">
                <a:solidFill>
                  <a:schemeClr val="tx1">
                    <a:lumMod val="85000"/>
                    <a:lumOff val="15000"/>
                  </a:schemeClr>
                </a:solidFill>
                <a:highlight>
                  <a:srgbClr val="FFFFFF"/>
                </a:highlight>
                <a:ea typeface="+mn-lt"/>
                <a:cs typeface="+mn-lt"/>
              </a:rPr>
              <a:t>Detta är exakt hur det fungerar i verklig produktion – ett automatiskt system som analyserar ny data när den kommer in .</a:t>
            </a:r>
            <a:endParaRPr lang="sv-SE" sz="2400">
              <a:solidFill>
                <a:schemeClr val="tx1">
                  <a:lumMod val="85000"/>
                  <a:lumOff val="15000"/>
                </a:schemeClr>
              </a:solidFill>
            </a:endParaRPr>
          </a:p>
        </p:txBody>
      </p:sp>
    </p:spTree>
    <p:extLst>
      <p:ext uri="{BB962C8B-B14F-4D97-AF65-F5344CB8AC3E}">
        <p14:creationId xmlns:p14="http://schemas.microsoft.com/office/powerpoint/2010/main" val="34291751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8F3E63F7-39D8-142D-FDA8-FC3D4DC82BDB}"/>
              </a:ext>
            </a:extLst>
          </p:cNvPr>
          <p:cNvSpPr>
            <a:spLocks noGrp="1"/>
          </p:cNvSpPr>
          <p:nvPr>
            <p:ph type="title"/>
          </p:nvPr>
        </p:nvSpPr>
        <p:spPr>
          <a:xfrm>
            <a:off x="1629751" y="934327"/>
            <a:ext cx="8924392" cy="1058275"/>
          </a:xfrm>
        </p:spPr>
        <p:txBody>
          <a:bodyPr>
            <a:normAutofit/>
          </a:bodyPr>
          <a:lstStyle/>
          <a:p>
            <a:pPr algn="ctr"/>
            <a:r>
              <a:rPr lang="sv-SE">
                <a:ea typeface="+mj-lt"/>
                <a:cs typeface="+mj-lt"/>
              </a:rPr>
              <a:t>Förberedelser </a:t>
            </a:r>
            <a:endParaRPr lang="sv-SE"/>
          </a:p>
        </p:txBody>
      </p:sp>
      <p:sp>
        <p:nvSpPr>
          <p:cNvPr id="16" name="Freeform: Shape 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latshållare för innehåll 2">
            <a:extLst>
              <a:ext uri="{FF2B5EF4-FFF2-40B4-BE49-F238E27FC236}">
                <a16:creationId xmlns:a16="http://schemas.microsoft.com/office/drawing/2014/main" id="{BED50246-3380-3651-CEB6-F5EA17D2F8AF}"/>
              </a:ext>
            </a:extLst>
          </p:cNvPr>
          <p:cNvSpPr>
            <a:spLocks noGrp="1"/>
          </p:cNvSpPr>
          <p:nvPr>
            <p:ph idx="1"/>
          </p:nvPr>
        </p:nvSpPr>
        <p:spPr>
          <a:xfrm>
            <a:off x="1941207" y="2752316"/>
            <a:ext cx="8309586" cy="2756848"/>
          </a:xfrm>
        </p:spPr>
        <p:txBody>
          <a:bodyPr vert="horz" lIns="91440" tIns="45720" rIns="91440" bIns="45720" rtlCol="0">
            <a:normAutofit/>
          </a:bodyPr>
          <a:lstStyle/>
          <a:p>
            <a:r>
              <a:rPr lang="sv-SE" sz="1900">
                <a:latin typeface="Consolas"/>
              </a:rPr>
              <a:t>D:\FSHI\...\SQL2025\network_model\
├── network_intrusion_model.pkl      (från Steg 9)
├── feature_columns.pkl               (från Steg 9)
├── analyze_network_traffic.py        (skapas automatiskt)
├── run_ml_analysis.ps1               (detta skript)
└── requirements.txt                   (skapas automatiskt)</a:t>
            </a:r>
            <a:endParaRPr lang="sv-SE" sz="1900"/>
          </a:p>
        </p:txBody>
      </p:sp>
    </p:spTree>
    <p:extLst>
      <p:ext uri="{BB962C8B-B14F-4D97-AF65-F5344CB8AC3E}">
        <p14:creationId xmlns:p14="http://schemas.microsoft.com/office/powerpoint/2010/main" val="36198814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010A60E6-66C9-3F63-BB65-A34EA4627C4C}"/>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dirty="0">
                <a:solidFill>
                  <a:schemeClr val="tx1"/>
                </a:solidFill>
                <a:latin typeface="+mj-lt"/>
                <a:ea typeface="+mj-ea"/>
                <a:cs typeface="+mj-cs"/>
              </a:rPr>
              <a:t>Steg-för-</a:t>
            </a:r>
            <a:r>
              <a:rPr lang="en-US" sz="5200" kern="1200" dirty="0" err="1">
                <a:solidFill>
                  <a:schemeClr val="tx1"/>
                </a:solidFill>
                <a:latin typeface="+mj-lt"/>
                <a:ea typeface="+mj-ea"/>
                <a:cs typeface="+mj-cs"/>
              </a:rPr>
              <a:t>steg</a:t>
            </a:r>
            <a:r>
              <a:rPr lang="en-US" sz="5200" kern="1200" dirty="0">
                <a:solidFill>
                  <a:schemeClr val="tx1"/>
                </a:solidFill>
                <a:latin typeface="+mj-lt"/>
                <a:ea typeface="+mj-ea"/>
                <a:cs typeface="+mj-cs"/>
              </a:rPr>
              <a:t> </a:t>
            </a:r>
            <a:r>
              <a:rPr lang="en-US" sz="5200" kern="1200" dirty="0" err="1">
                <a:solidFill>
                  <a:schemeClr val="tx1"/>
                </a:solidFill>
                <a:latin typeface="+mj-lt"/>
                <a:ea typeface="+mj-ea"/>
                <a:cs typeface="+mj-cs"/>
              </a:rPr>
              <a:t>instruktioner</a:t>
            </a:r>
            <a:r>
              <a:rPr lang="en-US" sz="5200" kern="1200" dirty="0">
                <a:solidFill>
                  <a:schemeClr val="tx1"/>
                </a:solidFill>
                <a:latin typeface="+mj-lt"/>
                <a:ea typeface="+mj-ea"/>
                <a:cs typeface="+mj-cs"/>
              </a:rPr>
              <a:t> för </a:t>
            </a:r>
            <a:r>
              <a:rPr lang="en-US" sz="5200" kern="1200" dirty="0" err="1">
                <a:solidFill>
                  <a:schemeClr val="tx1"/>
                </a:solidFill>
                <a:latin typeface="+mj-lt"/>
                <a:ea typeface="+mj-ea"/>
                <a:cs typeface="+mj-cs"/>
              </a:rPr>
              <a:t>att</a:t>
            </a:r>
            <a:r>
              <a:rPr lang="en-US" sz="5200" kern="1200" dirty="0">
                <a:solidFill>
                  <a:schemeClr val="tx1"/>
                </a:solidFill>
                <a:latin typeface="+mj-lt"/>
                <a:ea typeface="+mj-ea"/>
                <a:cs typeface="+mj-cs"/>
              </a:rPr>
              <a:t> </a:t>
            </a:r>
            <a:r>
              <a:rPr lang="en-US" sz="5200" kern="1200" dirty="0" err="1">
                <a:solidFill>
                  <a:schemeClr val="tx1"/>
                </a:solidFill>
                <a:latin typeface="+mj-lt"/>
                <a:ea typeface="+mj-ea"/>
                <a:cs typeface="+mj-cs"/>
              </a:rPr>
              <a:t>köra</a:t>
            </a:r>
            <a:r>
              <a:rPr lang="en-US" sz="5200" kern="1200" dirty="0">
                <a:solidFill>
                  <a:schemeClr val="tx1"/>
                </a:solidFill>
                <a:latin typeface="+mj-lt"/>
                <a:ea typeface="+mj-ea"/>
                <a:cs typeface="+mj-cs"/>
              </a:rPr>
              <a:t> ML-</a:t>
            </a:r>
            <a:r>
              <a:rPr lang="en-US" sz="5200" kern="1200" dirty="0" err="1">
                <a:solidFill>
                  <a:schemeClr val="tx1"/>
                </a:solidFill>
                <a:latin typeface="+mj-lt"/>
                <a:ea typeface="+mj-ea"/>
                <a:cs typeface="+mj-cs"/>
              </a:rPr>
              <a:t>analysen</a:t>
            </a:r>
          </a:p>
        </p:txBody>
      </p:sp>
      <p:pic>
        <p:nvPicPr>
          <p:cNvPr id="6" name="Graphic 5" descr="Fotavtryck">
            <a:extLst>
              <a:ext uri="{FF2B5EF4-FFF2-40B4-BE49-F238E27FC236}">
                <a16:creationId xmlns:a16="http://schemas.microsoft.com/office/drawing/2014/main" id="{58007688-6033-387A-7199-4948A33896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8" name="Graphic 7" descr="Fotavtryck">
            <a:extLst>
              <a:ext uri="{FF2B5EF4-FFF2-40B4-BE49-F238E27FC236}">
                <a16:creationId xmlns:a16="http://schemas.microsoft.com/office/drawing/2014/main" id="{D1220BAC-ABE8-4AA3-B39F-F19EB12C94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36075910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C5C4BF41-0AEA-9050-6989-477F1FFE847E}"/>
              </a:ext>
            </a:extLst>
          </p:cNvPr>
          <p:cNvGraphicFramePr>
            <a:graphicFrameLocks noGrp="1"/>
          </p:cNvGraphicFramePr>
          <p:nvPr>
            <p:ph idx="1"/>
            <p:extLst>
              <p:ext uri="{D42A27DB-BD31-4B8C-83A1-F6EECF244321}">
                <p14:modId xmlns:p14="http://schemas.microsoft.com/office/powerpoint/2010/main" val="1940004403"/>
              </p:ext>
            </p:extLst>
          </p:nvPr>
        </p:nvGraphicFramePr>
        <p:xfrm>
          <a:off x="28755" y="129396"/>
          <a:ext cx="12170513" cy="6416810"/>
        </p:xfrm>
        <a:graphic>
          <a:graphicData uri="http://schemas.openxmlformats.org/drawingml/2006/table">
            <a:tbl>
              <a:tblPr firstRow="1" bandRow="1">
                <a:noFill/>
                <a:tableStyleId>{5C22544A-7EE6-4342-B048-85BDC9FD1C3A}</a:tableStyleId>
              </a:tblPr>
              <a:tblGrid>
                <a:gridCol w="297872">
                  <a:extLst>
                    <a:ext uri="{9D8B030D-6E8A-4147-A177-3AD203B41FA5}">
                      <a16:colId xmlns:a16="http://schemas.microsoft.com/office/drawing/2014/main" val="3354192423"/>
                    </a:ext>
                  </a:extLst>
                </a:gridCol>
                <a:gridCol w="2840181">
                  <a:extLst>
                    <a:ext uri="{9D8B030D-6E8A-4147-A177-3AD203B41FA5}">
                      <a16:colId xmlns:a16="http://schemas.microsoft.com/office/drawing/2014/main" val="3375228384"/>
                    </a:ext>
                  </a:extLst>
                </a:gridCol>
                <a:gridCol w="9032460">
                  <a:extLst>
                    <a:ext uri="{9D8B030D-6E8A-4147-A177-3AD203B41FA5}">
                      <a16:colId xmlns:a16="http://schemas.microsoft.com/office/drawing/2014/main" val="4127510030"/>
                    </a:ext>
                  </a:extLst>
                </a:gridCol>
              </a:tblGrid>
              <a:tr h="135966">
                <a:tc>
                  <a:txBody>
                    <a:bodyPr/>
                    <a:lstStyle/>
                    <a:p>
                      <a:pPr algn="l">
                        <a:lnSpc>
                          <a:spcPct val="100000"/>
                        </a:lnSpc>
                        <a:buNone/>
                      </a:pPr>
                      <a:r>
                        <a:rPr lang="sv-SE" sz="2000" b="1" cap="none" spc="0">
                          <a:solidFill>
                            <a:schemeClr val="tx1"/>
                          </a:solidFill>
                          <a:effectLst/>
                          <a:latin typeface="quote-cjk-patch"/>
                        </a:rPr>
                        <a:t>N</a:t>
                      </a:r>
                    </a:p>
                  </a:txBody>
                  <a:tcPr marL="37136" marR="0" marT="10610" marB="0" anchor="b">
                    <a:lnL w="12700" cmpd="sng">
                      <a:noFill/>
                    </a:lnL>
                    <a:lnR w="12700" cmpd="sng">
                      <a:noFill/>
                    </a:lnR>
                    <a:lnT w="9525" cap="flat" cmpd="sng" algn="ctr">
                      <a:noFill/>
                      <a:prstDash val="solid"/>
                    </a:lnT>
                    <a:lnB w="38100" cmpd="sng">
                      <a:noFill/>
                    </a:lnB>
                    <a:noFill/>
                  </a:tcPr>
                </a:tc>
                <a:tc>
                  <a:txBody>
                    <a:bodyPr/>
                    <a:lstStyle/>
                    <a:p>
                      <a:pPr algn="l">
                        <a:lnSpc>
                          <a:spcPct val="100000"/>
                        </a:lnSpc>
                        <a:buNone/>
                      </a:pPr>
                      <a:r>
                        <a:rPr lang="sv-SE" sz="2000" b="1" cap="none" spc="0">
                          <a:solidFill>
                            <a:schemeClr val="tx1"/>
                          </a:solidFill>
                          <a:effectLst/>
                          <a:latin typeface="quote-cjk-patch"/>
                        </a:rPr>
                        <a:t>Vad ska du göra?</a:t>
                      </a:r>
                    </a:p>
                  </a:txBody>
                  <a:tcPr marL="37136" marR="0" marT="10610" marB="0" anchor="b">
                    <a:lnL w="12700" cmpd="sng">
                      <a:noFill/>
                    </a:lnL>
                    <a:lnR w="12700" cmpd="sng">
                      <a:noFill/>
                    </a:lnR>
                    <a:lnT w="9525" cap="flat" cmpd="sng" algn="ctr">
                      <a:noFill/>
                      <a:prstDash val="solid"/>
                    </a:lnT>
                    <a:lnB w="38100" cmpd="sng">
                      <a:noFill/>
                    </a:lnB>
                    <a:noFill/>
                  </a:tcPr>
                </a:tc>
                <a:tc>
                  <a:txBody>
                    <a:bodyPr/>
                    <a:lstStyle/>
                    <a:p>
                      <a:pPr algn="l">
                        <a:lnSpc>
                          <a:spcPct val="100000"/>
                        </a:lnSpc>
                        <a:buNone/>
                      </a:pPr>
                      <a:r>
                        <a:rPr lang="sv-SE" sz="2000" b="1" cap="none" spc="0">
                          <a:solidFill>
                            <a:schemeClr val="tx1"/>
                          </a:solidFill>
                          <a:effectLst/>
                          <a:latin typeface="quote-cjk-patch"/>
                        </a:rPr>
                        <a:t>Instruktioner (anpassat för nybörjare)</a:t>
                      </a:r>
                    </a:p>
                  </a:txBody>
                  <a:tcPr marL="37136" marR="0" marT="10610" marB="0"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780590713"/>
                  </a:ext>
                </a:extLst>
              </a:tr>
              <a:tr h="135966">
                <a:tc>
                  <a:txBody>
                    <a:bodyPr/>
                    <a:lstStyle/>
                    <a:p>
                      <a:pPr>
                        <a:lnSpc>
                          <a:spcPct val="100000"/>
                        </a:lnSpc>
                        <a:buNone/>
                      </a:pPr>
                      <a:r>
                        <a:rPr lang="sv-SE" sz="1400" b="1" cap="none" spc="0">
                          <a:solidFill>
                            <a:schemeClr val="tx1"/>
                          </a:solidFill>
                          <a:effectLst/>
                          <a:latin typeface="quote-cjk-patch"/>
                        </a:rPr>
                        <a:t>1</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a:lnSpc>
                          <a:spcPct val="100000"/>
                        </a:lnSpc>
                        <a:buNone/>
                      </a:pPr>
                      <a:r>
                        <a:rPr lang="sv-SE" sz="1400" b="1" cap="none" spc="0">
                          <a:solidFill>
                            <a:schemeClr val="tx1"/>
                          </a:solidFill>
                          <a:effectLst/>
                          <a:latin typeface="quote-cjk-patch"/>
                        </a:rPr>
                        <a:t>Öppna VS Code</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38100" cmpd="sng">
                      <a:noFill/>
                    </a:lnT>
                    <a:lnB w="9525" cap="flat" cmpd="sng" algn="ctr">
                      <a:noFill/>
                      <a:prstDash val="solid"/>
                    </a:lnB>
                    <a:noFill/>
                  </a:tcPr>
                </a:tc>
                <a:tc>
                  <a:txBody>
                    <a:bodyPr/>
                    <a:lstStyle/>
                    <a:p>
                      <a:pPr>
                        <a:lnSpc>
                          <a:spcPct val="100000"/>
                        </a:lnSpc>
                        <a:buNone/>
                      </a:pPr>
                      <a:r>
                        <a:rPr lang="sv-SE" sz="1200" b="0" cap="none" spc="0">
                          <a:solidFill>
                            <a:schemeClr val="tx1"/>
                          </a:solidFill>
                          <a:effectLst/>
                          <a:latin typeface="quote-cjk-patch"/>
                        </a:rPr>
                        <a:t>Sök efter </a:t>
                      </a:r>
                      <a:r>
                        <a:rPr lang="sv-SE" sz="1200" b="1" cap="none" spc="0">
                          <a:solidFill>
                            <a:schemeClr val="tx1"/>
                          </a:solidFill>
                          <a:effectLst/>
                          <a:latin typeface="quote-cjk-patch"/>
                        </a:rPr>
                        <a:t>"Visual Studio Code"</a:t>
                      </a:r>
                      <a:r>
                        <a:rPr lang="sv-SE" sz="1200" b="0" cap="none" spc="0">
                          <a:solidFill>
                            <a:schemeClr val="tx1"/>
                          </a:solidFill>
                          <a:effectLst/>
                          <a:latin typeface="quote-cjk-patch"/>
                        </a:rPr>
                        <a:t> i Windows startmeny och öppna programmet.</a:t>
                      </a:r>
                    </a:p>
                  </a:txBody>
                  <a:tcPr marL="37136" marR="0" marT="10610" marB="0"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2335619543"/>
                  </a:ext>
                </a:extLst>
              </a:tr>
              <a:tr h="302149">
                <a:tc>
                  <a:txBody>
                    <a:bodyPr/>
                    <a:lstStyle/>
                    <a:p>
                      <a:pPr>
                        <a:lnSpc>
                          <a:spcPct val="100000"/>
                        </a:lnSpc>
                        <a:buNone/>
                      </a:pPr>
                      <a:r>
                        <a:rPr lang="sv-SE" sz="1400" b="1" cap="none" spc="0">
                          <a:solidFill>
                            <a:schemeClr val="tx1"/>
                          </a:solidFill>
                          <a:effectLst/>
                          <a:latin typeface="quote-cjk-patch"/>
                        </a:rPr>
                        <a:t>2</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400" b="1" cap="none" spc="0">
                          <a:solidFill>
                            <a:schemeClr val="tx1"/>
                          </a:solidFill>
                          <a:effectLst/>
                          <a:latin typeface="quote-cjk-patch"/>
                        </a:rPr>
                        <a:t>Öppna din projektmapp</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200" b="0" cap="none" spc="0">
                          <a:solidFill>
                            <a:schemeClr val="tx1"/>
                          </a:solidFill>
                          <a:effectLst/>
                          <a:latin typeface="quote-cjk-patch"/>
                        </a:rPr>
                        <a:t>Klicka på </a:t>
                      </a:r>
                      <a:r>
                        <a:rPr lang="sv-SE" sz="1200" b="1" cap="none" spc="0">
                          <a:solidFill>
                            <a:schemeClr val="tx1"/>
                          </a:solidFill>
                          <a:effectLst/>
                          <a:latin typeface="quote-cjk-patch"/>
                        </a:rPr>
                        <a:t>"File"</a:t>
                      </a:r>
                      <a:r>
                        <a:rPr lang="sv-SE" sz="1200" b="0" cap="none" spc="0">
                          <a:solidFill>
                            <a:schemeClr val="tx1"/>
                          </a:solidFill>
                          <a:effectLst/>
                          <a:latin typeface="quote-cjk-patch"/>
                        </a:rPr>
                        <a:t> (Arkiv) → </a:t>
                      </a:r>
                      <a:r>
                        <a:rPr lang="sv-SE" sz="1200" b="1" cap="none" spc="0">
                          <a:solidFill>
                            <a:schemeClr val="tx1"/>
                          </a:solidFill>
                          <a:effectLst/>
                          <a:latin typeface="quote-cjk-patch"/>
                        </a:rPr>
                        <a:t>"Open Folder..."</a:t>
                      </a:r>
                      <a:r>
                        <a:rPr lang="sv-SE" sz="1200" b="0" cap="none" spc="0">
                          <a:solidFill>
                            <a:schemeClr val="tx1"/>
                          </a:solidFill>
                          <a:effectLst/>
                          <a:latin typeface="quote-cjk-patch"/>
                        </a:rPr>
                        <a:t> (Öppna mapp...). Navigera till:</a:t>
                      </a:r>
                      <a:br>
                        <a:rPr lang="sv-SE" sz="1200" b="0" cap="none" spc="0" dirty="0">
                          <a:solidFill>
                            <a:srgbClr val="000000"/>
                          </a:solidFill>
                          <a:effectLst/>
                          <a:latin typeface="quote-cjk-patch"/>
                        </a:rPr>
                      </a:br>
                      <a:r>
                        <a:rPr lang="sv-SE" sz="1200" b="0" cap="none" spc="0">
                          <a:solidFill>
                            <a:schemeClr val="tx1"/>
                          </a:solidFill>
                          <a:effectLst/>
                          <a:latin typeface="Menlo"/>
                        </a:rPr>
                        <a:t>D:\FSHI\...\SQL2025\network_model\</a:t>
                      </a:r>
                      <a:br>
                        <a:rPr lang="sv-SE" sz="1200" b="0" cap="none" spc="0" dirty="0">
                          <a:solidFill>
                            <a:srgbClr val="000000"/>
                          </a:solidFill>
                          <a:effectLst/>
                          <a:latin typeface="quote-cjk-patch"/>
                        </a:rPr>
                      </a:br>
                      <a:r>
                        <a:rPr lang="sv-SE" sz="1200" b="0" cap="none" spc="0">
                          <a:solidFill>
                            <a:schemeClr val="tx1"/>
                          </a:solidFill>
                          <a:effectLst/>
                          <a:latin typeface="quote-cjk-patch"/>
                        </a:rPr>
                        <a:t>Klicka på </a:t>
                      </a:r>
                      <a:r>
                        <a:rPr lang="sv-SE" sz="1200" b="1" cap="none" spc="0">
                          <a:solidFill>
                            <a:schemeClr val="tx1"/>
                          </a:solidFill>
                          <a:effectLst/>
                          <a:latin typeface="quote-cjk-patch"/>
                        </a:rPr>
                        <a:t>"Välj mapp"</a:t>
                      </a:r>
                      <a:r>
                        <a:rPr lang="sv-SE" sz="1200" b="0" cap="none" spc="0">
                          <a:solidFill>
                            <a:schemeClr val="tx1"/>
                          </a:solidFill>
                          <a:effectLst/>
                          <a:latin typeface="quote-cjk-patch"/>
                        </a:rPr>
                        <a:t> (Select Folder).</a:t>
                      </a: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935653771"/>
                  </a:ext>
                </a:extLst>
              </a:tr>
              <a:tr h="135966">
                <a:tc>
                  <a:txBody>
                    <a:bodyPr/>
                    <a:lstStyle/>
                    <a:p>
                      <a:pPr>
                        <a:lnSpc>
                          <a:spcPct val="100000"/>
                        </a:lnSpc>
                        <a:buNone/>
                      </a:pPr>
                      <a:r>
                        <a:rPr lang="sv-SE" sz="1400" b="1" cap="none" spc="0">
                          <a:solidFill>
                            <a:schemeClr val="tx1"/>
                          </a:solidFill>
                          <a:effectLst/>
                          <a:latin typeface="quote-cjk-patch"/>
                        </a:rPr>
                        <a:t>3</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400" b="1" cap="none" spc="0">
                          <a:solidFill>
                            <a:schemeClr val="tx1"/>
                          </a:solidFill>
                          <a:effectLst/>
                          <a:latin typeface="quote-cjk-patch"/>
                        </a:rPr>
                        <a:t>Skapa PowerShell-skriptet</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200" b="0" cap="none" spc="0">
                          <a:solidFill>
                            <a:schemeClr val="tx1"/>
                          </a:solidFill>
                          <a:effectLst/>
                          <a:latin typeface="quote-cjk-patch"/>
                        </a:rPr>
                        <a:t>I vänsterpanelen, högerklicka → </a:t>
                      </a:r>
                      <a:r>
                        <a:rPr lang="sv-SE" sz="1200" b="1" cap="none" spc="0">
                          <a:solidFill>
                            <a:schemeClr val="tx1"/>
                          </a:solidFill>
                          <a:effectLst/>
                          <a:latin typeface="quote-cjk-patch"/>
                        </a:rPr>
                        <a:t>"New File"</a:t>
                      </a:r>
                      <a:r>
                        <a:rPr lang="sv-SE" sz="1200" b="0" cap="none" spc="0">
                          <a:solidFill>
                            <a:schemeClr val="tx1"/>
                          </a:solidFill>
                          <a:effectLst/>
                          <a:latin typeface="quote-cjk-patch"/>
                        </a:rPr>
                        <a:t> (Ny fil). Döp filen till: </a:t>
                      </a:r>
                      <a:r>
                        <a:rPr lang="sv-SE" sz="1200" b="0" cap="none" spc="0">
                          <a:solidFill>
                            <a:schemeClr val="tx1"/>
                          </a:solidFill>
                          <a:effectLst/>
                          <a:latin typeface="Menlo"/>
                        </a:rPr>
                        <a:t>run_ml_analysis.ps1</a:t>
                      </a:r>
                      <a:r>
                        <a:rPr lang="sv-SE" sz="1200" b="0" cap="none" spc="0">
                          <a:solidFill>
                            <a:schemeClr val="tx1"/>
                          </a:solidFill>
                          <a:effectLst/>
                          <a:latin typeface="quote-cjk-patch"/>
                        </a:rPr>
                        <a:t> .</a:t>
                      </a: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117405586"/>
                  </a:ext>
                </a:extLst>
              </a:tr>
              <a:tr h="135966">
                <a:tc>
                  <a:txBody>
                    <a:bodyPr/>
                    <a:lstStyle/>
                    <a:p>
                      <a:pPr>
                        <a:lnSpc>
                          <a:spcPct val="100000"/>
                        </a:lnSpc>
                        <a:buNone/>
                      </a:pPr>
                      <a:r>
                        <a:rPr lang="sv-SE" sz="1400" b="1" cap="none" spc="0">
                          <a:solidFill>
                            <a:schemeClr val="tx1"/>
                          </a:solidFill>
                          <a:effectLst/>
                          <a:latin typeface="quote-cjk-patch"/>
                        </a:rPr>
                        <a:t>4</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400" b="1" cap="none" spc="0">
                          <a:solidFill>
                            <a:schemeClr val="tx1"/>
                          </a:solidFill>
                          <a:effectLst/>
                          <a:latin typeface="quote-cjk-patch"/>
                        </a:rPr>
                        <a:t>Kopiera in skriptet</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200" b="0" cap="none" spc="0">
                          <a:solidFill>
                            <a:schemeClr val="tx1"/>
                          </a:solidFill>
                          <a:effectLst/>
                          <a:latin typeface="quote-cjk-patch"/>
                        </a:rPr>
                        <a:t>Markera ALL kod i rutan ovan (hela PowerShell-skriptet). Högerklicka och välj </a:t>
                      </a:r>
                      <a:r>
                        <a:rPr lang="sv-SE" sz="1200" b="1" cap="none" spc="0">
                          <a:solidFill>
                            <a:schemeClr val="tx1"/>
                          </a:solidFill>
                          <a:effectLst/>
                          <a:latin typeface="quote-cjk-patch"/>
                        </a:rPr>
                        <a:t>"Kopiera"</a:t>
                      </a:r>
                      <a:r>
                        <a:rPr lang="sv-SE" sz="1200" b="0" cap="none" spc="0">
                          <a:solidFill>
                            <a:schemeClr val="tx1"/>
                          </a:solidFill>
                          <a:effectLst/>
                          <a:latin typeface="quote-cjk-patch"/>
                        </a:rPr>
                        <a:t> (Copy). Gå till VS Code och klistra in i filen (</a:t>
                      </a:r>
                      <a:r>
                        <a:rPr lang="sv-SE" sz="1200" b="0" cap="none" spc="0">
                          <a:solidFill>
                            <a:schemeClr val="tx1"/>
                          </a:solidFill>
                          <a:effectLst/>
                          <a:latin typeface="Menlo"/>
                        </a:rPr>
                        <a:t>Ctrl+V</a:t>
                      </a:r>
                      <a:r>
                        <a:rPr lang="sv-SE" sz="1200" b="0" cap="none" spc="0">
                          <a:solidFill>
                            <a:schemeClr val="tx1"/>
                          </a:solidFill>
                          <a:effectLst/>
                          <a:latin typeface="quote-cjk-patch"/>
                        </a:rPr>
                        <a:t>). Spara (</a:t>
                      </a:r>
                      <a:r>
                        <a:rPr lang="sv-SE" sz="1200" b="0" cap="none" spc="0">
                          <a:solidFill>
                            <a:schemeClr val="tx1"/>
                          </a:solidFill>
                          <a:effectLst/>
                          <a:latin typeface="Menlo"/>
                        </a:rPr>
                        <a:t>Ctrl+S</a:t>
                      </a:r>
                      <a:r>
                        <a:rPr lang="sv-SE" sz="1200" b="0" cap="none" spc="0">
                          <a:solidFill>
                            <a:schemeClr val="tx1"/>
                          </a:solidFill>
                          <a:effectLst/>
                          <a:latin typeface="quote-cjk-patch"/>
                        </a:rPr>
                        <a:t>).</a:t>
                      </a: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122899769"/>
                  </a:ext>
                </a:extLst>
              </a:tr>
              <a:tr h="211504">
                <a:tc>
                  <a:txBody>
                    <a:bodyPr/>
                    <a:lstStyle/>
                    <a:p>
                      <a:pPr>
                        <a:lnSpc>
                          <a:spcPct val="100000"/>
                        </a:lnSpc>
                        <a:buNone/>
                      </a:pPr>
                      <a:r>
                        <a:rPr lang="sv-SE" sz="1400" b="1" cap="none" spc="0">
                          <a:solidFill>
                            <a:schemeClr val="tx1"/>
                          </a:solidFill>
                          <a:effectLst/>
                          <a:latin typeface="quote-cjk-patch"/>
                        </a:rPr>
                        <a:t>5</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400" b="1" cap="none" spc="0">
                          <a:solidFill>
                            <a:schemeClr val="tx1"/>
                          </a:solidFill>
                          <a:effectLst/>
                          <a:latin typeface="quote-cjk-patch"/>
                        </a:rPr>
                        <a:t>Skapa Python-skriptet</a:t>
                      </a: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200" b="0" cap="none" spc="0">
                          <a:solidFill>
                            <a:schemeClr val="tx1"/>
                          </a:solidFill>
                          <a:effectLst/>
                          <a:latin typeface="quote-cjk-patch"/>
                        </a:rPr>
                        <a:t>Skapa en ny fil (</a:t>
                      </a:r>
                      <a:r>
                        <a:rPr lang="sv-SE" sz="1200" b="0" cap="none" spc="0">
                          <a:solidFill>
                            <a:schemeClr val="tx1"/>
                          </a:solidFill>
                          <a:effectLst/>
                          <a:latin typeface="Menlo"/>
                        </a:rPr>
                        <a:t>Ctrl+N</a:t>
                      </a:r>
                      <a:r>
                        <a:rPr lang="sv-SE" sz="1200" b="0" cap="none" spc="0">
                          <a:solidFill>
                            <a:schemeClr val="tx1"/>
                          </a:solidFill>
                          <a:effectLst/>
                          <a:latin typeface="quote-cjk-patch"/>
                        </a:rPr>
                        <a:t>) och spara som </a:t>
                      </a:r>
                      <a:r>
                        <a:rPr lang="sv-SE" sz="1200" b="0" cap="none" spc="0">
                          <a:solidFill>
                            <a:schemeClr val="tx1"/>
                          </a:solidFill>
                          <a:effectLst/>
                          <a:latin typeface="Menlo"/>
                        </a:rPr>
                        <a:t>analyze_network_traffic.py</a:t>
                      </a:r>
                      <a:r>
                        <a:rPr lang="sv-SE" sz="1200" b="0" cap="none" spc="0">
                          <a:solidFill>
                            <a:schemeClr val="tx1"/>
                          </a:solidFill>
                          <a:effectLst/>
                          <a:latin typeface="quote-cjk-patch"/>
                        </a:rPr>
                        <a:t>. Kopiera in Python-koden från tidigare i chatten (den som ansluter till SQL, laddar modell och sparar resultat). Spara .</a:t>
                      </a: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1289062487"/>
                  </a:ext>
                </a:extLst>
              </a:tr>
              <a:tr h="135966">
                <a:tc>
                  <a:txBody>
                    <a:bodyPr/>
                    <a:lstStyle/>
                    <a:p>
                      <a:pPr>
                        <a:lnSpc>
                          <a:spcPct val="100000"/>
                        </a:lnSpc>
                        <a:buNone/>
                      </a:pPr>
                      <a:r>
                        <a:rPr lang="sv-SE" sz="1400" b="1" cap="none" spc="0">
                          <a:solidFill>
                            <a:schemeClr val="tx1"/>
                          </a:solidFill>
                          <a:effectLst/>
                          <a:latin typeface="quote-cjk-patch"/>
                        </a:rPr>
                        <a:t>6</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400" b="1" cap="none" spc="0">
                          <a:solidFill>
                            <a:schemeClr val="tx1"/>
                          </a:solidFill>
                          <a:effectLst/>
                          <a:latin typeface="quote-cjk-patch"/>
                        </a:rPr>
                        <a:t>Öppna terminalen i VS Code</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200" b="0" cap="none" spc="0">
                          <a:solidFill>
                            <a:schemeClr val="tx1"/>
                          </a:solidFill>
                          <a:effectLst/>
                          <a:latin typeface="quote-cjk-patch"/>
                        </a:rPr>
                        <a:t>Klicka på </a:t>
                      </a:r>
                      <a:r>
                        <a:rPr lang="sv-SE" sz="1200" b="1" cap="none" spc="0">
                          <a:solidFill>
                            <a:schemeClr val="tx1"/>
                          </a:solidFill>
                          <a:effectLst/>
                          <a:latin typeface="quote-cjk-patch"/>
                        </a:rPr>
                        <a:t>"Terminal"</a:t>
                      </a:r>
                      <a:r>
                        <a:rPr lang="sv-SE" sz="1200" b="0" cap="none" spc="0">
                          <a:solidFill>
                            <a:schemeClr val="tx1"/>
                          </a:solidFill>
                          <a:effectLst/>
                          <a:latin typeface="quote-cjk-patch"/>
                        </a:rPr>
                        <a:t> i toppmenyn → </a:t>
                      </a:r>
                      <a:r>
                        <a:rPr lang="sv-SE" sz="1200" b="1" cap="none" spc="0">
                          <a:solidFill>
                            <a:schemeClr val="tx1"/>
                          </a:solidFill>
                          <a:effectLst/>
                          <a:latin typeface="quote-cjk-patch"/>
                        </a:rPr>
                        <a:t>"New Terminal"</a:t>
                      </a:r>
                      <a:r>
                        <a:rPr lang="sv-SE" sz="1200" b="0" cap="none" spc="0">
                          <a:solidFill>
                            <a:schemeClr val="tx1"/>
                          </a:solidFill>
                          <a:effectLst/>
                          <a:latin typeface="quote-cjk-patch"/>
                        </a:rPr>
                        <a:t> (Ny terminal). En terminalruta öppnas längst ner.</a:t>
                      </a: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471956863"/>
                  </a:ext>
                </a:extLst>
              </a:tr>
              <a:tr h="302149">
                <a:tc>
                  <a:txBody>
                    <a:bodyPr/>
                    <a:lstStyle/>
                    <a:p>
                      <a:pPr>
                        <a:lnSpc>
                          <a:spcPct val="100000"/>
                        </a:lnSpc>
                        <a:buNone/>
                      </a:pPr>
                      <a:r>
                        <a:rPr lang="sv-SE" sz="1400" b="1" cap="none" spc="0">
                          <a:solidFill>
                            <a:schemeClr val="tx1"/>
                          </a:solidFill>
                          <a:effectLst/>
                          <a:latin typeface="quote-cjk-patch"/>
                        </a:rPr>
                        <a:t>7</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400" b="1" cap="none" spc="0">
                          <a:solidFill>
                            <a:schemeClr val="tx1"/>
                          </a:solidFill>
                          <a:effectLst/>
                          <a:latin typeface="quote-cjk-patch"/>
                        </a:rPr>
                        <a:t>Kör PowerShell-skriptet</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200" b="0" cap="none" spc="0">
                          <a:solidFill>
                            <a:schemeClr val="tx1"/>
                          </a:solidFill>
                          <a:effectLst/>
                          <a:latin typeface="quote-cjk-patch"/>
                        </a:rPr>
                        <a:t>I terminalen, skriv:</a:t>
                      </a:r>
                      <a:br>
                        <a:rPr lang="sv-SE" sz="1200" b="0" cap="none" spc="0" dirty="0">
                          <a:solidFill>
                            <a:srgbClr val="000000"/>
                          </a:solidFill>
                          <a:effectLst/>
                          <a:latin typeface="quote-cjk-patch"/>
                        </a:rPr>
                      </a:br>
                      <a:r>
                        <a:rPr lang="sv-SE" sz="1200" b="0" cap="none" spc="0">
                          <a:solidFill>
                            <a:schemeClr val="tx1"/>
                          </a:solidFill>
                          <a:effectLst/>
                          <a:latin typeface="Menlo"/>
                        </a:rPr>
                        <a:t>.\run_ml_analysis.ps1</a:t>
                      </a:r>
                      <a:br>
                        <a:rPr lang="sv-SE" sz="1200" b="0" cap="none" spc="0" dirty="0">
                          <a:solidFill>
                            <a:srgbClr val="000000"/>
                          </a:solidFill>
                          <a:effectLst/>
                          <a:latin typeface="quote-cjk-patch"/>
                        </a:rPr>
                      </a:br>
                      <a:r>
                        <a:rPr lang="sv-SE" sz="1200" b="0" cap="none" spc="0">
                          <a:solidFill>
                            <a:schemeClr val="tx1"/>
                          </a:solidFill>
                          <a:effectLst/>
                          <a:latin typeface="quote-cjk-patch"/>
                        </a:rPr>
                        <a:t>och tryck </a:t>
                      </a:r>
                      <a:r>
                        <a:rPr lang="sv-SE" sz="1200" b="1" cap="none" spc="0">
                          <a:solidFill>
                            <a:schemeClr val="tx1"/>
                          </a:solidFill>
                          <a:effectLst/>
                          <a:latin typeface="quote-cjk-patch"/>
                        </a:rPr>
                        <a:t>Enter</a:t>
                      </a:r>
                      <a:r>
                        <a:rPr lang="sv-SE" sz="1200" b="0" cap="none" spc="0">
                          <a:solidFill>
                            <a:schemeClr val="tx1"/>
                          </a:solidFill>
                          <a:effectLst/>
                          <a:latin typeface="quote-cjk-patch"/>
                        </a:rPr>
                        <a:t>.</a:t>
                      </a: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3868478600"/>
                  </a:ext>
                </a:extLst>
              </a:tr>
              <a:tr h="558979">
                <a:tc>
                  <a:txBody>
                    <a:bodyPr/>
                    <a:lstStyle/>
                    <a:p>
                      <a:pPr>
                        <a:lnSpc>
                          <a:spcPct val="100000"/>
                        </a:lnSpc>
                        <a:buNone/>
                      </a:pPr>
                      <a:r>
                        <a:rPr lang="sv-SE" sz="1400" b="1" cap="none" spc="0">
                          <a:solidFill>
                            <a:schemeClr val="tx1"/>
                          </a:solidFill>
                          <a:effectLst/>
                          <a:latin typeface="quote-cjk-patch"/>
                        </a:rPr>
                        <a:t>8</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400" b="1" cap="none" spc="0">
                          <a:solidFill>
                            <a:schemeClr val="tx1"/>
                          </a:solidFill>
                          <a:effectLst/>
                          <a:latin typeface="quote-cjk-patch"/>
                        </a:rPr>
                        <a:t>Skriptet körs – följ instruktionerna</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200" b="0" cap="none" spc="0">
                          <a:solidFill>
                            <a:schemeClr val="tx1"/>
                          </a:solidFill>
                          <a:effectLst/>
                          <a:latin typeface="quote-cjk-patch"/>
                        </a:rPr>
                        <a:t>Nu ser du en färgglad utskrift i terminalen. Skriptet kommer att:</a:t>
                      </a:r>
                      <a:br>
                        <a:rPr lang="sv-SE" sz="1200" b="0" cap="none" spc="0" dirty="0">
                          <a:solidFill>
                            <a:srgbClr val="000000"/>
                          </a:solidFill>
                          <a:effectLst/>
                          <a:latin typeface="quote-cjk-patch"/>
                        </a:rPr>
                      </a:br>
                      <a:r>
                        <a:rPr lang="sv-SE" sz="1200" b="0" cap="none" spc="0">
                          <a:solidFill>
                            <a:schemeClr val="tx1"/>
                          </a:solidFill>
                          <a:effectLst/>
                          <a:latin typeface="quote-cjk-patch"/>
                        </a:rPr>
                        <a:t>• Kontrollera Python</a:t>
                      </a:r>
                      <a:br>
                        <a:rPr lang="sv-SE" sz="1200" b="0" cap="none" spc="0" dirty="0">
                          <a:solidFill>
                            <a:srgbClr val="000000"/>
                          </a:solidFill>
                          <a:effectLst/>
                          <a:latin typeface="quote-cjk-patch"/>
                        </a:rPr>
                      </a:br>
                      <a:r>
                        <a:rPr lang="sv-SE" sz="1200" b="0" cap="none" spc="0">
                          <a:solidFill>
                            <a:schemeClr val="tx1"/>
                          </a:solidFill>
                          <a:effectLst/>
                          <a:latin typeface="quote-cjk-patch"/>
                        </a:rPr>
                        <a:t>• Skapa </a:t>
                      </a:r>
                      <a:r>
                        <a:rPr lang="sv-SE" sz="1200" b="0" cap="none" spc="0">
                          <a:solidFill>
                            <a:schemeClr val="tx1"/>
                          </a:solidFill>
                          <a:effectLst/>
                          <a:latin typeface="Menlo"/>
                        </a:rPr>
                        <a:t>requirements.txt</a:t>
                      </a:r>
                      <a:br>
                        <a:rPr lang="sv-SE" sz="1200" b="0" cap="none" spc="0" dirty="0">
                          <a:solidFill>
                            <a:srgbClr val="000000"/>
                          </a:solidFill>
                          <a:effectLst/>
                          <a:latin typeface="quote-cjk-patch"/>
                        </a:rPr>
                      </a:br>
                      <a:r>
                        <a:rPr lang="sv-SE" sz="1200" b="0" cap="none" spc="0">
                          <a:solidFill>
                            <a:schemeClr val="tx1"/>
                          </a:solidFill>
                          <a:effectLst/>
                          <a:latin typeface="quote-cjk-patch"/>
                        </a:rPr>
                        <a:t>• Installera alla nödvändiga paket</a:t>
                      </a:r>
                      <a:br>
                        <a:rPr lang="sv-SE" sz="1200" b="0" cap="none" spc="0" dirty="0">
                          <a:solidFill>
                            <a:srgbClr val="000000"/>
                          </a:solidFill>
                          <a:effectLst/>
                          <a:latin typeface="quote-cjk-patch"/>
                        </a:rPr>
                      </a:br>
                      <a:r>
                        <a:rPr lang="sv-SE" sz="1200" b="0" cap="none" spc="0">
                          <a:solidFill>
                            <a:schemeClr val="tx1"/>
                          </a:solidFill>
                          <a:effectLst/>
                          <a:latin typeface="quote-cjk-patch"/>
                        </a:rPr>
                        <a:t>• Kontrollera att modellfilerna finns</a:t>
                      </a:r>
                      <a:br>
                        <a:rPr lang="sv-SE" sz="1200" b="0" cap="none" spc="0" dirty="0">
                          <a:solidFill>
                            <a:srgbClr val="000000"/>
                          </a:solidFill>
                          <a:effectLst/>
                          <a:latin typeface="quote-cjk-patch"/>
                        </a:rPr>
                      </a:br>
                      <a:r>
                        <a:rPr lang="sv-SE" sz="1200" b="0" cap="none" spc="0">
                          <a:solidFill>
                            <a:schemeClr val="tx1"/>
                          </a:solidFill>
                          <a:effectLst/>
                          <a:latin typeface="quote-cjk-patch"/>
                        </a:rPr>
                        <a:t>• Fråga om servernamn</a:t>
                      </a: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88672393"/>
                  </a:ext>
                </a:extLst>
              </a:tr>
              <a:tr h="211504">
                <a:tc>
                  <a:txBody>
                    <a:bodyPr/>
                    <a:lstStyle/>
                    <a:p>
                      <a:pPr>
                        <a:lnSpc>
                          <a:spcPct val="100000"/>
                        </a:lnSpc>
                        <a:buNone/>
                      </a:pPr>
                      <a:r>
                        <a:rPr lang="sv-SE" sz="1400" b="1" cap="none" spc="0">
                          <a:solidFill>
                            <a:schemeClr val="tx1"/>
                          </a:solidFill>
                          <a:effectLst/>
                          <a:latin typeface="quote-cjk-patch"/>
                        </a:rPr>
                        <a:t>9</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400" b="1" cap="none" spc="0">
                          <a:solidFill>
                            <a:schemeClr val="tx1"/>
                          </a:solidFill>
                          <a:effectLst/>
                          <a:latin typeface="quote-cjk-patch"/>
                        </a:rPr>
                        <a:t>Ange servernamn vid behov</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200" b="0" cap="none" spc="0">
                          <a:solidFill>
                            <a:schemeClr val="tx1"/>
                          </a:solidFill>
                          <a:effectLst/>
                          <a:latin typeface="quote-cjk-patch"/>
                        </a:rPr>
                        <a:t>Skriptet visar nuvarande servernamn (förmodligen </a:t>
                      </a:r>
                      <a:r>
                        <a:rPr lang="sv-SE" sz="1200" b="0" cap="none" spc="0">
                          <a:solidFill>
                            <a:schemeClr val="tx1"/>
                          </a:solidFill>
                          <a:effectLst/>
                          <a:latin typeface="Menlo"/>
                        </a:rPr>
                        <a:t>localhost</a:t>
                      </a:r>
                      <a:r>
                        <a:rPr lang="sv-SE" sz="1200" b="0" cap="none" spc="0">
                          <a:solidFill>
                            <a:schemeClr val="tx1"/>
                          </a:solidFill>
                          <a:effectLst/>
                          <a:latin typeface="quote-cjk-patch"/>
                        </a:rPr>
                        <a:t>). Om du använder ett annat servernamn (t.ex. </a:t>
                      </a:r>
                      <a:r>
                        <a:rPr lang="sv-SE" sz="1200" b="0" cap="none" spc="0">
                          <a:solidFill>
                            <a:schemeClr val="tx1"/>
                          </a:solidFill>
                          <a:effectLst/>
                          <a:latin typeface="Menlo"/>
                        </a:rPr>
                        <a:t>DESKTOP-ABC123</a:t>
                      </a:r>
                      <a:r>
                        <a:rPr lang="sv-SE" sz="1200" b="0" cap="none" spc="0">
                          <a:solidFill>
                            <a:schemeClr val="tx1"/>
                          </a:solidFill>
                          <a:effectLst/>
                          <a:latin typeface="quote-cjk-patch"/>
                        </a:rPr>
                        <a:t> eller </a:t>
                      </a:r>
                      <a:r>
                        <a:rPr lang="sv-SE" sz="1200" b="0" cap="none" spc="0">
                          <a:solidFill>
                            <a:schemeClr val="tx1"/>
                          </a:solidFill>
                          <a:effectLst/>
                          <a:latin typeface="Menlo"/>
                        </a:rPr>
                        <a:t>(localdb)\MSSQLLocalDB</a:t>
                      </a:r>
                      <a:r>
                        <a:rPr lang="sv-SE" sz="1200" b="0" cap="none" spc="0">
                          <a:solidFill>
                            <a:schemeClr val="tx1"/>
                          </a:solidFill>
                          <a:effectLst/>
                          <a:latin typeface="quote-cjk-patch"/>
                        </a:rPr>
                        <a:t>), svara </a:t>
                      </a:r>
                      <a:r>
                        <a:rPr lang="sv-SE" sz="1200" b="1" cap="none" spc="0">
                          <a:solidFill>
                            <a:schemeClr val="tx1"/>
                          </a:solidFill>
                          <a:effectLst/>
                          <a:latin typeface="quote-cjk-patch"/>
                        </a:rPr>
                        <a:t>"j"</a:t>
                      </a:r>
                      <a:r>
                        <a:rPr lang="sv-SE" sz="1200" b="0" cap="none" spc="0">
                          <a:solidFill>
                            <a:schemeClr val="tx1"/>
                          </a:solidFill>
                          <a:effectLst/>
                          <a:latin typeface="quote-cjk-patch"/>
                        </a:rPr>
                        <a:t> och skriv in rätt namn. Annars svara </a:t>
                      </a:r>
                      <a:r>
                        <a:rPr lang="sv-SE" sz="1200" b="1" cap="none" spc="0">
                          <a:solidFill>
                            <a:schemeClr val="tx1"/>
                          </a:solidFill>
                          <a:effectLst/>
                          <a:latin typeface="quote-cjk-patch"/>
                        </a:rPr>
                        <a:t>"N"</a:t>
                      </a:r>
                      <a:r>
                        <a:rPr lang="sv-SE" sz="1200" b="0" cap="none" spc="0">
                          <a:solidFill>
                            <a:schemeClr val="tx1"/>
                          </a:solidFill>
                          <a:effectLst/>
                          <a:latin typeface="quote-cjk-patch"/>
                        </a:rPr>
                        <a:t> (eller bara tryck Enter).</a:t>
                      </a: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3949911585"/>
                  </a:ext>
                </a:extLst>
              </a:tr>
              <a:tr h="135966">
                <a:tc>
                  <a:txBody>
                    <a:bodyPr/>
                    <a:lstStyle/>
                    <a:p>
                      <a:pPr>
                        <a:lnSpc>
                          <a:spcPct val="100000"/>
                        </a:lnSpc>
                        <a:buNone/>
                      </a:pPr>
                      <a:r>
                        <a:rPr lang="sv-SE" sz="1400" b="1" cap="none" spc="0">
                          <a:solidFill>
                            <a:schemeClr val="tx1"/>
                          </a:solidFill>
                          <a:effectLst/>
                          <a:latin typeface="quote-cjk-patch"/>
                        </a:rPr>
                        <a:t>10</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400" b="1" cap="none" spc="0">
                          <a:solidFill>
                            <a:schemeClr val="tx1"/>
                          </a:solidFill>
                          <a:effectLst/>
                          <a:latin typeface="quote-cjk-patch"/>
                        </a:rPr>
                        <a:t>Bekräfta att du vill köra analysen</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200" b="0" cap="none" spc="0">
                          <a:solidFill>
                            <a:schemeClr val="tx1"/>
                          </a:solidFill>
                          <a:effectLst/>
                          <a:latin typeface="quote-cjk-patch"/>
                        </a:rPr>
                        <a:t>Skriptet frågar: </a:t>
                      </a:r>
                      <a:r>
                        <a:rPr lang="sv-SE" sz="1200" b="0" cap="none" spc="0">
                          <a:solidFill>
                            <a:schemeClr val="tx1"/>
                          </a:solidFill>
                          <a:effectLst/>
                          <a:latin typeface="Menlo"/>
                        </a:rPr>
                        <a:t>Vill du kora ML-analysen nu? (j/N)</a:t>
                      </a:r>
                      <a:r>
                        <a:rPr lang="sv-SE" sz="1200" b="0" cap="none" spc="0">
                          <a:solidFill>
                            <a:schemeClr val="tx1"/>
                          </a:solidFill>
                          <a:effectLst/>
                          <a:latin typeface="quote-cjk-patch"/>
                        </a:rPr>
                        <a:t>. Svara </a:t>
                      </a:r>
                      <a:r>
                        <a:rPr lang="sv-SE" sz="1200" b="1" cap="none" spc="0">
                          <a:solidFill>
                            <a:schemeClr val="tx1"/>
                          </a:solidFill>
                          <a:effectLst/>
                          <a:latin typeface="quote-cjk-patch"/>
                        </a:rPr>
                        <a:t>"j"</a:t>
                      </a:r>
                      <a:r>
                        <a:rPr lang="sv-SE" sz="1200" b="0" cap="none" spc="0">
                          <a:solidFill>
                            <a:schemeClr val="tx1"/>
                          </a:solidFill>
                          <a:effectLst/>
                          <a:latin typeface="quote-cjk-patch"/>
                        </a:rPr>
                        <a:t> och tryck Enter.</a:t>
                      </a: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197168531"/>
                  </a:ext>
                </a:extLst>
              </a:tr>
              <a:tr h="634517">
                <a:tc>
                  <a:txBody>
                    <a:bodyPr/>
                    <a:lstStyle/>
                    <a:p>
                      <a:pPr>
                        <a:lnSpc>
                          <a:spcPct val="100000"/>
                        </a:lnSpc>
                        <a:buNone/>
                      </a:pPr>
                      <a:r>
                        <a:rPr lang="sv-SE" sz="1400" b="1" cap="none" spc="0">
                          <a:solidFill>
                            <a:schemeClr val="tx1"/>
                          </a:solidFill>
                          <a:effectLst/>
                          <a:latin typeface="quote-cjk-patch"/>
                        </a:rPr>
                        <a:t>11</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400" b="1" cap="none" spc="0">
                          <a:solidFill>
                            <a:schemeClr val="tx1"/>
                          </a:solidFill>
                          <a:effectLst/>
                          <a:latin typeface="quote-cjk-patch"/>
                        </a:rPr>
                        <a:t>Analysen körs!</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ct val="100000"/>
                        </a:lnSpc>
                        <a:buNone/>
                      </a:pPr>
                      <a:r>
                        <a:rPr lang="sv-SE" sz="1200" b="0" cap="none" spc="0">
                          <a:solidFill>
                            <a:schemeClr val="tx1"/>
                          </a:solidFill>
                          <a:effectLst/>
                          <a:latin typeface="quote-cjk-patch"/>
                        </a:rPr>
                        <a:t>Nu ser du utskrifter från Python-skriptet:</a:t>
                      </a:r>
                      <a:br>
                        <a:rPr lang="sv-SE" sz="1200" b="0" cap="none" spc="0" dirty="0">
                          <a:solidFill>
                            <a:srgbClr val="000000"/>
                          </a:solidFill>
                          <a:effectLst/>
                          <a:latin typeface="quote-cjk-patch"/>
                        </a:rPr>
                      </a:br>
                      <a:r>
                        <a:rPr lang="sv-SE" sz="1200" b="0" cap="none" spc="0">
                          <a:solidFill>
                            <a:schemeClr val="tx1"/>
                          </a:solidFill>
                          <a:effectLst/>
                          <a:latin typeface="quote-cjk-patch"/>
                        </a:rPr>
                        <a:t>• Anslutning till SQL Server</a:t>
                      </a:r>
                      <a:br>
                        <a:rPr lang="sv-SE" sz="1200" b="0" cap="none" spc="0" dirty="0">
                          <a:solidFill>
                            <a:srgbClr val="000000"/>
                          </a:solidFill>
                          <a:effectLst/>
                          <a:latin typeface="quote-cjk-patch"/>
                        </a:rPr>
                      </a:br>
                      <a:r>
                        <a:rPr lang="sv-SE" sz="1200" b="0" cap="none" spc="0">
                          <a:solidFill>
                            <a:schemeClr val="tx1"/>
                          </a:solidFill>
                          <a:effectLst/>
                          <a:latin typeface="quote-cjk-patch"/>
                        </a:rPr>
                        <a:t>• Laddning av modell</a:t>
                      </a:r>
                      <a:br>
                        <a:rPr lang="sv-SE" sz="1200" b="0" cap="none" spc="0" dirty="0">
                          <a:solidFill>
                            <a:srgbClr val="000000"/>
                          </a:solidFill>
                          <a:effectLst/>
                          <a:latin typeface="quote-cjk-patch"/>
                        </a:rPr>
                      </a:br>
                      <a:r>
                        <a:rPr lang="sv-SE" sz="1200" b="0" cap="none" spc="0">
                          <a:solidFill>
                            <a:schemeClr val="tx1"/>
                          </a:solidFill>
                          <a:effectLst/>
                          <a:latin typeface="quote-cjk-patch"/>
                        </a:rPr>
                        <a:t>• Hämtning av ny data</a:t>
                      </a:r>
                      <a:br>
                        <a:rPr lang="sv-SE" sz="1200" b="0" cap="none" spc="0" dirty="0">
                          <a:solidFill>
                            <a:srgbClr val="000000"/>
                          </a:solidFill>
                          <a:effectLst/>
                          <a:latin typeface="quote-cjk-patch"/>
                        </a:rPr>
                      </a:br>
                      <a:r>
                        <a:rPr lang="sv-SE" sz="1200" b="0" cap="none" spc="0">
                          <a:solidFill>
                            <a:schemeClr val="tx1"/>
                          </a:solidFill>
                          <a:effectLst/>
                          <a:latin typeface="quote-cjk-patch"/>
                        </a:rPr>
                        <a:t>• Analys och prediktioner</a:t>
                      </a:r>
                      <a:br>
                        <a:rPr lang="sv-SE" sz="1200" b="0" cap="none" spc="0" dirty="0">
                          <a:solidFill>
                            <a:srgbClr val="000000"/>
                          </a:solidFill>
                          <a:effectLst/>
                          <a:latin typeface="quote-cjk-patch"/>
                        </a:rPr>
                      </a:br>
                      <a:r>
                        <a:rPr lang="sv-SE" sz="1200" b="0" cap="none" spc="0">
                          <a:solidFill>
                            <a:schemeClr val="tx1"/>
                          </a:solidFill>
                          <a:effectLst/>
                          <a:latin typeface="quote-cjk-patch"/>
                        </a:rPr>
                        <a:t>• Sparande av resultat</a:t>
                      </a:r>
                    </a:p>
                  </a:txBody>
                  <a:tcPr marL="37136" marR="0" marT="10610" marB="0"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2890478722"/>
                  </a:ext>
                </a:extLst>
              </a:tr>
              <a:tr h="438117">
                <a:tc>
                  <a:txBody>
                    <a:bodyPr/>
                    <a:lstStyle/>
                    <a:p>
                      <a:pPr>
                        <a:lnSpc>
                          <a:spcPct val="100000"/>
                        </a:lnSpc>
                        <a:buNone/>
                      </a:pPr>
                      <a:r>
                        <a:rPr lang="sv-SE" sz="1400" b="1" cap="none" spc="0">
                          <a:solidFill>
                            <a:schemeClr val="tx1"/>
                          </a:solidFill>
                          <a:effectLst/>
                          <a:latin typeface="quote-cjk-patch"/>
                        </a:rPr>
                        <a:t>12</a:t>
                      </a:r>
                      <a:endParaRPr lang="sv-SE" sz="1400" b="0" cap="none" spc="0">
                        <a:solidFill>
                          <a:schemeClr val="tx1"/>
                        </a:solidFill>
                        <a:effectLst/>
                        <a:latin typeface="quote-cjk-patch"/>
                      </a:endParaRPr>
                    </a:p>
                  </a:txBody>
                  <a:tcPr marL="37136" marR="0" marT="10610" marB="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400" b="1" cap="none" spc="0">
                          <a:solidFill>
                            <a:schemeClr val="tx1"/>
                          </a:solidFill>
                          <a:effectLst/>
                          <a:latin typeface="quote-cjk-patch"/>
                        </a:rPr>
                        <a:t>Analys klar!</a:t>
                      </a:r>
                      <a:endParaRPr lang="sv-SE" sz="1400" b="0" cap="none" spc="0">
                        <a:solidFill>
                          <a:schemeClr val="tx1"/>
                        </a:solidFill>
                        <a:effectLst/>
                        <a:latin typeface="quote-cjk-patch"/>
                      </a:endParaRP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ct val="100000"/>
                        </a:lnSpc>
                        <a:buNone/>
                      </a:pPr>
                      <a:r>
                        <a:rPr lang="sv-SE" sz="1200" b="0" cap="none" spc="0">
                          <a:solidFill>
                            <a:schemeClr val="tx1"/>
                          </a:solidFill>
                          <a:effectLst/>
                          <a:latin typeface="quote-cjk-patch"/>
                        </a:rPr>
                        <a:t>När allt är klart ser du en sammanfattning med:</a:t>
                      </a:r>
                      <a:br>
                        <a:rPr lang="sv-SE" sz="1200" b="0" cap="none" spc="0" dirty="0">
                          <a:solidFill>
                            <a:srgbClr val="000000"/>
                          </a:solidFill>
                          <a:effectLst/>
                          <a:latin typeface="quote-cjk-patch"/>
                        </a:rPr>
                      </a:br>
                      <a:r>
                        <a:rPr lang="sv-SE" sz="1200" b="0" cap="none" spc="0">
                          <a:solidFill>
                            <a:schemeClr val="tx1"/>
                          </a:solidFill>
                          <a:effectLst/>
                          <a:latin typeface="quote-cjk-patch"/>
                        </a:rPr>
                        <a:t>• Totalt antal analyserade rader</a:t>
                      </a:r>
                      <a:br>
                        <a:rPr lang="sv-SE" sz="1200" b="0" cap="none" spc="0" dirty="0">
                          <a:solidFill>
                            <a:srgbClr val="000000"/>
                          </a:solidFill>
                          <a:effectLst/>
                          <a:latin typeface="quote-cjk-patch"/>
                        </a:rPr>
                      </a:br>
                      <a:r>
                        <a:rPr lang="sv-SE" sz="1200" b="0" cap="none" spc="0">
                          <a:solidFill>
                            <a:schemeClr val="tx1"/>
                          </a:solidFill>
                          <a:effectLst/>
                          <a:latin typeface="quote-cjk-patch"/>
                        </a:rPr>
                        <a:t>• Antal upptäckta attacker</a:t>
                      </a:r>
                      <a:br>
                        <a:rPr lang="sv-SE" sz="1200" b="0" cap="none" spc="0" dirty="0">
                          <a:solidFill>
                            <a:srgbClr val="000000"/>
                          </a:solidFill>
                          <a:effectLst/>
                          <a:latin typeface="quote-cjk-patch"/>
                        </a:rPr>
                      </a:br>
                      <a:r>
                        <a:rPr lang="sv-SE" sz="1200" b="0" cap="none" spc="0">
                          <a:solidFill>
                            <a:schemeClr val="tx1"/>
                          </a:solidFill>
                          <a:effectLst/>
                          <a:latin typeface="quote-cjk-patch"/>
                        </a:rPr>
                        <a:t>• Genomsnittlig konfidens</a:t>
                      </a:r>
                    </a:p>
                  </a:txBody>
                  <a:tcPr marL="37136" marR="0" marT="10610" marB="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445116311"/>
                  </a:ext>
                </a:extLst>
              </a:tr>
            </a:tbl>
          </a:graphicData>
        </a:graphic>
      </p:graphicFrame>
    </p:spTree>
    <p:extLst>
      <p:ext uri="{BB962C8B-B14F-4D97-AF65-F5344CB8AC3E}">
        <p14:creationId xmlns:p14="http://schemas.microsoft.com/office/powerpoint/2010/main" val="15571913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ubrik 1">
            <a:extLst>
              <a:ext uri="{FF2B5EF4-FFF2-40B4-BE49-F238E27FC236}">
                <a16:creationId xmlns:a16="http://schemas.microsoft.com/office/drawing/2014/main" id="{569A5E80-6039-EE1D-C60B-9C450AA49B89}"/>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Vad betyder utskrifterna?</a:t>
            </a:r>
            <a:endParaRPr lang="sv-SE" sz="4000">
              <a:solidFill>
                <a:srgbClr val="FFFFFF"/>
              </a:solidFill>
            </a:endParaRPr>
          </a:p>
        </p:txBody>
      </p:sp>
      <p:graphicFrame>
        <p:nvGraphicFramePr>
          <p:cNvPr id="5" name="Platshållare för innehåll 4">
            <a:extLst>
              <a:ext uri="{FF2B5EF4-FFF2-40B4-BE49-F238E27FC236}">
                <a16:creationId xmlns:a16="http://schemas.microsoft.com/office/drawing/2014/main" id="{AC0420D2-4E3C-70E6-5722-A4014E33400A}"/>
              </a:ext>
            </a:extLst>
          </p:cNvPr>
          <p:cNvGraphicFramePr>
            <a:graphicFrameLocks noGrp="1"/>
          </p:cNvGraphicFramePr>
          <p:nvPr>
            <p:ph idx="1"/>
          </p:nvPr>
        </p:nvGraphicFramePr>
        <p:xfrm>
          <a:off x="644056" y="2297535"/>
          <a:ext cx="10927830" cy="3822897"/>
        </p:xfrm>
        <a:graphic>
          <a:graphicData uri="http://schemas.openxmlformats.org/drawingml/2006/table">
            <a:tbl>
              <a:tblPr firstRow="1" bandRow="1">
                <a:tableStyleId>{5C22544A-7EE6-4342-B048-85BDC9FD1C3A}</a:tableStyleId>
              </a:tblPr>
              <a:tblGrid>
                <a:gridCol w="5463915">
                  <a:extLst>
                    <a:ext uri="{9D8B030D-6E8A-4147-A177-3AD203B41FA5}">
                      <a16:colId xmlns:a16="http://schemas.microsoft.com/office/drawing/2014/main" val="213952299"/>
                    </a:ext>
                  </a:extLst>
                </a:gridCol>
                <a:gridCol w="5463915">
                  <a:extLst>
                    <a:ext uri="{9D8B030D-6E8A-4147-A177-3AD203B41FA5}">
                      <a16:colId xmlns:a16="http://schemas.microsoft.com/office/drawing/2014/main" val="268222443"/>
                    </a:ext>
                  </a:extLst>
                </a:gridCol>
              </a:tblGrid>
              <a:tr h="486738">
                <a:tc>
                  <a:txBody>
                    <a:bodyPr/>
                    <a:lstStyle/>
                    <a:p>
                      <a:pPr algn="l">
                        <a:lnSpc>
                          <a:spcPts val="1875"/>
                        </a:lnSpc>
                        <a:buNone/>
                      </a:pPr>
                      <a:r>
                        <a:rPr lang="sv-SE" sz="1900" b="1">
                          <a:effectLst/>
                          <a:latin typeface="quote-cjk-patch"/>
                        </a:rPr>
                        <a:t>Utskrift</a:t>
                      </a:r>
                      <a:endParaRPr lang="sv-SE" sz="1900" b="0">
                        <a:effectLst/>
                        <a:latin typeface="quote-cjk-patch"/>
                      </a:endParaRPr>
                    </a:p>
                  </a:txBody>
                  <a:tcPr marL="95025" marR="158374" marT="98984" marB="98984" anchor="ctr">
                    <a:lnL>
                      <a:noFill/>
                    </a:lnL>
                    <a:lnR>
                      <a:noFill/>
                    </a:lnR>
                    <a:lnT>
                      <a:noFill/>
                    </a:lnT>
                    <a:lnB>
                      <a:noFill/>
                    </a:lnB>
                    <a:solidFill>
                      <a:srgbClr val="FFFFFF"/>
                    </a:solidFill>
                  </a:tcPr>
                </a:tc>
                <a:tc>
                  <a:txBody>
                    <a:bodyPr/>
                    <a:lstStyle/>
                    <a:p>
                      <a:pPr algn="l">
                        <a:lnSpc>
                          <a:spcPts val="1875"/>
                        </a:lnSpc>
                        <a:buNone/>
                      </a:pPr>
                      <a:r>
                        <a:rPr lang="sv-SE" sz="1900" b="1">
                          <a:effectLst/>
                          <a:latin typeface="quote-cjk-patch"/>
                        </a:rPr>
                        <a:t>Betydelse</a:t>
                      </a:r>
                      <a:endParaRPr lang="sv-SE" sz="1900" b="0">
                        <a:effectLst/>
                        <a:latin typeface="quote-cjk-patch"/>
                      </a:endParaRPr>
                    </a:p>
                  </a:txBody>
                  <a:tcPr marL="158374" marR="158374" marT="98984" marB="98984" anchor="ctr">
                    <a:lnL>
                      <a:noFill/>
                    </a:lnL>
                    <a:lnR>
                      <a:noFill/>
                    </a:lnR>
                    <a:lnT>
                      <a:noFill/>
                    </a:lnT>
                    <a:lnB>
                      <a:noFill/>
                    </a:lnB>
                    <a:solidFill>
                      <a:srgbClr val="FFFFFF"/>
                    </a:solidFill>
                  </a:tcPr>
                </a:tc>
                <a:extLst>
                  <a:ext uri="{0D108BD9-81ED-4DB2-BD59-A6C34878D82A}">
                    <a16:rowId xmlns:a16="http://schemas.microsoft.com/office/drawing/2014/main" val="4145885137"/>
                  </a:ext>
                </a:extLst>
              </a:tr>
              <a:tr h="486738">
                <a:tc>
                  <a:txBody>
                    <a:bodyPr/>
                    <a:lstStyle/>
                    <a:p>
                      <a:pPr>
                        <a:lnSpc>
                          <a:spcPts val="1650"/>
                        </a:lnSpc>
                        <a:buNone/>
                      </a:pPr>
                      <a:r>
                        <a:rPr lang="sv-SE" sz="1900" b="0">
                          <a:effectLst/>
                          <a:latin typeface="Menlo"/>
                        </a:rPr>
                        <a:t>[1/6] ANSLUTEN TILL SQL SERVER</a:t>
                      </a:r>
                      <a:endParaRPr lang="sv-SE" sz="1900" b="0">
                        <a:effectLst/>
                        <a:latin typeface="quote-cjk-patch"/>
                      </a:endParaRPr>
                    </a:p>
                  </a:txBody>
                  <a:tcPr marL="95025" marR="158374" marT="98984" marB="98984" anchor="ctr">
                    <a:lnL>
                      <a:noFill/>
                    </a:lnL>
                    <a:lnR>
                      <a:noFill/>
                    </a:lnR>
                    <a:lnT>
                      <a:noFill/>
                    </a:lnT>
                    <a:lnB>
                      <a:noFill/>
                    </a:lnB>
                    <a:solidFill>
                      <a:srgbClr val="FFFFFF"/>
                    </a:solidFill>
                  </a:tcPr>
                </a:tc>
                <a:tc>
                  <a:txBody>
                    <a:bodyPr/>
                    <a:lstStyle/>
                    <a:p>
                      <a:pPr>
                        <a:lnSpc>
                          <a:spcPts val="1875"/>
                        </a:lnSpc>
                        <a:buNone/>
                      </a:pPr>
                      <a:r>
                        <a:rPr lang="sv-SE" sz="1900" b="0">
                          <a:effectLst/>
                          <a:latin typeface="quote-cjk-patch"/>
                        </a:rPr>
                        <a:t>Anslutningen till databasen lyckades</a:t>
                      </a:r>
                    </a:p>
                  </a:txBody>
                  <a:tcPr marL="158374" marR="95025" marT="98984" marB="98984" anchor="ctr">
                    <a:lnL>
                      <a:noFill/>
                    </a:lnL>
                    <a:lnR>
                      <a:noFill/>
                    </a:lnR>
                    <a:lnT>
                      <a:noFill/>
                    </a:lnT>
                    <a:lnB>
                      <a:noFill/>
                    </a:lnB>
                    <a:solidFill>
                      <a:srgbClr val="FFFFFF"/>
                    </a:solidFill>
                  </a:tcPr>
                </a:tc>
                <a:extLst>
                  <a:ext uri="{0D108BD9-81ED-4DB2-BD59-A6C34878D82A}">
                    <a16:rowId xmlns:a16="http://schemas.microsoft.com/office/drawing/2014/main" val="989507459"/>
                  </a:ext>
                </a:extLst>
              </a:tr>
              <a:tr h="486738">
                <a:tc>
                  <a:txBody>
                    <a:bodyPr/>
                    <a:lstStyle/>
                    <a:p>
                      <a:pPr>
                        <a:lnSpc>
                          <a:spcPts val="1650"/>
                        </a:lnSpc>
                        <a:buNone/>
                      </a:pPr>
                      <a:r>
                        <a:rPr lang="sv-SE" sz="1900" b="0">
                          <a:effectLst/>
                          <a:latin typeface="Menlo"/>
                        </a:rPr>
                        <a:t>[2/6] LADDAR ML-MODELL... OK - 9 features</a:t>
                      </a:r>
                      <a:endParaRPr lang="sv-SE" sz="1900" b="0">
                        <a:effectLst/>
                        <a:latin typeface="quote-cjk-patch"/>
                      </a:endParaRPr>
                    </a:p>
                  </a:txBody>
                  <a:tcPr marL="95025" marR="158374" marT="98984" marB="98984" anchor="ctr">
                    <a:lnL>
                      <a:noFill/>
                    </a:lnL>
                    <a:lnR>
                      <a:noFill/>
                    </a:lnR>
                    <a:lnT>
                      <a:noFill/>
                    </a:lnT>
                    <a:lnB>
                      <a:noFill/>
                    </a:lnB>
                    <a:solidFill>
                      <a:srgbClr val="FFFFFF"/>
                    </a:solidFill>
                  </a:tcPr>
                </a:tc>
                <a:tc>
                  <a:txBody>
                    <a:bodyPr/>
                    <a:lstStyle/>
                    <a:p>
                      <a:pPr>
                        <a:lnSpc>
                          <a:spcPts val="1875"/>
                        </a:lnSpc>
                        <a:buNone/>
                      </a:pPr>
                      <a:r>
                        <a:rPr lang="sv-SE" sz="1900" b="0">
                          <a:effectLst/>
                          <a:latin typeface="quote-cjk-patch"/>
                        </a:rPr>
                        <a:t>Modellen laddades och förväntar sig 9 kolumner</a:t>
                      </a:r>
                    </a:p>
                  </a:txBody>
                  <a:tcPr marL="158374" marR="95025" marT="98984" marB="98984" anchor="ctr">
                    <a:lnL>
                      <a:noFill/>
                    </a:lnL>
                    <a:lnR>
                      <a:noFill/>
                    </a:lnR>
                    <a:lnT>
                      <a:noFill/>
                    </a:lnT>
                    <a:lnB>
                      <a:noFill/>
                    </a:lnB>
                    <a:solidFill>
                      <a:srgbClr val="FFFFFF"/>
                    </a:solidFill>
                  </a:tcPr>
                </a:tc>
                <a:extLst>
                  <a:ext uri="{0D108BD9-81ED-4DB2-BD59-A6C34878D82A}">
                    <a16:rowId xmlns:a16="http://schemas.microsoft.com/office/drawing/2014/main" val="1905127338"/>
                  </a:ext>
                </a:extLst>
              </a:tr>
              <a:tr h="466941">
                <a:tc>
                  <a:txBody>
                    <a:bodyPr/>
                    <a:lstStyle/>
                    <a:p>
                      <a:pPr>
                        <a:lnSpc>
                          <a:spcPts val="1650"/>
                        </a:lnSpc>
                        <a:buNone/>
                      </a:pPr>
                      <a:r>
                        <a:rPr lang="sv-SE" sz="1900" b="0">
                          <a:effectLst/>
                          <a:latin typeface="Menlo"/>
                        </a:rPr>
                        <a:t>[3/6] HAMTAR DATA... HAMTADE 5 RADER</a:t>
                      </a:r>
                      <a:endParaRPr lang="sv-SE" sz="1900" b="0">
                        <a:effectLst/>
                        <a:latin typeface="quote-cjk-patch"/>
                      </a:endParaRPr>
                    </a:p>
                  </a:txBody>
                  <a:tcPr marL="95025" marR="158374" marT="98984" marB="98984" anchor="ctr">
                    <a:lnL>
                      <a:noFill/>
                    </a:lnL>
                    <a:lnR>
                      <a:noFill/>
                    </a:lnR>
                    <a:lnT>
                      <a:noFill/>
                    </a:lnT>
                    <a:lnB>
                      <a:noFill/>
                    </a:lnB>
                    <a:solidFill>
                      <a:srgbClr val="FFFFFF"/>
                    </a:solidFill>
                  </a:tcPr>
                </a:tc>
                <a:tc>
                  <a:txBody>
                    <a:bodyPr/>
                    <a:lstStyle/>
                    <a:p>
                      <a:pPr>
                        <a:lnSpc>
                          <a:spcPts val="1650"/>
                        </a:lnSpc>
                        <a:buNone/>
                      </a:pPr>
                      <a:r>
                        <a:rPr lang="sv-SE" sz="1900" b="0">
                          <a:effectLst/>
                          <a:latin typeface="quote-cjk-patch"/>
                        </a:rPr>
                        <a:t>5 nya rader hämtades från </a:t>
                      </a:r>
                      <a:r>
                        <a:rPr lang="sv-SE" sz="1900" b="0">
                          <a:effectLst/>
                          <a:latin typeface="Menlo"/>
                        </a:rPr>
                        <a:t>NetworkTrafficLogs</a:t>
                      </a:r>
                      <a:endParaRPr lang="sv-SE" sz="1900" b="0">
                        <a:effectLst/>
                        <a:latin typeface="quote-cjk-patch"/>
                      </a:endParaRPr>
                    </a:p>
                  </a:txBody>
                  <a:tcPr marL="158374" marR="95025" marT="98984" marB="98984" anchor="ctr">
                    <a:lnL>
                      <a:noFill/>
                    </a:lnL>
                    <a:lnR>
                      <a:noFill/>
                    </a:lnR>
                    <a:lnT>
                      <a:noFill/>
                    </a:lnT>
                    <a:lnB>
                      <a:noFill/>
                    </a:lnB>
                    <a:solidFill>
                      <a:srgbClr val="FFFFFF"/>
                    </a:solidFill>
                  </a:tcPr>
                </a:tc>
                <a:extLst>
                  <a:ext uri="{0D108BD9-81ED-4DB2-BD59-A6C34878D82A}">
                    <a16:rowId xmlns:a16="http://schemas.microsoft.com/office/drawing/2014/main" val="1671611038"/>
                  </a:ext>
                </a:extLst>
              </a:tr>
              <a:tr h="737497">
                <a:tc>
                  <a:txBody>
                    <a:bodyPr/>
                    <a:lstStyle/>
                    <a:p>
                      <a:pPr>
                        <a:lnSpc>
                          <a:spcPts val="1650"/>
                        </a:lnSpc>
                        <a:buNone/>
                      </a:pPr>
                      <a:r>
                        <a:rPr lang="sv-SE" sz="1900" b="0">
                          <a:effectLst/>
                          <a:latin typeface="Menlo"/>
                        </a:rPr>
                        <a:t>[4/6] FORBEREDER DATA...</a:t>
                      </a:r>
                      <a:endParaRPr lang="sv-SE" sz="1900" b="0">
                        <a:effectLst/>
                        <a:latin typeface="quote-cjk-patch"/>
                      </a:endParaRPr>
                    </a:p>
                  </a:txBody>
                  <a:tcPr marL="95025" marR="158374" marT="98984" marB="98984" anchor="ctr">
                    <a:lnL>
                      <a:noFill/>
                    </a:lnL>
                    <a:lnR>
                      <a:noFill/>
                    </a:lnR>
                    <a:lnT>
                      <a:noFill/>
                    </a:lnT>
                    <a:lnB>
                      <a:noFill/>
                    </a:lnB>
                    <a:solidFill>
                      <a:srgbClr val="FFFFFF"/>
                    </a:solidFill>
                  </a:tcPr>
                </a:tc>
                <a:tc>
                  <a:txBody>
                    <a:bodyPr/>
                    <a:lstStyle/>
                    <a:p>
                      <a:pPr>
                        <a:lnSpc>
                          <a:spcPts val="1875"/>
                        </a:lnSpc>
                        <a:buNone/>
                      </a:pPr>
                      <a:r>
                        <a:rPr lang="sv-SE" sz="1900" b="0">
                          <a:effectLst/>
                          <a:latin typeface="quote-cjk-patch"/>
                        </a:rPr>
                        <a:t>Datan omvandlas till samma format som träningsdatan</a:t>
                      </a:r>
                    </a:p>
                  </a:txBody>
                  <a:tcPr marL="158374" marR="95025" marT="98984" marB="98984" anchor="ctr">
                    <a:lnL>
                      <a:noFill/>
                    </a:lnL>
                    <a:lnR>
                      <a:noFill/>
                    </a:lnR>
                    <a:lnT>
                      <a:noFill/>
                    </a:lnT>
                    <a:lnB>
                      <a:noFill/>
                    </a:lnB>
                    <a:solidFill>
                      <a:srgbClr val="FFFFFF"/>
                    </a:solidFill>
                  </a:tcPr>
                </a:tc>
                <a:extLst>
                  <a:ext uri="{0D108BD9-81ED-4DB2-BD59-A6C34878D82A}">
                    <a16:rowId xmlns:a16="http://schemas.microsoft.com/office/drawing/2014/main" val="2427993720"/>
                  </a:ext>
                </a:extLst>
              </a:tr>
              <a:tr h="691304">
                <a:tc>
                  <a:txBody>
                    <a:bodyPr/>
                    <a:lstStyle/>
                    <a:p>
                      <a:pPr>
                        <a:lnSpc>
                          <a:spcPts val="1650"/>
                        </a:lnSpc>
                        <a:buNone/>
                      </a:pPr>
                      <a:r>
                        <a:rPr lang="sv-SE" sz="1900" b="0">
                          <a:effectLst/>
                          <a:latin typeface="Menlo"/>
                        </a:rPr>
                        <a:t>[5/6] ANALYSERAR... HITTADE 2 POTENTIELLA ATTACKER</a:t>
                      </a:r>
                      <a:endParaRPr lang="sv-SE" sz="1900" b="0">
                        <a:effectLst/>
                        <a:latin typeface="quote-cjk-patch"/>
                      </a:endParaRPr>
                    </a:p>
                  </a:txBody>
                  <a:tcPr marL="95025" marR="158374" marT="98984" marB="98984" anchor="ctr">
                    <a:lnL>
                      <a:noFill/>
                    </a:lnL>
                    <a:lnR>
                      <a:noFill/>
                    </a:lnR>
                    <a:lnT>
                      <a:noFill/>
                    </a:lnT>
                    <a:lnB>
                      <a:noFill/>
                    </a:lnB>
                    <a:solidFill>
                      <a:srgbClr val="FFFFFF"/>
                    </a:solidFill>
                  </a:tcPr>
                </a:tc>
                <a:tc>
                  <a:txBody>
                    <a:bodyPr/>
                    <a:lstStyle/>
                    <a:p>
                      <a:pPr>
                        <a:lnSpc>
                          <a:spcPts val="1875"/>
                        </a:lnSpc>
                        <a:buNone/>
                      </a:pPr>
                      <a:r>
                        <a:rPr lang="sv-SE" sz="1900" b="0">
                          <a:effectLst/>
                          <a:latin typeface="quote-cjk-patch"/>
                        </a:rPr>
                        <a:t>Modellen hittade 2 attacker i datan</a:t>
                      </a:r>
                    </a:p>
                  </a:txBody>
                  <a:tcPr marL="158374" marR="95025" marT="98984" marB="98984" anchor="ctr">
                    <a:lnL>
                      <a:noFill/>
                    </a:lnL>
                    <a:lnR>
                      <a:noFill/>
                    </a:lnR>
                    <a:lnT>
                      <a:noFill/>
                    </a:lnT>
                    <a:lnB>
                      <a:noFill/>
                    </a:lnB>
                    <a:solidFill>
                      <a:srgbClr val="FFFFFF"/>
                    </a:solidFill>
                  </a:tcPr>
                </a:tc>
                <a:extLst>
                  <a:ext uri="{0D108BD9-81ED-4DB2-BD59-A6C34878D82A}">
                    <a16:rowId xmlns:a16="http://schemas.microsoft.com/office/drawing/2014/main" val="447679590"/>
                  </a:ext>
                </a:extLst>
              </a:tr>
              <a:tr h="466941">
                <a:tc>
                  <a:txBody>
                    <a:bodyPr/>
                    <a:lstStyle/>
                    <a:p>
                      <a:pPr>
                        <a:lnSpc>
                          <a:spcPts val="1650"/>
                        </a:lnSpc>
                        <a:buNone/>
                      </a:pPr>
                      <a:r>
                        <a:rPr lang="sv-SE" sz="1900" b="0">
                          <a:effectLst/>
                          <a:latin typeface="Menlo"/>
                        </a:rPr>
                        <a:t>[6/6] SPARAR I SQL SERVER... SPARADE 5 RADER</a:t>
                      </a:r>
                      <a:endParaRPr lang="sv-SE" sz="1900" b="0">
                        <a:effectLst/>
                        <a:latin typeface="quote-cjk-patch"/>
                      </a:endParaRPr>
                    </a:p>
                  </a:txBody>
                  <a:tcPr marL="95025" marR="158374" marT="98984" marB="98984" anchor="ctr">
                    <a:lnL>
                      <a:noFill/>
                    </a:lnL>
                    <a:lnR>
                      <a:noFill/>
                    </a:lnR>
                    <a:lnT>
                      <a:noFill/>
                    </a:lnT>
                    <a:lnB>
                      <a:noFill/>
                    </a:lnB>
                    <a:solidFill>
                      <a:srgbClr val="FFFFFF"/>
                    </a:solidFill>
                  </a:tcPr>
                </a:tc>
                <a:tc>
                  <a:txBody>
                    <a:bodyPr/>
                    <a:lstStyle/>
                    <a:p>
                      <a:pPr>
                        <a:lnSpc>
                          <a:spcPts val="1650"/>
                        </a:lnSpc>
                        <a:buNone/>
                      </a:pPr>
                      <a:r>
                        <a:rPr lang="sv-SE" sz="1900" b="0">
                          <a:effectLst/>
                          <a:latin typeface="quote-cjk-patch"/>
                        </a:rPr>
                        <a:t>Resultaten sparades i </a:t>
                      </a:r>
                      <a:r>
                        <a:rPr lang="sv-SE" sz="1900" b="0">
                          <a:effectLst/>
                          <a:latin typeface="Menlo"/>
                        </a:rPr>
                        <a:t>ThreatDetections</a:t>
                      </a:r>
                      <a:endParaRPr lang="sv-SE" sz="1900" b="0">
                        <a:effectLst/>
                        <a:latin typeface="quote-cjk-patch"/>
                      </a:endParaRPr>
                    </a:p>
                  </a:txBody>
                  <a:tcPr marL="158374" marR="95025" marT="98984" marB="98984" anchor="ctr">
                    <a:lnL>
                      <a:noFill/>
                    </a:lnL>
                    <a:lnR>
                      <a:noFill/>
                    </a:lnR>
                    <a:lnT>
                      <a:noFill/>
                    </a:lnT>
                    <a:lnB>
                      <a:noFill/>
                    </a:lnB>
                    <a:solidFill>
                      <a:srgbClr val="FFFFFF"/>
                    </a:solidFill>
                  </a:tcPr>
                </a:tc>
                <a:extLst>
                  <a:ext uri="{0D108BD9-81ED-4DB2-BD59-A6C34878D82A}">
                    <a16:rowId xmlns:a16="http://schemas.microsoft.com/office/drawing/2014/main" val="2659492282"/>
                  </a:ext>
                </a:extLst>
              </a:tr>
            </a:tbl>
          </a:graphicData>
        </a:graphic>
      </p:graphicFrame>
    </p:spTree>
    <p:extLst>
      <p:ext uri="{BB962C8B-B14F-4D97-AF65-F5344CB8AC3E}">
        <p14:creationId xmlns:p14="http://schemas.microsoft.com/office/powerpoint/2010/main" val="1716980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ubrik 1">
            <a:extLst>
              <a:ext uri="{FF2B5EF4-FFF2-40B4-BE49-F238E27FC236}">
                <a16:creationId xmlns:a16="http://schemas.microsoft.com/office/drawing/2014/main" id="{1FF08AB1-BA38-440D-D046-201F7C743C4C}"/>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Vanliga frågor</a:t>
            </a:r>
            <a:endParaRPr lang="sv-SE" sz="4000">
              <a:solidFill>
                <a:srgbClr val="FFFFFF"/>
              </a:solidFill>
            </a:endParaRPr>
          </a:p>
        </p:txBody>
      </p:sp>
      <p:graphicFrame>
        <p:nvGraphicFramePr>
          <p:cNvPr id="5" name="Platshållare för innehåll 4">
            <a:extLst>
              <a:ext uri="{FF2B5EF4-FFF2-40B4-BE49-F238E27FC236}">
                <a16:creationId xmlns:a16="http://schemas.microsoft.com/office/drawing/2014/main" id="{317B43E4-7F34-DB87-04D0-7E21FF8D3D81}"/>
              </a:ext>
            </a:extLst>
          </p:cNvPr>
          <p:cNvGraphicFramePr>
            <a:graphicFrameLocks noGrp="1"/>
          </p:cNvGraphicFramePr>
          <p:nvPr>
            <p:ph idx="1"/>
            <p:extLst>
              <p:ext uri="{D42A27DB-BD31-4B8C-83A1-F6EECF244321}">
                <p14:modId xmlns:p14="http://schemas.microsoft.com/office/powerpoint/2010/main" val="3083529759"/>
              </p:ext>
            </p:extLst>
          </p:nvPr>
        </p:nvGraphicFramePr>
        <p:xfrm>
          <a:off x="-2925" y="1582429"/>
          <a:ext cx="12177020" cy="5311057"/>
        </p:xfrm>
        <a:graphic>
          <a:graphicData uri="http://schemas.openxmlformats.org/drawingml/2006/table">
            <a:tbl>
              <a:tblPr firstRow="1" bandRow="1">
                <a:tableStyleId>{5C22544A-7EE6-4342-B048-85BDC9FD1C3A}</a:tableStyleId>
              </a:tblPr>
              <a:tblGrid>
                <a:gridCol w="3642101">
                  <a:extLst>
                    <a:ext uri="{9D8B030D-6E8A-4147-A177-3AD203B41FA5}">
                      <a16:colId xmlns:a16="http://schemas.microsoft.com/office/drawing/2014/main" val="3408095497"/>
                    </a:ext>
                  </a:extLst>
                </a:gridCol>
                <a:gridCol w="8534919">
                  <a:extLst>
                    <a:ext uri="{9D8B030D-6E8A-4147-A177-3AD203B41FA5}">
                      <a16:colId xmlns:a16="http://schemas.microsoft.com/office/drawing/2014/main" val="346166640"/>
                    </a:ext>
                  </a:extLst>
                </a:gridCol>
              </a:tblGrid>
              <a:tr h="415680">
                <a:tc>
                  <a:txBody>
                    <a:bodyPr/>
                    <a:lstStyle/>
                    <a:p>
                      <a:pPr algn="l">
                        <a:lnSpc>
                          <a:spcPts val="1875"/>
                        </a:lnSpc>
                        <a:buNone/>
                      </a:pPr>
                      <a:r>
                        <a:rPr lang="sv-SE" sz="2000" b="1">
                          <a:solidFill>
                            <a:schemeClr val="tx1"/>
                          </a:solidFill>
                          <a:effectLst/>
                          <a:latin typeface="quote-cjk-patch"/>
                        </a:rPr>
                        <a:t>Fråga</a:t>
                      </a:r>
                      <a:endParaRPr lang="sv-SE" sz="2000" b="0">
                        <a:solidFill>
                          <a:schemeClr val="tx1"/>
                        </a:solidFill>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gn="l">
                        <a:lnSpc>
                          <a:spcPts val="1875"/>
                        </a:lnSpc>
                        <a:buNone/>
                      </a:pPr>
                      <a:r>
                        <a:rPr lang="sv-SE" sz="2000" b="1">
                          <a:solidFill>
                            <a:schemeClr val="tx1"/>
                          </a:solidFill>
                          <a:effectLst/>
                          <a:latin typeface="quote-cjk-patch"/>
                        </a:rPr>
                        <a:t>Svar</a:t>
                      </a:r>
                      <a:endParaRPr lang="sv-SE" sz="2000" b="0">
                        <a:solidFill>
                          <a:schemeClr val="tx1"/>
                        </a:solidFill>
                        <a:effectLst/>
                        <a:latin typeface="quote-cjk-patch"/>
                      </a:endParaRPr>
                    </a:p>
                  </a:txBody>
                  <a:tcPr marL="105368" marR="105368" marT="65855" marB="65855" anchor="ctr">
                    <a:lnL>
                      <a:noFill/>
                    </a:lnL>
                    <a:lnR>
                      <a:noFill/>
                    </a:lnR>
                    <a:lnT>
                      <a:noFill/>
                    </a:lnT>
                    <a:lnB>
                      <a:noFill/>
                    </a:lnB>
                    <a:solidFill>
                      <a:srgbClr val="FFFFFF"/>
                    </a:solidFill>
                  </a:tcPr>
                </a:tc>
                <a:extLst>
                  <a:ext uri="{0D108BD9-81ED-4DB2-BD59-A6C34878D82A}">
                    <a16:rowId xmlns:a16="http://schemas.microsoft.com/office/drawing/2014/main" val="3306476551"/>
                  </a:ext>
                </a:extLst>
              </a:tr>
              <a:tr h="590382">
                <a:tc>
                  <a:txBody>
                    <a:bodyPr/>
                    <a:lstStyle/>
                    <a:p>
                      <a:pPr>
                        <a:lnSpc>
                          <a:spcPts val="1875"/>
                        </a:lnSpc>
                        <a:buNone/>
                      </a:pPr>
                      <a:r>
                        <a:rPr lang="sv-SE" sz="1800" b="1">
                          <a:effectLst/>
                          <a:latin typeface="quote-cjk-patch"/>
                        </a:rPr>
                        <a:t>Vad är PowerShell?</a:t>
                      </a:r>
                      <a:endParaRPr lang="sv-SE" sz="1800" b="0">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nSpc>
                          <a:spcPts val="1650"/>
                        </a:lnSpc>
                        <a:buNone/>
                      </a:pPr>
                      <a:r>
                        <a:rPr lang="sv-SE" sz="1800" b="0">
                          <a:effectLst/>
                          <a:latin typeface="quote-cjk-patch"/>
                        </a:rPr>
                        <a:t>Ett script-språk från Microsoft som används för att automatisera uppgifter i Windows. Vårt </a:t>
                      </a:r>
                      <a:r>
                        <a:rPr lang="sv-SE" sz="1800" b="0">
                          <a:effectLst/>
                          <a:latin typeface="Menlo"/>
                        </a:rPr>
                        <a:t>.ps1</a:t>
                      </a:r>
                      <a:r>
                        <a:rPr lang="sv-SE" sz="1800" b="0">
                          <a:effectLst/>
                          <a:latin typeface="quote-cjk-patch"/>
                        </a:rPr>
                        <a:t>-skript kontrollerar miljön och installerar paket .</a:t>
                      </a:r>
                    </a:p>
                  </a:txBody>
                  <a:tcPr marL="105368" marR="63221" marT="65855" marB="65855" anchor="ctr">
                    <a:lnL>
                      <a:noFill/>
                    </a:lnL>
                    <a:lnR>
                      <a:noFill/>
                    </a:lnR>
                    <a:lnT>
                      <a:noFill/>
                    </a:lnT>
                    <a:lnB>
                      <a:noFill/>
                    </a:lnB>
                    <a:solidFill>
                      <a:srgbClr val="FFFFFF"/>
                    </a:solidFill>
                  </a:tcPr>
                </a:tc>
                <a:extLst>
                  <a:ext uri="{0D108BD9-81ED-4DB2-BD59-A6C34878D82A}">
                    <a16:rowId xmlns:a16="http://schemas.microsoft.com/office/drawing/2014/main" val="2928846811"/>
                  </a:ext>
                </a:extLst>
              </a:tr>
              <a:tr h="843982">
                <a:tc>
                  <a:txBody>
                    <a:bodyPr/>
                    <a:lstStyle/>
                    <a:p>
                      <a:pPr>
                        <a:lnSpc>
                          <a:spcPts val="1875"/>
                        </a:lnSpc>
                        <a:buNone/>
                      </a:pPr>
                      <a:r>
                        <a:rPr lang="sv-SE" sz="1800" b="1">
                          <a:effectLst/>
                          <a:latin typeface="quote-cjk-patch"/>
                        </a:rPr>
                        <a:t>Varför använder vi både PowerShell och Python?</a:t>
                      </a:r>
                      <a:endParaRPr lang="sv-SE" sz="1800" b="0">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PowerShell sköter </a:t>
                      </a:r>
                      <a:r>
                        <a:rPr lang="sv-SE" sz="1800" b="1">
                          <a:effectLst/>
                          <a:latin typeface="quote-cjk-patch"/>
                        </a:rPr>
                        <a:t>miljökontroll och installation</a:t>
                      </a:r>
                      <a:r>
                        <a:rPr lang="sv-SE" sz="1800" b="0">
                          <a:effectLst/>
                          <a:latin typeface="quote-cjk-patch"/>
                        </a:rPr>
                        <a:t> (kontrollera Python, installera paket). Python utför själva </a:t>
                      </a:r>
                      <a:r>
                        <a:rPr lang="sv-SE" sz="1800" b="1">
                          <a:effectLst/>
                          <a:latin typeface="quote-cjk-patch"/>
                        </a:rPr>
                        <a:t>ML-analysen</a:t>
                      </a:r>
                      <a:r>
                        <a:rPr lang="sv-SE" sz="1800" b="0">
                          <a:effectLst/>
                          <a:latin typeface="quote-cjk-patch"/>
                        </a:rPr>
                        <a:t> (hämta data, göra prediktioner, spara resultat).</a:t>
                      </a:r>
                    </a:p>
                  </a:txBody>
                  <a:tcPr marL="105368" marR="63221" marT="65855" marB="65855" anchor="ctr">
                    <a:lnL>
                      <a:noFill/>
                    </a:lnL>
                    <a:lnR>
                      <a:noFill/>
                    </a:lnR>
                    <a:lnT>
                      <a:noFill/>
                    </a:lnT>
                    <a:lnB>
                      <a:noFill/>
                    </a:lnB>
                    <a:solidFill>
                      <a:srgbClr val="FFFFFF"/>
                    </a:solidFill>
                  </a:tcPr>
                </a:tc>
                <a:extLst>
                  <a:ext uri="{0D108BD9-81ED-4DB2-BD59-A6C34878D82A}">
                    <a16:rowId xmlns:a16="http://schemas.microsoft.com/office/drawing/2014/main" val="2732862507"/>
                  </a:ext>
                </a:extLst>
              </a:tr>
              <a:tr h="629831">
                <a:tc>
                  <a:txBody>
                    <a:bodyPr/>
                    <a:lstStyle/>
                    <a:p>
                      <a:pPr>
                        <a:lnSpc>
                          <a:spcPts val="1875"/>
                        </a:lnSpc>
                        <a:buNone/>
                      </a:pPr>
                      <a:r>
                        <a:rPr lang="sv-SE" sz="1800" b="1">
                          <a:effectLst/>
                          <a:latin typeface="quote-cjk-patch"/>
                        </a:rPr>
                        <a:t>Vad är </a:t>
                      </a:r>
                      <a:r>
                        <a:rPr lang="sv-SE" sz="1800" b="0">
                          <a:effectLst/>
                          <a:latin typeface="Menlo"/>
                        </a:rPr>
                        <a:t>requirements.txt</a:t>
                      </a:r>
                      <a:r>
                        <a:rPr lang="sv-SE" sz="1800" b="1">
                          <a:effectLst/>
                          <a:latin typeface="quote-cjk-patch"/>
                        </a:rPr>
                        <a:t>?</a:t>
                      </a:r>
                      <a:endParaRPr lang="sv-SE" sz="1800" b="0">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En textfil som listar alla Python-bibliotek som behövs, med exakta versioner. Detta är industristandard för att säkerställa att alla använder samma versioner .</a:t>
                      </a:r>
                    </a:p>
                  </a:txBody>
                  <a:tcPr marL="105368" marR="63221" marT="65855" marB="65855" anchor="ctr">
                    <a:lnL>
                      <a:noFill/>
                    </a:lnL>
                    <a:lnR>
                      <a:noFill/>
                    </a:lnR>
                    <a:lnT>
                      <a:noFill/>
                    </a:lnT>
                    <a:lnB>
                      <a:noFill/>
                    </a:lnB>
                    <a:solidFill>
                      <a:srgbClr val="FFFFFF"/>
                    </a:solidFill>
                  </a:tcPr>
                </a:tc>
                <a:extLst>
                  <a:ext uri="{0D108BD9-81ED-4DB2-BD59-A6C34878D82A}">
                    <a16:rowId xmlns:a16="http://schemas.microsoft.com/office/drawing/2014/main" val="3326326661"/>
                  </a:ext>
                </a:extLst>
              </a:tr>
              <a:tr h="781990">
                <a:tc>
                  <a:txBody>
                    <a:bodyPr/>
                    <a:lstStyle/>
                    <a:p>
                      <a:pPr>
                        <a:lnSpc>
                          <a:spcPts val="1875"/>
                        </a:lnSpc>
                        <a:buNone/>
                      </a:pPr>
                      <a:r>
                        <a:rPr lang="sv-SE" sz="1800" b="1">
                          <a:effectLst/>
                          <a:latin typeface="quote-cjk-patch"/>
                        </a:rPr>
                        <a:t>Vad är servernamn och var hittar jag det?</a:t>
                      </a:r>
                      <a:endParaRPr lang="sv-SE" sz="1800" b="0">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nSpc>
                          <a:spcPts val="1650"/>
                        </a:lnSpc>
                        <a:buNone/>
                      </a:pPr>
                      <a:r>
                        <a:rPr lang="sv-SE" sz="1800" b="0">
                          <a:effectLst/>
                          <a:latin typeface="quote-cjk-patch"/>
                        </a:rPr>
                        <a:t>Servernamnet är adressen till din SQL Server. Du hittar det i SSMS när du ansluter – det står i rutan "Servernamn". Vanliga exempel: </a:t>
                      </a:r>
                      <a:r>
                        <a:rPr lang="sv-SE" sz="1800" b="0">
                          <a:effectLst/>
                          <a:latin typeface="Menlo"/>
                        </a:rPr>
                        <a:t>localhost</a:t>
                      </a:r>
                      <a:r>
                        <a:rPr lang="sv-SE" sz="1800" b="0">
                          <a:effectLst/>
                          <a:latin typeface="quote-cjk-patch"/>
                        </a:rPr>
                        <a:t>, </a:t>
                      </a:r>
                      <a:r>
                        <a:rPr lang="sv-SE" sz="1800" b="0">
                          <a:effectLst/>
                          <a:latin typeface="Menlo"/>
                        </a:rPr>
                        <a:t>DESKTOP-ABC123</a:t>
                      </a:r>
                      <a:r>
                        <a:rPr lang="sv-SE" sz="1800" b="0">
                          <a:effectLst/>
                          <a:latin typeface="quote-cjk-patch"/>
                        </a:rPr>
                        <a:t>, </a:t>
                      </a:r>
                      <a:r>
                        <a:rPr lang="sv-SE" sz="1800" b="0">
                          <a:effectLst/>
                          <a:latin typeface="Menlo"/>
                        </a:rPr>
                        <a:t>(localdb)\MSSQLLocalDB</a:t>
                      </a:r>
                      <a:r>
                        <a:rPr lang="sv-SE" sz="1800" b="0">
                          <a:effectLst/>
                          <a:latin typeface="quote-cjk-patch"/>
                        </a:rPr>
                        <a:t> .</a:t>
                      </a:r>
                    </a:p>
                  </a:txBody>
                  <a:tcPr marL="105368" marR="63221" marT="65855" marB="65855" anchor="ctr">
                    <a:lnL>
                      <a:noFill/>
                    </a:lnL>
                    <a:lnR>
                      <a:noFill/>
                    </a:lnR>
                    <a:lnT>
                      <a:noFill/>
                    </a:lnT>
                    <a:lnB>
                      <a:noFill/>
                    </a:lnB>
                    <a:solidFill>
                      <a:srgbClr val="FFFFFF"/>
                    </a:solidFill>
                  </a:tcPr>
                </a:tc>
                <a:extLst>
                  <a:ext uri="{0D108BD9-81ED-4DB2-BD59-A6C34878D82A}">
                    <a16:rowId xmlns:a16="http://schemas.microsoft.com/office/drawing/2014/main" val="313138924"/>
                  </a:ext>
                </a:extLst>
              </a:tr>
              <a:tr h="781990">
                <a:tc>
                  <a:txBody>
                    <a:bodyPr/>
                    <a:lstStyle/>
                    <a:p>
                      <a:pPr>
                        <a:lnSpc>
                          <a:spcPts val="1875"/>
                        </a:lnSpc>
                        <a:buNone/>
                      </a:pPr>
                      <a:r>
                        <a:rPr lang="sv-SE" sz="1800" b="1">
                          <a:effectLst/>
                          <a:latin typeface="quote-cjk-patch"/>
                        </a:rPr>
                        <a:t>Vad händer om jag får "0 rader hämtade"?</a:t>
                      </a:r>
                      <a:endParaRPr lang="sv-SE" sz="1800" b="0">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nSpc>
                          <a:spcPts val="1650"/>
                        </a:lnSpc>
                        <a:buNone/>
                      </a:pPr>
                      <a:r>
                        <a:rPr lang="sv-SE" sz="1800" b="0">
                          <a:effectLst/>
                          <a:latin typeface="quote-cjk-patch"/>
                        </a:rPr>
                        <a:t>Det betyder att det inte fanns någon NY data att analysera. Alla rader i </a:t>
                      </a:r>
                      <a:r>
                        <a:rPr lang="sv-SE" sz="1800" b="0">
                          <a:effectLst/>
                          <a:latin typeface="Menlo"/>
                        </a:rPr>
                        <a:t>NetworkTrafficLogs</a:t>
                      </a:r>
                      <a:r>
                        <a:rPr lang="sv-SE" sz="1800" b="0">
                          <a:effectLst/>
                          <a:latin typeface="quote-cjk-patch"/>
                        </a:rPr>
                        <a:t> har redan analyserats och finns i </a:t>
                      </a:r>
                      <a:r>
                        <a:rPr lang="sv-SE" sz="1800" b="0">
                          <a:effectLst/>
                          <a:latin typeface="Menlo"/>
                        </a:rPr>
                        <a:t>ThreatDetections</a:t>
                      </a:r>
                      <a:r>
                        <a:rPr lang="sv-SE" sz="1800" b="0">
                          <a:effectLst/>
                          <a:latin typeface="quote-cjk-patch"/>
                        </a:rPr>
                        <a:t>. Lägg in ny testdata så körs analysen igen .</a:t>
                      </a:r>
                    </a:p>
                  </a:txBody>
                  <a:tcPr marL="105368" marR="63221" marT="65855" marB="65855" anchor="ctr">
                    <a:lnL>
                      <a:noFill/>
                    </a:lnL>
                    <a:lnR>
                      <a:noFill/>
                    </a:lnR>
                    <a:lnT>
                      <a:noFill/>
                    </a:lnT>
                    <a:lnB>
                      <a:noFill/>
                    </a:lnB>
                    <a:solidFill>
                      <a:srgbClr val="FFFFFF"/>
                    </a:solidFill>
                  </a:tcPr>
                </a:tc>
                <a:extLst>
                  <a:ext uri="{0D108BD9-81ED-4DB2-BD59-A6C34878D82A}">
                    <a16:rowId xmlns:a16="http://schemas.microsoft.com/office/drawing/2014/main" val="1686512665"/>
                  </a:ext>
                </a:extLst>
              </a:tr>
              <a:tr h="629831">
                <a:tc>
                  <a:txBody>
                    <a:bodyPr/>
                    <a:lstStyle/>
                    <a:p>
                      <a:pPr>
                        <a:lnSpc>
                          <a:spcPts val="1875"/>
                        </a:lnSpc>
                        <a:buNone/>
                      </a:pPr>
                      <a:r>
                        <a:rPr lang="sv-SE" sz="1800" b="1">
                          <a:effectLst/>
                          <a:latin typeface="quote-cjk-patch"/>
                        </a:rPr>
                        <a:t>Måste jag köra PowerShell-skriptet varje gång?</a:t>
                      </a:r>
                      <a:endParaRPr lang="sv-SE" sz="1800" b="0">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Ja, för att analysera ny data. Men du kan schemalägga det (Steg 10.5) så körs det automatiskt.</a:t>
                      </a:r>
                    </a:p>
                  </a:txBody>
                  <a:tcPr marL="105368" marR="63221" marT="65855" marB="65855" anchor="ctr">
                    <a:lnL>
                      <a:noFill/>
                    </a:lnL>
                    <a:lnR>
                      <a:noFill/>
                    </a:lnR>
                    <a:lnT>
                      <a:noFill/>
                    </a:lnT>
                    <a:lnB>
                      <a:noFill/>
                    </a:lnB>
                    <a:solidFill>
                      <a:srgbClr val="FFFFFF"/>
                    </a:solidFill>
                  </a:tcPr>
                </a:tc>
                <a:extLst>
                  <a:ext uri="{0D108BD9-81ED-4DB2-BD59-A6C34878D82A}">
                    <a16:rowId xmlns:a16="http://schemas.microsoft.com/office/drawing/2014/main" val="787899150"/>
                  </a:ext>
                </a:extLst>
              </a:tr>
              <a:tr h="629831">
                <a:tc>
                  <a:txBody>
                    <a:bodyPr/>
                    <a:lstStyle/>
                    <a:p>
                      <a:pPr>
                        <a:lnSpc>
                          <a:spcPts val="1875"/>
                        </a:lnSpc>
                        <a:buNone/>
                      </a:pPr>
                      <a:r>
                        <a:rPr lang="sv-SE" sz="1800" b="1">
                          <a:effectLst/>
                          <a:latin typeface="quote-cjk-patch"/>
                        </a:rPr>
                        <a:t>Vad gör jag om jag får fel om "python hittas inte"?</a:t>
                      </a:r>
                      <a:endParaRPr lang="sv-SE" sz="1800" b="0">
                        <a:effectLst/>
                        <a:latin typeface="quote-cjk-patch"/>
                      </a:endParaRPr>
                    </a:p>
                  </a:txBody>
                  <a:tcPr marL="63221" marR="105368" marT="65855" marB="65855" anchor="ctr">
                    <a:lnL>
                      <a:noFill/>
                    </a:lnL>
                    <a:lnR>
                      <a:noFill/>
                    </a:lnR>
                    <a:lnT>
                      <a:noFill/>
                    </a:lnT>
                    <a:lnB>
                      <a:noFill/>
                    </a:lnB>
                    <a:solidFill>
                      <a:srgbClr val="FFFFFF"/>
                    </a:solidFill>
                  </a:tcPr>
                </a:tc>
                <a:tc>
                  <a:txBody>
                    <a:bodyPr/>
                    <a:lstStyle/>
                    <a:p>
                      <a:pPr>
                        <a:lnSpc>
                          <a:spcPts val="1875"/>
                        </a:lnSpc>
                        <a:buNone/>
                      </a:pPr>
                      <a:r>
                        <a:rPr lang="sv-SE" sz="1800" b="0">
                          <a:effectLst/>
                          <a:latin typeface="quote-cjk-patch"/>
                        </a:rPr>
                        <a:t>Python är inte installerat eller inte i PATH. Gå tillbaka till Steg 4 och installera Python –</a:t>
                      </a:r>
                      <a:r>
                        <a:rPr lang="sv-SE" sz="1800" b="0" dirty="0">
                          <a:effectLst/>
                          <a:latin typeface="quote-cjk-patch"/>
                        </a:rPr>
                        <a:t> </a:t>
                      </a:r>
                      <a:r>
                        <a:rPr lang="sv-SE" sz="1800" b="1">
                          <a:effectLst/>
                          <a:latin typeface="quote-cjk-patch"/>
                        </a:rPr>
                        <a:t>kryssa i "Add Python to PATH"</a:t>
                      </a:r>
                      <a:r>
                        <a:rPr lang="sv-SE" sz="1800" b="0">
                          <a:effectLst/>
                          <a:latin typeface="quote-cjk-patch"/>
                        </a:rPr>
                        <a:t> .</a:t>
                      </a:r>
                    </a:p>
                  </a:txBody>
                  <a:tcPr marL="105368" marR="63221" marT="65855" marB="65855" anchor="ctr">
                    <a:lnL>
                      <a:noFill/>
                    </a:lnL>
                    <a:lnR>
                      <a:noFill/>
                    </a:lnR>
                    <a:lnT>
                      <a:noFill/>
                    </a:lnT>
                    <a:lnB>
                      <a:noFill/>
                    </a:lnB>
                    <a:solidFill>
                      <a:srgbClr val="FFFFFF"/>
                    </a:solidFill>
                  </a:tcPr>
                </a:tc>
                <a:extLst>
                  <a:ext uri="{0D108BD9-81ED-4DB2-BD59-A6C34878D82A}">
                    <a16:rowId xmlns:a16="http://schemas.microsoft.com/office/drawing/2014/main" val="2864494391"/>
                  </a:ext>
                </a:extLst>
              </a:tr>
            </a:tbl>
          </a:graphicData>
        </a:graphic>
      </p:graphicFrame>
    </p:spTree>
    <p:extLst>
      <p:ext uri="{BB962C8B-B14F-4D97-AF65-F5344CB8AC3E}">
        <p14:creationId xmlns:p14="http://schemas.microsoft.com/office/powerpoint/2010/main" val="16841543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ubrik 1">
            <a:extLst>
              <a:ext uri="{FF2B5EF4-FFF2-40B4-BE49-F238E27FC236}">
                <a16:creationId xmlns:a16="http://schemas.microsoft.com/office/drawing/2014/main" id="{B7EE33D0-3D43-18BD-3940-2E19E5C2127C}"/>
              </a:ext>
            </a:extLst>
          </p:cNvPr>
          <p:cNvSpPr>
            <a:spLocks noGrp="1"/>
          </p:cNvSpPr>
          <p:nvPr>
            <p:ph type="title"/>
          </p:nvPr>
        </p:nvSpPr>
        <p:spPr>
          <a:xfrm>
            <a:off x="1371597" y="348865"/>
            <a:ext cx="10044023" cy="877729"/>
          </a:xfrm>
        </p:spPr>
        <p:txBody>
          <a:bodyPr anchor="ctr">
            <a:normAutofit/>
          </a:bodyPr>
          <a:lstStyle/>
          <a:p>
            <a:r>
              <a:rPr lang="sv-SE" sz="4000">
                <a:solidFill>
                  <a:srgbClr val="FFFFFF"/>
                </a:solidFill>
                <a:ea typeface="+mj-lt"/>
                <a:cs typeface="+mj-lt"/>
              </a:rPr>
              <a:t>Felsökning</a:t>
            </a:r>
            <a:endParaRPr lang="sv-SE" sz="4000">
              <a:solidFill>
                <a:srgbClr val="FFFFFF"/>
              </a:solidFill>
            </a:endParaRPr>
          </a:p>
        </p:txBody>
      </p:sp>
      <p:graphicFrame>
        <p:nvGraphicFramePr>
          <p:cNvPr id="5" name="Platshållare för innehåll 4">
            <a:extLst>
              <a:ext uri="{FF2B5EF4-FFF2-40B4-BE49-F238E27FC236}">
                <a16:creationId xmlns:a16="http://schemas.microsoft.com/office/drawing/2014/main" id="{B181FA35-BCEF-702B-EF0C-C0DBDFD62DC4}"/>
              </a:ext>
            </a:extLst>
          </p:cNvPr>
          <p:cNvGraphicFramePr>
            <a:graphicFrameLocks noGrp="1"/>
          </p:cNvGraphicFramePr>
          <p:nvPr>
            <p:ph idx="1"/>
            <p:extLst>
              <p:ext uri="{D42A27DB-BD31-4B8C-83A1-F6EECF244321}">
                <p14:modId xmlns:p14="http://schemas.microsoft.com/office/powerpoint/2010/main" val="1314877172"/>
              </p:ext>
            </p:extLst>
          </p:nvPr>
        </p:nvGraphicFramePr>
        <p:xfrm>
          <a:off x="86264" y="1682150"/>
          <a:ext cx="12005416" cy="5165220"/>
        </p:xfrm>
        <a:graphic>
          <a:graphicData uri="http://schemas.openxmlformats.org/drawingml/2006/table">
            <a:tbl>
              <a:tblPr firstRow="1" bandRow="1">
                <a:noFill/>
                <a:tableStyleId>{5C22544A-7EE6-4342-B048-85BDC9FD1C3A}</a:tableStyleId>
              </a:tblPr>
              <a:tblGrid>
                <a:gridCol w="2815525">
                  <a:extLst>
                    <a:ext uri="{9D8B030D-6E8A-4147-A177-3AD203B41FA5}">
                      <a16:colId xmlns:a16="http://schemas.microsoft.com/office/drawing/2014/main" val="286179318"/>
                    </a:ext>
                  </a:extLst>
                </a:gridCol>
                <a:gridCol w="3706677">
                  <a:extLst>
                    <a:ext uri="{9D8B030D-6E8A-4147-A177-3AD203B41FA5}">
                      <a16:colId xmlns:a16="http://schemas.microsoft.com/office/drawing/2014/main" val="1154468807"/>
                    </a:ext>
                  </a:extLst>
                </a:gridCol>
                <a:gridCol w="5483214">
                  <a:extLst>
                    <a:ext uri="{9D8B030D-6E8A-4147-A177-3AD203B41FA5}">
                      <a16:colId xmlns:a16="http://schemas.microsoft.com/office/drawing/2014/main" val="945474680"/>
                    </a:ext>
                  </a:extLst>
                </a:gridCol>
              </a:tblGrid>
              <a:tr h="469043">
                <a:tc>
                  <a:txBody>
                    <a:bodyPr/>
                    <a:lstStyle/>
                    <a:p>
                      <a:pPr algn="l">
                        <a:lnSpc>
                          <a:spcPts val="1875"/>
                        </a:lnSpc>
                        <a:buNone/>
                      </a:pPr>
                      <a:r>
                        <a:rPr lang="sv-SE" sz="1800" b="1">
                          <a:solidFill>
                            <a:schemeClr val="tx1">
                              <a:lumMod val="75000"/>
                              <a:lumOff val="25000"/>
                            </a:schemeClr>
                          </a:solidFill>
                          <a:effectLst/>
                          <a:latin typeface="quote-cjk-patch"/>
                        </a:rPr>
                        <a:t>Problem</a:t>
                      </a:r>
                    </a:p>
                  </a:txBody>
                  <a:tcPr marL="161863" marR="134886" marT="80931" marB="80931"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l">
                        <a:lnSpc>
                          <a:spcPts val="1875"/>
                        </a:lnSpc>
                        <a:buNone/>
                      </a:pPr>
                      <a:r>
                        <a:rPr lang="sv-SE" sz="1800" b="1">
                          <a:solidFill>
                            <a:schemeClr val="tx1">
                              <a:lumMod val="75000"/>
                              <a:lumOff val="25000"/>
                            </a:schemeClr>
                          </a:solidFill>
                          <a:effectLst/>
                          <a:latin typeface="quote-cjk-patch"/>
                        </a:rPr>
                        <a:t>Felmeddelande</a:t>
                      </a:r>
                    </a:p>
                  </a:txBody>
                  <a:tcPr marL="161863" marR="134886" marT="80931" marB="80931"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l">
                        <a:lnSpc>
                          <a:spcPts val="1875"/>
                        </a:lnSpc>
                        <a:buNone/>
                      </a:pPr>
                      <a:r>
                        <a:rPr lang="sv-SE" sz="1800" b="1">
                          <a:solidFill>
                            <a:schemeClr val="tx1">
                              <a:lumMod val="75000"/>
                              <a:lumOff val="25000"/>
                            </a:schemeClr>
                          </a:solidFill>
                          <a:effectLst/>
                          <a:latin typeface="quote-cjk-patch"/>
                        </a:rPr>
                        <a:t>Lösning</a:t>
                      </a:r>
                    </a:p>
                  </a:txBody>
                  <a:tcPr marL="161863" marR="134886" marT="80931" marB="80931"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200100669"/>
                  </a:ext>
                </a:extLst>
              </a:tr>
              <a:tr h="739098">
                <a:tc>
                  <a:txBody>
                    <a:bodyPr/>
                    <a:lstStyle/>
                    <a:p>
                      <a:pPr>
                        <a:lnSpc>
                          <a:spcPts val="1875"/>
                        </a:lnSpc>
                        <a:buNone/>
                      </a:pPr>
                      <a:r>
                        <a:rPr lang="sv-SE" sz="1800" b="1">
                          <a:solidFill>
                            <a:schemeClr val="tx1">
                              <a:lumMod val="75000"/>
                              <a:lumOff val="25000"/>
                            </a:schemeClr>
                          </a:solidFill>
                          <a:effectLst/>
                          <a:latin typeface="quote-cjk-patch"/>
                        </a:rPr>
                        <a:t>Python hittas inte</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nSpc>
                          <a:spcPts val="1650"/>
                        </a:lnSpc>
                        <a:buNone/>
                      </a:pPr>
                      <a:r>
                        <a:rPr lang="sv-SE" sz="1800" b="0">
                          <a:solidFill>
                            <a:schemeClr val="tx1">
                              <a:lumMod val="75000"/>
                              <a:lumOff val="25000"/>
                            </a:schemeClr>
                          </a:solidFill>
                          <a:effectLst/>
                          <a:latin typeface="Menlo"/>
                        </a:rPr>
                        <a:t>FEL: Python ar inte installerat!</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nSpc>
                          <a:spcPts val="1875"/>
                        </a:lnSpc>
                        <a:buNone/>
                      </a:pPr>
                      <a:r>
                        <a:rPr lang="sv-SE" sz="1800" b="0">
                          <a:solidFill>
                            <a:schemeClr val="tx1">
                              <a:lumMod val="75000"/>
                              <a:lumOff val="25000"/>
                            </a:schemeClr>
                          </a:solidFill>
                          <a:effectLst/>
                          <a:latin typeface="quote-cjk-patch"/>
                        </a:rPr>
                        <a:t>Installera Python (Steg 4) och kryssa i "Add Python to PATH".</a:t>
                      </a:r>
                    </a:p>
                  </a:txBody>
                  <a:tcPr marL="161863" marR="80931"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792951417"/>
                  </a:ext>
                </a:extLst>
              </a:tr>
              <a:tr h="739098">
                <a:tc>
                  <a:txBody>
                    <a:bodyPr/>
                    <a:lstStyle/>
                    <a:p>
                      <a:pPr>
                        <a:lnSpc>
                          <a:spcPts val="1875"/>
                        </a:lnSpc>
                        <a:buNone/>
                      </a:pPr>
                      <a:r>
                        <a:rPr lang="sv-SE" sz="1800" b="1">
                          <a:solidFill>
                            <a:schemeClr val="tx1">
                              <a:lumMod val="75000"/>
                              <a:lumOff val="25000"/>
                            </a:schemeClr>
                          </a:solidFill>
                          <a:effectLst/>
                          <a:latin typeface="quote-cjk-patch"/>
                        </a:rPr>
                        <a:t>Paketinstallation misslyckas</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nSpc>
                          <a:spcPts val="1650"/>
                        </a:lnSpc>
                        <a:buNone/>
                      </a:pPr>
                      <a:r>
                        <a:rPr lang="sv-SE" sz="1800" b="0">
                          <a:solidFill>
                            <a:schemeClr val="tx1">
                              <a:lumMod val="75000"/>
                              <a:lumOff val="25000"/>
                            </a:schemeClr>
                          </a:solidFill>
                          <a:effectLst/>
                          <a:latin typeface="Menlo"/>
                        </a:rPr>
                        <a:t>ERROR: Could not install packages</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nSpc>
                          <a:spcPts val="1875"/>
                        </a:lnSpc>
                        <a:buNone/>
                      </a:pPr>
                      <a:r>
                        <a:rPr lang="sv-SE" sz="1800" b="0">
                          <a:solidFill>
                            <a:schemeClr val="tx1">
                              <a:lumMod val="75000"/>
                              <a:lumOff val="25000"/>
                            </a:schemeClr>
                          </a:solidFill>
                          <a:effectLst/>
                          <a:latin typeface="quote-cjk-patch"/>
                        </a:rPr>
                        <a:t>Kör PowerShell som administratör. Kontrollera internetanslutningen.</a:t>
                      </a:r>
                    </a:p>
                  </a:txBody>
                  <a:tcPr marL="161863" marR="80931"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3687789838"/>
                  </a:ext>
                </a:extLst>
              </a:tr>
              <a:tr h="739098">
                <a:tc>
                  <a:txBody>
                    <a:bodyPr/>
                    <a:lstStyle/>
                    <a:p>
                      <a:pPr>
                        <a:lnSpc>
                          <a:spcPts val="1875"/>
                        </a:lnSpc>
                        <a:buNone/>
                      </a:pPr>
                      <a:r>
                        <a:rPr lang="sv-SE" sz="1800" b="1">
                          <a:solidFill>
                            <a:schemeClr val="tx1">
                              <a:lumMod val="75000"/>
                              <a:lumOff val="25000"/>
                            </a:schemeClr>
                          </a:solidFill>
                          <a:effectLst/>
                          <a:latin typeface="quote-cjk-patch"/>
                        </a:rPr>
                        <a:t>Kan inte ansluta till SQL Server</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nSpc>
                          <a:spcPts val="1650"/>
                        </a:lnSpc>
                        <a:buNone/>
                      </a:pPr>
                      <a:r>
                        <a:rPr lang="sv-SE" sz="1800" b="0">
                          <a:solidFill>
                            <a:schemeClr val="tx1">
                              <a:lumMod val="75000"/>
                              <a:lumOff val="25000"/>
                            </a:schemeClr>
                          </a:solidFill>
                          <a:effectLst/>
                          <a:latin typeface="Menlo"/>
                        </a:rPr>
                        <a:t>pymssql.OperationalError</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nSpc>
                          <a:spcPts val="1875"/>
                        </a:lnSpc>
                        <a:buNone/>
                      </a:pPr>
                      <a:r>
                        <a:rPr lang="sv-SE" sz="1800" b="0">
                          <a:solidFill>
                            <a:schemeClr val="tx1">
                              <a:lumMod val="75000"/>
                              <a:lumOff val="25000"/>
                            </a:schemeClr>
                          </a:solidFill>
                          <a:effectLst/>
                          <a:latin typeface="quote-cjk-patch"/>
                        </a:rPr>
                        <a:t>Kontrollera servernamnet. Är SQL Server igång? Fungerar det i SSMS?</a:t>
                      </a:r>
                    </a:p>
                  </a:txBody>
                  <a:tcPr marL="161863" marR="80931"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940770705"/>
                  </a:ext>
                </a:extLst>
              </a:tr>
              <a:tr h="682245">
                <a:tc>
                  <a:txBody>
                    <a:bodyPr/>
                    <a:lstStyle/>
                    <a:p>
                      <a:pPr>
                        <a:lnSpc>
                          <a:spcPts val="1875"/>
                        </a:lnSpc>
                        <a:buNone/>
                      </a:pPr>
                      <a:r>
                        <a:rPr lang="sv-SE" sz="1800" b="1">
                          <a:solidFill>
                            <a:schemeClr val="tx1">
                              <a:lumMod val="75000"/>
                              <a:lumOff val="25000"/>
                            </a:schemeClr>
                          </a:solidFill>
                          <a:effectLst/>
                          <a:latin typeface="quote-cjk-patch"/>
                        </a:rPr>
                        <a:t>Modellfiler saknas</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nSpc>
                          <a:spcPts val="1650"/>
                        </a:lnSpc>
                        <a:buNone/>
                      </a:pPr>
                      <a:r>
                        <a:rPr lang="sv-SE" sz="1800" b="0">
                          <a:solidFill>
                            <a:schemeClr val="tx1">
                              <a:lumMod val="75000"/>
                              <a:lumOff val="25000"/>
                            </a:schemeClr>
                          </a:solidFill>
                          <a:effectLst/>
                          <a:latin typeface="Menlo"/>
                        </a:rPr>
                        <a:t>VARNING: network_intrusion_model.pkl saknas!</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nSpc>
                          <a:spcPts val="1650"/>
                        </a:lnSpc>
                        <a:buNone/>
                      </a:pPr>
                      <a:r>
                        <a:rPr lang="sv-SE" sz="1800" b="0">
                          <a:solidFill>
                            <a:schemeClr val="tx1">
                              <a:lumMod val="75000"/>
                              <a:lumOff val="25000"/>
                            </a:schemeClr>
                          </a:solidFill>
                          <a:effectLst/>
                          <a:latin typeface="quote-cjk-patch"/>
                        </a:rPr>
                        <a:t>Packa upp </a:t>
                      </a:r>
                      <a:r>
                        <a:rPr lang="sv-SE" sz="1800" b="0">
                          <a:solidFill>
                            <a:schemeClr val="tx1">
                              <a:lumMod val="75000"/>
                              <a:lumOff val="25000"/>
                            </a:schemeClr>
                          </a:solidFill>
                          <a:effectLst/>
                          <a:latin typeface="Menlo"/>
                        </a:rPr>
                        <a:t>network_model.zip</a:t>
                      </a:r>
                      <a:r>
                        <a:rPr lang="sv-SE" sz="1800" b="0">
                          <a:solidFill>
                            <a:schemeClr val="tx1">
                              <a:lumMod val="75000"/>
                              <a:lumOff val="25000"/>
                            </a:schemeClr>
                          </a:solidFill>
                          <a:effectLst/>
                          <a:latin typeface="quote-cjk-patch"/>
                        </a:rPr>
                        <a:t> i rätt mapp. Kontrollera att filerna finns.</a:t>
                      </a:r>
                    </a:p>
                  </a:txBody>
                  <a:tcPr marL="161863" marR="80931"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4054421765"/>
                  </a:ext>
                </a:extLst>
              </a:tr>
              <a:tr h="923873">
                <a:tc>
                  <a:txBody>
                    <a:bodyPr/>
                    <a:lstStyle/>
                    <a:p>
                      <a:pPr>
                        <a:lnSpc>
                          <a:spcPts val="1875"/>
                        </a:lnSpc>
                        <a:buNone/>
                      </a:pPr>
                      <a:r>
                        <a:rPr lang="sv-SE" sz="1800" b="1">
                          <a:solidFill>
                            <a:schemeClr val="tx1">
                              <a:lumMod val="75000"/>
                              <a:lumOff val="25000"/>
                            </a:schemeClr>
                          </a:solidFill>
                          <a:effectLst/>
                          <a:latin typeface="quote-cjk-patch"/>
                        </a:rPr>
                        <a:t>Feature columns saknas</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nSpc>
                          <a:spcPts val="1650"/>
                        </a:lnSpc>
                        <a:buNone/>
                      </a:pPr>
                      <a:r>
                        <a:rPr lang="sv-SE" sz="1800" b="0">
                          <a:solidFill>
                            <a:schemeClr val="tx1">
                              <a:lumMod val="75000"/>
                              <a:lumOff val="25000"/>
                            </a:schemeClr>
                          </a:solidFill>
                          <a:effectLst/>
                          <a:latin typeface="Menlo"/>
                        </a:rPr>
                        <a:t>ValueError: The feature names should match those that were passed during fit</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nSpc>
                          <a:spcPts val="1650"/>
                        </a:lnSpc>
                        <a:buNone/>
                      </a:pPr>
                      <a:r>
                        <a:rPr lang="sv-SE" sz="1800" b="0">
                          <a:solidFill>
                            <a:schemeClr val="tx1">
                              <a:lumMod val="75000"/>
                              <a:lumOff val="25000"/>
                            </a:schemeClr>
                          </a:solidFill>
                          <a:effectLst/>
                          <a:latin typeface="Menlo"/>
                        </a:rPr>
                        <a:t>feature_columns.pkl</a:t>
                      </a:r>
                      <a:r>
                        <a:rPr lang="sv-SE" sz="1800" b="0">
                          <a:solidFill>
                            <a:schemeClr val="tx1">
                              <a:lumMod val="75000"/>
                              <a:lumOff val="25000"/>
                            </a:schemeClr>
                          </a:solidFill>
                          <a:effectLst/>
                          <a:latin typeface="quote-cjk-patch"/>
                        </a:rPr>
                        <a:t> måste finnas. Den talar om för modellen vilka kolumner som förväntas.</a:t>
                      </a:r>
                    </a:p>
                  </a:txBody>
                  <a:tcPr marL="161863" marR="80931" marT="80931" marB="80931"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765688434"/>
                  </a:ext>
                </a:extLst>
              </a:tr>
              <a:tr h="739098">
                <a:tc>
                  <a:txBody>
                    <a:bodyPr/>
                    <a:lstStyle/>
                    <a:p>
                      <a:pPr>
                        <a:lnSpc>
                          <a:spcPts val="1875"/>
                        </a:lnSpc>
                        <a:buNone/>
                      </a:pPr>
                      <a:r>
                        <a:rPr lang="sv-SE" sz="1800" b="1">
                          <a:solidFill>
                            <a:schemeClr val="tx1">
                              <a:lumMod val="75000"/>
                              <a:lumOff val="25000"/>
                            </a:schemeClr>
                          </a:solidFill>
                          <a:effectLst/>
                          <a:latin typeface="quote-cjk-patch"/>
                        </a:rPr>
                        <a:t>0 rader hämtade</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a:lnSpc>
                          <a:spcPts val="1650"/>
                        </a:lnSpc>
                        <a:buNone/>
                      </a:pPr>
                      <a:r>
                        <a:rPr lang="sv-SE" sz="1800" b="0">
                          <a:solidFill>
                            <a:schemeClr val="tx1">
                              <a:lumMod val="75000"/>
                              <a:lumOff val="25000"/>
                            </a:schemeClr>
                          </a:solidFill>
                          <a:effectLst/>
                          <a:latin typeface="Menlo"/>
                        </a:rPr>
                        <a:t>HAMTADE 0 RADER</a:t>
                      </a:r>
                      <a:endParaRPr lang="sv-SE" sz="1800" b="0">
                        <a:solidFill>
                          <a:schemeClr val="tx1">
                            <a:lumMod val="75000"/>
                            <a:lumOff val="25000"/>
                          </a:schemeClr>
                        </a:solidFill>
                        <a:effectLst/>
                        <a:latin typeface="quote-cjk-patch"/>
                      </a:endParaRPr>
                    </a:p>
                  </a:txBody>
                  <a:tcPr marL="161863" marR="134886"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a:lnSpc>
                          <a:spcPts val="1875"/>
                        </a:lnSpc>
                        <a:buNone/>
                      </a:pPr>
                      <a:r>
                        <a:rPr lang="sv-SE" sz="1800" b="0">
                          <a:solidFill>
                            <a:schemeClr val="tx1">
                              <a:lumMod val="75000"/>
                              <a:lumOff val="25000"/>
                            </a:schemeClr>
                          </a:solidFill>
                          <a:effectLst/>
                          <a:latin typeface="quote-cjk-patch"/>
                        </a:rPr>
                        <a:t>Inget fel! Det finns ingen ny data att analysera. Lägg in testdata från Steg 8.</a:t>
                      </a:r>
                    </a:p>
                  </a:txBody>
                  <a:tcPr marL="161863" marR="80931" marT="80931" marB="80931"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2075389521"/>
                  </a:ext>
                </a:extLst>
              </a:tr>
            </a:tbl>
          </a:graphicData>
        </a:graphic>
      </p:graphicFrame>
    </p:spTree>
    <p:extLst>
      <p:ext uri="{BB962C8B-B14F-4D97-AF65-F5344CB8AC3E}">
        <p14:creationId xmlns:p14="http://schemas.microsoft.com/office/powerpoint/2010/main" val="17877126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0ACB0E2E-EF4E-C68C-75EF-C3B8DF8A8AD9}"/>
              </a:ext>
            </a:extLst>
          </p:cNvPr>
          <p:cNvSpPr>
            <a:spLocks noGrp="1"/>
          </p:cNvSpPr>
          <p:nvPr>
            <p:ph idx="1"/>
          </p:nvPr>
        </p:nvSpPr>
        <p:spPr>
          <a:xfrm>
            <a:off x="4313" y="416644"/>
            <a:ext cx="6303035" cy="3344922"/>
          </a:xfrm>
        </p:spPr>
        <p:txBody>
          <a:bodyPr vert="horz" lIns="91440" tIns="45720" rIns="91440" bIns="45720" rtlCol="0" anchor="t">
            <a:noAutofit/>
          </a:bodyPr>
          <a:lstStyle/>
          <a:p>
            <a:r>
              <a:rPr lang="sv-SE" sz="2000" b="1">
                <a:solidFill>
                  <a:srgbClr val="0F1115"/>
                </a:solidFill>
                <a:highlight>
                  <a:srgbClr val="FFFFFF"/>
                </a:highlight>
              </a:rPr>
              <a:t>1. PowerShell-skriptet </a:t>
            </a:r>
            <a:r>
              <a:rPr lang="sv-SE" sz="2000" b="1">
                <a:solidFill>
                  <a:srgbClr val="0F1115"/>
                </a:solidFill>
                <a:highlight>
                  <a:srgbClr val="EBEEF2"/>
                </a:highlight>
                <a:latin typeface="Consolas"/>
              </a:rPr>
              <a:t>run_ml_analysis.ps1</a:t>
            </a:r>
            <a:endParaRPr lang="sv-SE" sz="2000"/>
          </a:p>
          <a:p>
            <a:r>
              <a:rPr lang="sv-SE" sz="1800">
                <a:solidFill>
                  <a:srgbClr val="0F1115"/>
                </a:solidFill>
                <a:highlight>
                  <a:srgbClr val="FFFFFF"/>
                </a:highlight>
                <a:ea typeface="+mn-lt"/>
                <a:cs typeface="+mn-lt"/>
              </a:rPr>
              <a:t>Skriptet använder </a:t>
            </a:r>
            <a:r>
              <a:rPr lang="sv-SE" sz="1800">
                <a:solidFill>
                  <a:srgbClr val="0F1115"/>
                </a:solidFill>
                <a:highlight>
                  <a:srgbClr val="EBEEF2"/>
                </a:highlight>
                <a:latin typeface="Consolas"/>
              </a:rPr>
              <a:t>$SCRIPT_PATH</a:t>
            </a:r>
            <a:r>
              <a:rPr lang="sv-SE" sz="1800">
                <a:solidFill>
                  <a:srgbClr val="0F1115"/>
                </a:solidFill>
                <a:highlight>
                  <a:srgbClr val="FFFFFF"/>
                </a:highlight>
                <a:ea typeface="+mn-lt"/>
                <a:cs typeface="+mn-lt"/>
              </a:rPr>
              <a:t> som automatiskt blir </a:t>
            </a:r>
            <a:r>
              <a:rPr lang="sv-SE" sz="1800" b="1">
                <a:solidFill>
                  <a:srgbClr val="0F1115"/>
                </a:solidFill>
                <a:highlight>
                  <a:srgbClr val="FFFFFF"/>
                </a:highlight>
                <a:ea typeface="+mn-lt"/>
                <a:cs typeface="+mn-lt"/>
              </a:rPr>
              <a:t>den mapp där skriptet ligger</a:t>
            </a:r>
            <a:r>
              <a:rPr lang="sv-SE" sz="1800">
                <a:solidFill>
                  <a:srgbClr val="0F1115"/>
                </a:solidFill>
                <a:highlight>
                  <a:srgbClr val="FFFFFF"/>
                </a:highlight>
                <a:ea typeface="+mn-lt"/>
                <a:cs typeface="+mn-lt"/>
              </a:rPr>
              <a:t>. Detta är </a:t>
            </a:r>
            <a:r>
              <a:rPr lang="sv-SE" sz="1800" b="1">
                <a:solidFill>
                  <a:srgbClr val="0F1115"/>
                </a:solidFill>
                <a:highlight>
                  <a:srgbClr val="FFFFFF"/>
                </a:highlight>
                <a:ea typeface="+mn-lt"/>
                <a:cs typeface="+mn-lt"/>
              </a:rPr>
              <a:t>smart</a:t>
            </a:r>
            <a:r>
              <a:rPr lang="sv-SE" sz="1800">
                <a:solidFill>
                  <a:srgbClr val="0F1115"/>
                </a:solidFill>
                <a:highlight>
                  <a:srgbClr val="FFFFFF"/>
                </a:highlight>
                <a:ea typeface="+mn-lt"/>
                <a:cs typeface="+mn-lt"/>
              </a:rPr>
              <a:t> och anpassar sig automatiskt!</a:t>
            </a:r>
            <a:endParaRPr lang="sv-SE" sz="1800"/>
          </a:p>
          <a:p>
            <a:r>
              <a:rPr lang="sv-SE" sz="1800" b="1">
                <a:solidFill>
                  <a:srgbClr val="0F1115"/>
                </a:solidFill>
                <a:highlight>
                  <a:srgbClr val="FFFFFF"/>
                </a:highlight>
                <a:ea typeface="+mn-lt"/>
                <a:cs typeface="+mn-lt"/>
              </a:rPr>
              <a:t>Exempel:</a:t>
            </a:r>
            <a:endParaRPr lang="sv-SE" sz="1800"/>
          </a:p>
          <a:p>
            <a:r>
              <a:rPr lang="sv-SE" sz="1800">
                <a:solidFill>
                  <a:srgbClr val="0F1115"/>
                </a:solidFill>
                <a:highlight>
                  <a:srgbClr val="FFFFFF"/>
                </a:highlight>
                <a:ea typeface="+mn-lt"/>
                <a:cs typeface="+mn-lt"/>
              </a:rPr>
              <a:t>På din dator: </a:t>
            </a:r>
            <a:r>
              <a:rPr lang="sv-SE" sz="1800">
                <a:solidFill>
                  <a:srgbClr val="0F1115"/>
                </a:solidFill>
                <a:highlight>
                  <a:srgbClr val="EBEEF2"/>
                </a:highlight>
                <a:latin typeface="Consolas"/>
              </a:rPr>
              <a:t>D:\FSHI\...\SQL2025\network_model\</a:t>
            </a:r>
            <a:endParaRPr lang="sv-SE" sz="1800"/>
          </a:p>
          <a:p>
            <a:r>
              <a:rPr lang="sv-SE" sz="1800">
                <a:solidFill>
                  <a:srgbClr val="0F1115"/>
                </a:solidFill>
                <a:highlight>
                  <a:srgbClr val="FFFFFF"/>
                </a:highlight>
                <a:ea typeface="+mn-lt"/>
                <a:cs typeface="+mn-lt"/>
              </a:rPr>
              <a:t>På studentens dator: </a:t>
            </a:r>
            <a:r>
              <a:rPr lang="sv-SE" sz="1800">
                <a:solidFill>
                  <a:srgbClr val="0F1115"/>
                </a:solidFill>
                <a:highlight>
                  <a:srgbClr val="EBEEF2"/>
                </a:highlight>
                <a:latin typeface="Consolas"/>
              </a:rPr>
              <a:t>C:\Users\Student\Desktop\Projekt\network_model\</a:t>
            </a:r>
            <a:endParaRPr lang="sv-SE" sz="1800"/>
          </a:p>
          <a:p>
            <a:r>
              <a:rPr lang="sv-SE" sz="1800">
                <a:solidFill>
                  <a:srgbClr val="0F1115"/>
                </a:solidFill>
                <a:highlight>
                  <a:srgbClr val="EBEEF2"/>
                </a:highlight>
                <a:latin typeface="Consolas"/>
              </a:rPr>
              <a:t>$SCRIPT_PATH</a:t>
            </a:r>
            <a:r>
              <a:rPr lang="sv-SE" sz="1800">
                <a:solidFill>
                  <a:srgbClr val="0F1115"/>
                </a:solidFill>
                <a:highlight>
                  <a:srgbClr val="FFFFFF"/>
                </a:highlight>
                <a:ea typeface="+mn-lt"/>
                <a:cs typeface="+mn-lt"/>
              </a:rPr>
              <a:t> blir automatiskt rätt på båda datorerna!</a:t>
            </a:r>
            <a:endParaRPr lang="sv-SE" sz="1800"/>
          </a:p>
        </p:txBody>
      </p:sp>
      <p:sp>
        <p:nvSpPr>
          <p:cNvPr id="5" name="Platshållare för innehåll 2">
            <a:extLst>
              <a:ext uri="{FF2B5EF4-FFF2-40B4-BE49-F238E27FC236}">
                <a16:creationId xmlns:a16="http://schemas.microsoft.com/office/drawing/2014/main" id="{F373BBD6-C782-2550-7F07-658EE65BC3B2}"/>
              </a:ext>
            </a:extLst>
          </p:cNvPr>
          <p:cNvSpPr txBox="1">
            <a:spLocks/>
          </p:cNvSpPr>
          <p:nvPr/>
        </p:nvSpPr>
        <p:spPr>
          <a:xfrm>
            <a:off x="6094562" y="410893"/>
            <a:ext cx="6317412" cy="216597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sz="2000" b="1">
                <a:solidFill>
                  <a:srgbClr val="0F1115"/>
                </a:solidFill>
                <a:highlight>
                  <a:srgbClr val="FFFFFF"/>
                </a:highlight>
              </a:rPr>
              <a:t>2. Python-skriptet </a:t>
            </a:r>
            <a:r>
              <a:rPr lang="sv-SE" sz="2000" b="1">
                <a:solidFill>
                  <a:srgbClr val="0F1115"/>
                </a:solidFill>
                <a:highlight>
                  <a:srgbClr val="EBEEF2"/>
                </a:highlight>
                <a:latin typeface="Consolas"/>
                <a:ea typeface="+mn-lt"/>
                <a:cs typeface="+mn-lt"/>
              </a:rPr>
              <a:t>analyze</a:t>
            </a:r>
            <a:r>
              <a:rPr lang="sv-SE" sz="2000" b="1">
                <a:solidFill>
                  <a:srgbClr val="0F1115"/>
                </a:solidFill>
                <a:highlight>
                  <a:srgbClr val="EBEEF2"/>
                </a:highlight>
                <a:latin typeface="Consolas"/>
              </a:rPr>
              <a:t>_network_</a:t>
            </a:r>
            <a:r>
              <a:rPr lang="sv-SE" sz="2000" b="1">
                <a:solidFill>
                  <a:srgbClr val="0F1115"/>
                </a:solidFill>
                <a:highlight>
                  <a:srgbClr val="EBEEF2"/>
                </a:highlight>
                <a:latin typeface="Consolas"/>
                <a:ea typeface="+mn-lt"/>
                <a:cs typeface="+mn-lt"/>
              </a:rPr>
              <a:t>traffic</a:t>
            </a:r>
            <a:r>
              <a:rPr lang="sv-SE" sz="2000" b="1">
                <a:solidFill>
                  <a:srgbClr val="0F1115"/>
                </a:solidFill>
                <a:highlight>
                  <a:srgbClr val="EBEEF2"/>
                </a:highlight>
                <a:latin typeface="Consolas"/>
              </a:rPr>
              <a:t>.</a:t>
            </a:r>
            <a:r>
              <a:rPr lang="sv-SE" sz="2000" b="1">
                <a:solidFill>
                  <a:srgbClr val="0F1115"/>
                </a:solidFill>
                <a:highlight>
                  <a:srgbClr val="EBEEF2"/>
                </a:highlight>
                <a:latin typeface="Consolas"/>
                <a:ea typeface="+mn-lt"/>
                <a:cs typeface="+mn-lt"/>
              </a:rPr>
              <a:t>py</a:t>
            </a:r>
            <a:endParaRPr lang="sv-SE" sz="2000"/>
          </a:p>
          <a:p>
            <a:r>
              <a:rPr lang="sv-SE" sz="1800">
                <a:solidFill>
                  <a:srgbClr val="0F1115"/>
                </a:solidFill>
                <a:highlight>
                  <a:srgbClr val="FFFFFF"/>
                </a:highlight>
                <a:ea typeface="+mn-lt"/>
                <a:cs typeface="+mn-lt"/>
              </a:rPr>
              <a:t>Detta skript använder också relativ sökväg:</a:t>
            </a:r>
            <a:endParaRPr lang="sv-SE" sz="1800">
              <a:ea typeface="+mn-lt"/>
              <a:cs typeface="+mn-lt"/>
            </a:endParaRPr>
          </a:p>
          <a:p>
            <a:r>
              <a:rPr lang="sv-SE" sz="1100">
                <a:solidFill>
                  <a:srgbClr val="0F1115"/>
                </a:solidFill>
                <a:highlight>
                  <a:srgbClr val="F9FAFB"/>
                </a:highlight>
                <a:ea typeface="+mn-lt"/>
                <a:cs typeface="+mn-lt"/>
              </a:rPr>
              <a:t>python</a:t>
            </a:r>
            <a:endParaRPr lang="sv-SE" sz="1100"/>
          </a:p>
          <a:p>
            <a:r>
              <a:rPr lang="sv-SE" sz="1200">
                <a:solidFill>
                  <a:srgbClr val="0F1115"/>
                </a:solidFill>
                <a:highlight>
                  <a:srgbClr val="F9FAFB"/>
                </a:highlight>
                <a:latin typeface="Consolas"/>
                <a:ea typeface="+mn-lt"/>
                <a:cs typeface="+mn-lt"/>
              </a:rPr>
              <a:t>MODEL</a:t>
            </a:r>
            <a:r>
              <a:rPr lang="sv-SE" sz="1200">
                <a:solidFill>
                  <a:srgbClr val="0F1115"/>
                </a:solidFill>
                <a:highlight>
                  <a:srgbClr val="F9FAFB"/>
                </a:highlight>
                <a:latin typeface="Consolas"/>
              </a:rPr>
              <a:t>_DIR </a:t>
            </a:r>
            <a:r>
              <a:rPr lang="sv-SE" sz="1200">
                <a:solidFill>
                  <a:srgbClr val="4078F2"/>
                </a:solidFill>
                <a:highlight>
                  <a:srgbClr val="F9FAFB"/>
                </a:highlight>
                <a:latin typeface="Consolas"/>
              </a:rPr>
              <a:t>=</a:t>
            </a:r>
            <a:r>
              <a:rPr lang="sv-SE" sz="1200">
                <a:solidFill>
                  <a:srgbClr val="0F1115"/>
                </a:solidFill>
                <a:highlight>
                  <a:srgbClr val="F9FAFB"/>
                </a:highlight>
                <a:latin typeface="Consolas"/>
              </a:rPr>
              <a:t> os</a:t>
            </a:r>
            <a:r>
              <a:rPr lang="sv-SE" sz="1200">
                <a:solidFill>
                  <a:srgbClr val="383A42"/>
                </a:solidFill>
                <a:highlight>
                  <a:srgbClr val="F9FAFB"/>
                </a:highlight>
                <a:latin typeface="Consolas"/>
              </a:rPr>
              <a:t>.</a:t>
            </a:r>
            <a:r>
              <a:rPr lang="sv-SE" sz="1200">
                <a:solidFill>
                  <a:srgbClr val="0F1115"/>
                </a:solidFill>
                <a:highlight>
                  <a:srgbClr val="F9FAFB"/>
                </a:highlight>
                <a:latin typeface="Consolas"/>
              </a:rPr>
              <a:t>path</a:t>
            </a:r>
            <a:r>
              <a:rPr lang="sv-SE" sz="1200">
                <a:solidFill>
                  <a:srgbClr val="383A42"/>
                </a:solidFill>
                <a:highlight>
                  <a:srgbClr val="F9FAFB"/>
                </a:highlight>
                <a:latin typeface="Consolas"/>
              </a:rPr>
              <a:t>.</a:t>
            </a:r>
            <a:r>
              <a:rPr lang="sv-SE" sz="1200">
                <a:solidFill>
                  <a:srgbClr val="0F1115"/>
                </a:solidFill>
                <a:highlight>
                  <a:srgbClr val="F9FAFB"/>
                </a:highlight>
                <a:latin typeface="Consolas"/>
              </a:rPr>
              <a:t>dirname</a:t>
            </a:r>
            <a:r>
              <a:rPr lang="sv-SE" sz="1200">
                <a:solidFill>
                  <a:srgbClr val="383A42"/>
                </a:solidFill>
                <a:highlight>
                  <a:srgbClr val="F9FAFB"/>
                </a:highlight>
                <a:latin typeface="Consolas"/>
              </a:rPr>
              <a:t>(</a:t>
            </a:r>
            <a:r>
              <a:rPr lang="sv-SE" sz="1200">
                <a:solidFill>
                  <a:srgbClr val="0F1115"/>
                </a:solidFill>
                <a:highlight>
                  <a:srgbClr val="F9FAFB"/>
                </a:highlight>
                <a:latin typeface="Consolas"/>
              </a:rPr>
              <a:t>os</a:t>
            </a:r>
            <a:r>
              <a:rPr lang="sv-SE" sz="1200">
                <a:solidFill>
                  <a:srgbClr val="383A42"/>
                </a:solidFill>
                <a:highlight>
                  <a:srgbClr val="F9FAFB"/>
                </a:highlight>
                <a:latin typeface="Consolas"/>
              </a:rPr>
              <a:t>.</a:t>
            </a:r>
            <a:r>
              <a:rPr lang="sv-SE" sz="1200">
                <a:solidFill>
                  <a:srgbClr val="0F1115"/>
                </a:solidFill>
                <a:highlight>
                  <a:srgbClr val="F9FAFB"/>
                </a:highlight>
                <a:latin typeface="Consolas"/>
              </a:rPr>
              <a:t>path</a:t>
            </a:r>
            <a:r>
              <a:rPr lang="sv-SE" sz="1200">
                <a:solidFill>
                  <a:srgbClr val="383A42"/>
                </a:solidFill>
                <a:highlight>
                  <a:srgbClr val="F9FAFB"/>
                </a:highlight>
                <a:latin typeface="Consolas"/>
              </a:rPr>
              <a:t>.</a:t>
            </a:r>
            <a:r>
              <a:rPr lang="sv-SE" sz="1200">
                <a:solidFill>
                  <a:srgbClr val="0F1115"/>
                </a:solidFill>
                <a:highlight>
                  <a:srgbClr val="F9FAFB"/>
                </a:highlight>
                <a:latin typeface="Consolas"/>
              </a:rPr>
              <a:t>abspath</a:t>
            </a:r>
            <a:r>
              <a:rPr lang="sv-SE" sz="1200">
                <a:solidFill>
                  <a:srgbClr val="383A42"/>
                </a:solidFill>
                <a:highlight>
                  <a:srgbClr val="F9FAFB"/>
                </a:highlight>
                <a:latin typeface="Consolas"/>
              </a:rPr>
              <a:t>(</a:t>
            </a:r>
            <a:r>
              <a:rPr lang="sv-SE" sz="1200">
                <a:solidFill>
                  <a:srgbClr val="0F1115"/>
                </a:solidFill>
                <a:highlight>
                  <a:srgbClr val="F9FAFB"/>
                </a:highlight>
                <a:latin typeface="Consolas"/>
              </a:rPr>
              <a:t>__file__</a:t>
            </a:r>
            <a:r>
              <a:rPr lang="sv-SE" sz="1200">
                <a:solidFill>
                  <a:srgbClr val="383A42"/>
                </a:solidFill>
                <a:highlight>
                  <a:srgbClr val="F9FAFB"/>
                </a:highlight>
                <a:latin typeface="Consolas"/>
              </a:rPr>
              <a:t>))</a:t>
            </a:r>
            <a:endParaRPr lang="sv-SE" sz="1200"/>
          </a:p>
          <a:p>
            <a:r>
              <a:rPr lang="sv-SE" sz="1800">
                <a:solidFill>
                  <a:srgbClr val="0F1115"/>
                </a:solidFill>
                <a:highlight>
                  <a:srgbClr val="FFFFFF"/>
                </a:highlight>
                <a:ea typeface="+mn-lt"/>
                <a:cs typeface="+mn-lt"/>
              </a:rPr>
              <a:t>Detta betyder "hämta sökvägen till mappen där denna fil ligger". </a:t>
            </a:r>
            <a:r>
              <a:rPr lang="sv-SE" sz="1800" b="1">
                <a:solidFill>
                  <a:srgbClr val="0F1115"/>
                </a:solidFill>
                <a:highlight>
                  <a:srgbClr val="FFFFFF"/>
                </a:highlight>
                <a:ea typeface="+mn-lt"/>
                <a:cs typeface="+mn-lt"/>
              </a:rPr>
              <a:t>Fungerar automatiskt!</a:t>
            </a:r>
            <a:r>
              <a:rPr lang="sv-SE" sz="1800" dirty="0">
                <a:solidFill>
                  <a:srgbClr val="0F1115"/>
                </a:solidFill>
                <a:highlight>
                  <a:srgbClr val="FFFFFF"/>
                </a:highlight>
                <a:ea typeface="+mn-lt"/>
                <a:cs typeface="+mn-lt"/>
              </a:rPr>
              <a:t> </a:t>
            </a:r>
            <a:endParaRPr lang="sv-SE" sz="1800" dirty="0"/>
          </a:p>
        </p:txBody>
      </p:sp>
      <p:sp>
        <p:nvSpPr>
          <p:cNvPr id="7" name="Platshållare för innehåll 2">
            <a:extLst>
              <a:ext uri="{FF2B5EF4-FFF2-40B4-BE49-F238E27FC236}">
                <a16:creationId xmlns:a16="http://schemas.microsoft.com/office/drawing/2014/main" id="{EEB6897F-4827-04C7-DC76-FADFDB18C971}"/>
              </a:ext>
            </a:extLst>
          </p:cNvPr>
          <p:cNvSpPr txBox="1">
            <a:spLocks/>
          </p:cNvSpPr>
          <p:nvPr/>
        </p:nvSpPr>
        <p:spPr>
          <a:xfrm>
            <a:off x="2888412" y="4321535"/>
            <a:ext cx="6863751" cy="255416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sz="2000" b="1">
                <a:solidFill>
                  <a:srgbClr val="0F1115"/>
                </a:solidFill>
                <a:highlight>
                  <a:srgbClr val="FFFFFF"/>
                </a:highlight>
              </a:rPr>
              <a:t>3. Servernamn i Python-skriptet</a:t>
            </a:r>
            <a:endParaRPr lang="sv-SE" sz="2000"/>
          </a:p>
          <a:p>
            <a:r>
              <a:rPr lang="sv-SE" sz="1800">
                <a:solidFill>
                  <a:srgbClr val="0F1115"/>
                </a:solidFill>
                <a:highlight>
                  <a:srgbClr val="FFFFFF"/>
                </a:highlight>
                <a:ea typeface="+mn-lt"/>
                <a:cs typeface="+mn-lt"/>
              </a:rPr>
              <a:t>Detta är det </a:t>
            </a:r>
            <a:r>
              <a:rPr lang="sv-SE" sz="1800" b="1">
                <a:solidFill>
                  <a:srgbClr val="0F1115"/>
                </a:solidFill>
                <a:highlight>
                  <a:srgbClr val="FFFFFF"/>
                </a:highlight>
                <a:ea typeface="+mn-lt"/>
                <a:cs typeface="+mn-lt"/>
              </a:rPr>
              <a:t>enda som måste ändras manuellt</a:t>
            </a:r>
            <a:r>
              <a:rPr lang="sv-SE" sz="1800">
                <a:solidFill>
                  <a:srgbClr val="0F1115"/>
                </a:solidFill>
                <a:highlight>
                  <a:srgbClr val="FFFFFF"/>
                </a:highlight>
                <a:ea typeface="+mn-lt"/>
                <a:cs typeface="+mn-lt"/>
              </a:rPr>
              <a:t>:</a:t>
            </a:r>
            <a:endParaRPr lang="sv-SE" sz="1800"/>
          </a:p>
          <a:p>
            <a:r>
              <a:rPr lang="sv-SE" sz="1100">
                <a:solidFill>
                  <a:srgbClr val="0F1115"/>
                </a:solidFill>
                <a:highlight>
                  <a:srgbClr val="F9FAFB"/>
                </a:highlight>
                <a:ea typeface="+mn-lt"/>
                <a:cs typeface="+mn-lt"/>
              </a:rPr>
              <a:t>python</a:t>
            </a:r>
            <a:endParaRPr lang="sv-SE" sz="1100"/>
          </a:p>
          <a:p>
            <a:r>
              <a:rPr lang="sv-SE" sz="1200">
                <a:solidFill>
                  <a:srgbClr val="0F1115"/>
                </a:solidFill>
                <a:highlight>
                  <a:srgbClr val="F9FAFB"/>
                </a:highlight>
                <a:latin typeface="Consolas"/>
                <a:ea typeface="+mn-lt"/>
                <a:cs typeface="+mn-lt"/>
              </a:rPr>
              <a:t>SERVER_NAME </a:t>
            </a:r>
            <a:r>
              <a:rPr lang="sv-SE" sz="1200">
                <a:solidFill>
                  <a:srgbClr val="4078F2"/>
                </a:solidFill>
                <a:highlight>
                  <a:srgbClr val="F9FAFB"/>
                </a:highlight>
                <a:latin typeface="Consolas"/>
                <a:ea typeface="+mn-lt"/>
                <a:cs typeface="+mn-lt"/>
              </a:rPr>
              <a:t>=</a:t>
            </a:r>
            <a:r>
              <a:rPr lang="sv-SE" sz="1200" dirty="0">
                <a:solidFill>
                  <a:srgbClr val="0F1115"/>
                </a:solidFill>
                <a:highlight>
                  <a:srgbClr val="F9FAFB"/>
                </a:highlight>
                <a:latin typeface="Consolas"/>
                <a:ea typeface="+mn-lt"/>
                <a:cs typeface="+mn-lt"/>
              </a:rPr>
              <a:t> </a:t>
            </a:r>
            <a:r>
              <a:rPr lang="sv-SE" sz="1200">
                <a:solidFill>
                  <a:srgbClr val="50A14F"/>
                </a:solidFill>
                <a:highlight>
                  <a:srgbClr val="F9FAFB"/>
                </a:highlight>
                <a:latin typeface="Consolas"/>
                <a:ea typeface="+mn-lt"/>
                <a:cs typeface="+mn-lt"/>
              </a:rPr>
              <a:t>"localhost"</a:t>
            </a:r>
            <a:r>
              <a:rPr lang="sv-SE" sz="1200" dirty="0">
                <a:solidFill>
                  <a:srgbClr val="0F1115"/>
                </a:solidFill>
                <a:highlight>
                  <a:srgbClr val="F9FAFB"/>
                </a:highlight>
                <a:latin typeface="Consolas"/>
                <a:ea typeface="+mn-lt"/>
                <a:cs typeface="+mn-lt"/>
              </a:rPr>
              <a:t>  </a:t>
            </a:r>
            <a:r>
              <a:rPr lang="sv-SE" sz="1200" i="1">
                <a:solidFill>
                  <a:srgbClr val="A0A1A7"/>
                </a:solidFill>
                <a:highlight>
                  <a:srgbClr val="F9FAFB"/>
                </a:highlight>
                <a:latin typeface="Consolas"/>
                <a:ea typeface="+mn-lt"/>
                <a:cs typeface="+mn-lt"/>
              </a:rPr>
              <a:t># Måste ändras till studentens</a:t>
            </a:r>
            <a:r>
              <a:rPr lang="sv-SE" sz="1200" i="1" dirty="0">
                <a:solidFill>
                  <a:srgbClr val="A0A1A7"/>
                </a:solidFill>
                <a:highlight>
                  <a:srgbClr val="F9FAFB"/>
                </a:highlight>
                <a:latin typeface="Consolas"/>
              </a:rPr>
              <a:t> </a:t>
            </a:r>
            <a:r>
              <a:rPr lang="sv-SE" sz="1200" i="1">
                <a:solidFill>
                  <a:srgbClr val="A0A1A7"/>
                </a:solidFill>
                <a:highlight>
                  <a:srgbClr val="F9FAFB"/>
                </a:highlight>
                <a:latin typeface="Consolas"/>
                <a:ea typeface="+mn-lt"/>
                <a:cs typeface="+mn-lt"/>
              </a:rPr>
              <a:t>servernamn!</a:t>
            </a:r>
            <a:endParaRPr lang="sv-SE" sz="1200" i="1" dirty="0">
              <a:solidFill>
                <a:srgbClr val="A0A1A7"/>
              </a:solidFill>
              <a:highlight>
                <a:srgbClr val="F9FAFB"/>
              </a:highlight>
              <a:latin typeface="Consolas"/>
            </a:endParaRPr>
          </a:p>
          <a:p>
            <a:r>
              <a:rPr lang="sv-SE" sz="1800" b="1">
                <a:solidFill>
                  <a:srgbClr val="0F1115"/>
                </a:solidFill>
                <a:highlight>
                  <a:srgbClr val="FFFFFF"/>
                </a:highlight>
                <a:ea typeface="+mn-lt"/>
                <a:cs typeface="+mn-lt"/>
              </a:rPr>
              <a:t>Studenten måste:</a:t>
            </a:r>
            <a:endParaRPr lang="sv-SE" sz="1800">
              <a:ea typeface="+mn-lt"/>
              <a:cs typeface="+mn-lt"/>
            </a:endParaRPr>
          </a:p>
          <a:p>
            <a:r>
              <a:rPr lang="sv-SE" sz="1800">
                <a:solidFill>
                  <a:srgbClr val="0F1115"/>
                </a:solidFill>
                <a:highlight>
                  <a:srgbClr val="FFFFFF"/>
                </a:highlight>
                <a:ea typeface="+mn-lt"/>
                <a:cs typeface="+mn-lt"/>
              </a:rPr>
              <a:t>Öppna </a:t>
            </a:r>
            <a:r>
              <a:rPr lang="sv-SE" sz="1800">
                <a:solidFill>
                  <a:srgbClr val="0F1115"/>
                </a:solidFill>
                <a:highlight>
                  <a:srgbClr val="EBEEF2"/>
                </a:highlight>
                <a:latin typeface="Consolas"/>
                <a:ea typeface="+mn-lt"/>
                <a:cs typeface="+mn-lt"/>
              </a:rPr>
              <a:t>analyze</a:t>
            </a:r>
            <a:r>
              <a:rPr lang="sv-SE" sz="1800">
                <a:solidFill>
                  <a:srgbClr val="0F1115"/>
                </a:solidFill>
                <a:highlight>
                  <a:srgbClr val="EBEEF2"/>
                </a:highlight>
                <a:latin typeface="Consolas"/>
              </a:rPr>
              <a:t>_network_traffic.py</a:t>
            </a:r>
            <a:r>
              <a:rPr lang="sv-SE" sz="1800">
                <a:solidFill>
                  <a:srgbClr val="0F1115"/>
                </a:solidFill>
                <a:highlight>
                  <a:srgbClr val="FFFFFF"/>
                </a:highlight>
                <a:ea typeface="+mn-lt"/>
                <a:cs typeface="+mn-lt"/>
              </a:rPr>
              <a:t> i VS Code</a:t>
            </a:r>
            <a:endParaRPr lang="sv-SE" sz="1800"/>
          </a:p>
          <a:p>
            <a:r>
              <a:rPr lang="sv-SE" sz="1800">
                <a:solidFill>
                  <a:srgbClr val="0F1115"/>
                </a:solidFill>
                <a:highlight>
                  <a:srgbClr val="FFFFFF"/>
                </a:highlight>
                <a:ea typeface="+mn-lt"/>
                <a:cs typeface="+mn-lt"/>
              </a:rPr>
              <a:t>Ändra </a:t>
            </a:r>
            <a:r>
              <a:rPr lang="sv-SE" sz="1800">
                <a:solidFill>
                  <a:srgbClr val="0F1115"/>
                </a:solidFill>
                <a:highlight>
                  <a:srgbClr val="EBEEF2"/>
                </a:highlight>
                <a:latin typeface="Consolas"/>
              </a:rPr>
              <a:t>localhost</a:t>
            </a:r>
            <a:r>
              <a:rPr lang="sv-SE" sz="1800">
                <a:solidFill>
                  <a:srgbClr val="0F1115"/>
                </a:solidFill>
                <a:highlight>
                  <a:srgbClr val="FFFFFF"/>
                </a:highlight>
                <a:ea typeface="+mn-lt"/>
                <a:cs typeface="+mn-lt"/>
              </a:rPr>
              <a:t> till sitt eget servernamn (hittas i SSMS)</a:t>
            </a:r>
            <a:endParaRPr lang="sv-SE" sz="1800"/>
          </a:p>
        </p:txBody>
      </p:sp>
    </p:spTree>
    <p:extLst>
      <p:ext uri="{BB962C8B-B14F-4D97-AF65-F5344CB8AC3E}">
        <p14:creationId xmlns:p14="http://schemas.microsoft.com/office/powerpoint/2010/main" val="33208301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Rubrik 1">
            <a:extLst>
              <a:ext uri="{FF2B5EF4-FFF2-40B4-BE49-F238E27FC236}">
                <a16:creationId xmlns:a16="http://schemas.microsoft.com/office/drawing/2014/main" id="{97DFDAEA-BFAE-2EF5-349E-5B0AF87DA2B0}"/>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Så</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här</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får</a:t>
            </a:r>
            <a:r>
              <a:rPr lang="en-US" sz="4000" kern="1200" dirty="0">
                <a:solidFill>
                  <a:srgbClr val="FFFFFF"/>
                </a:solidFill>
                <a:latin typeface="+mj-lt"/>
                <a:ea typeface="+mj-ea"/>
                <a:cs typeface="+mj-cs"/>
              </a:rPr>
              <a:t> du </a:t>
            </a:r>
            <a:r>
              <a:rPr lang="en-US" sz="4000" kern="1200" dirty="0" err="1">
                <a:solidFill>
                  <a:srgbClr val="FFFFFF"/>
                </a:solidFill>
                <a:latin typeface="+mj-lt"/>
                <a:ea typeface="+mj-ea"/>
                <a:cs typeface="+mj-cs"/>
              </a:rPr>
              <a:t>projektet</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att</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fungera</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på</a:t>
            </a:r>
            <a:r>
              <a:rPr lang="en-US" sz="4000" kern="1200" dirty="0">
                <a:solidFill>
                  <a:srgbClr val="FFFFFF"/>
                </a:solidFill>
                <a:latin typeface="+mj-lt"/>
                <a:ea typeface="+mj-ea"/>
                <a:cs typeface="+mj-cs"/>
              </a:rPr>
              <a:t> din </a:t>
            </a:r>
            <a:r>
              <a:rPr lang="en-US" sz="4000" kern="1200" dirty="0" err="1">
                <a:solidFill>
                  <a:srgbClr val="FFFFFF"/>
                </a:solidFill>
                <a:latin typeface="+mj-lt"/>
                <a:ea typeface="+mj-ea"/>
                <a:cs typeface="+mj-cs"/>
              </a:rPr>
              <a:t>dator</a:t>
            </a:r>
          </a:p>
        </p:txBody>
      </p:sp>
      <p:graphicFrame>
        <p:nvGraphicFramePr>
          <p:cNvPr id="5" name="Platshållare för innehåll 4">
            <a:extLst>
              <a:ext uri="{FF2B5EF4-FFF2-40B4-BE49-F238E27FC236}">
                <a16:creationId xmlns:a16="http://schemas.microsoft.com/office/drawing/2014/main" id="{93E41317-099E-5CC4-1DEB-95F585343BBB}"/>
              </a:ext>
            </a:extLst>
          </p:cNvPr>
          <p:cNvGraphicFramePr>
            <a:graphicFrameLocks noGrp="1"/>
          </p:cNvGraphicFramePr>
          <p:nvPr>
            <p:ph idx="1"/>
          </p:nvPr>
        </p:nvGraphicFramePr>
        <p:xfrm>
          <a:off x="4578156" y="467208"/>
          <a:ext cx="7074292" cy="5923588"/>
        </p:xfrm>
        <a:graphic>
          <a:graphicData uri="http://schemas.openxmlformats.org/drawingml/2006/table">
            <a:tbl>
              <a:tblPr firstRow="1" bandRow="1">
                <a:solidFill>
                  <a:srgbClr val="F2F2F2">
                    <a:alpha val="30196"/>
                  </a:srgbClr>
                </a:solidFill>
                <a:tableStyleId>{5C22544A-7EE6-4342-B048-85BDC9FD1C3A}</a:tableStyleId>
              </a:tblPr>
              <a:tblGrid>
                <a:gridCol w="893944">
                  <a:extLst>
                    <a:ext uri="{9D8B030D-6E8A-4147-A177-3AD203B41FA5}">
                      <a16:colId xmlns:a16="http://schemas.microsoft.com/office/drawing/2014/main" val="1622824003"/>
                    </a:ext>
                  </a:extLst>
                </a:gridCol>
                <a:gridCol w="6180348">
                  <a:extLst>
                    <a:ext uri="{9D8B030D-6E8A-4147-A177-3AD203B41FA5}">
                      <a16:colId xmlns:a16="http://schemas.microsoft.com/office/drawing/2014/main" val="1965811757"/>
                    </a:ext>
                  </a:extLst>
                </a:gridCol>
              </a:tblGrid>
              <a:tr h="757243">
                <a:tc>
                  <a:txBody>
                    <a:bodyPr/>
                    <a:lstStyle/>
                    <a:p>
                      <a:pPr>
                        <a:lnSpc>
                          <a:spcPts val="1875"/>
                        </a:lnSpc>
                        <a:buNone/>
                      </a:pPr>
                      <a:r>
                        <a:rPr lang="sv-SE" sz="1600" b="0" cap="none" spc="0">
                          <a:solidFill>
                            <a:schemeClr val="bg1"/>
                          </a:solidFill>
                          <a:effectLst/>
                          <a:latin typeface="quote-cjk-patch"/>
                        </a:rPr>
                        <a:t>1</a:t>
                      </a:r>
                    </a:p>
                  </a:txBody>
                  <a:tcPr marL="139730" marR="179140" marT="107484" marB="107484"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a:lnSpc>
                          <a:spcPts val="1650"/>
                        </a:lnSpc>
                        <a:buNone/>
                      </a:pPr>
                      <a:r>
                        <a:rPr lang="sv-SE" sz="1600" b="0" cap="none" spc="0">
                          <a:solidFill>
                            <a:schemeClr val="bg1"/>
                          </a:solidFill>
                          <a:effectLst/>
                          <a:latin typeface="quote-cjk-patch"/>
                        </a:rPr>
                        <a:t>Packa upp mappen </a:t>
                      </a:r>
                      <a:r>
                        <a:rPr lang="sv-SE" sz="1600" b="0" cap="none" spc="0">
                          <a:solidFill>
                            <a:schemeClr val="bg1"/>
                          </a:solidFill>
                          <a:effectLst/>
                          <a:latin typeface="Menlo"/>
                        </a:rPr>
                        <a:t>network_model</a:t>
                      </a:r>
                      <a:r>
                        <a:rPr lang="sv-SE" sz="1600" b="0" cap="none" spc="0">
                          <a:solidFill>
                            <a:schemeClr val="bg1"/>
                          </a:solidFill>
                          <a:effectLst/>
                          <a:latin typeface="quote-cjk-patch"/>
                        </a:rPr>
                        <a:t> på din dator (var som helst – spelar ingen roll!)</a:t>
                      </a:r>
                    </a:p>
                  </a:txBody>
                  <a:tcPr marL="139730" marR="107484" marT="107484" marB="107484"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44849053"/>
                  </a:ext>
                </a:extLst>
              </a:tr>
              <a:tr h="809492">
                <a:tc>
                  <a:txBody>
                    <a:bodyPr/>
                    <a:lstStyle/>
                    <a:p>
                      <a:pPr>
                        <a:lnSpc>
                          <a:spcPts val="1875"/>
                        </a:lnSpc>
                        <a:buNone/>
                      </a:pPr>
                      <a:r>
                        <a:rPr lang="sv-SE" sz="1600" b="1" cap="none" spc="0">
                          <a:solidFill>
                            <a:schemeClr val="tx1"/>
                          </a:solidFill>
                          <a:effectLst/>
                          <a:latin typeface="quote-cjk-patch"/>
                        </a:rPr>
                        <a:t>2</a:t>
                      </a:r>
                      <a:endParaRPr lang="sv-SE" sz="1600" b="0" cap="none" spc="0">
                        <a:solidFill>
                          <a:schemeClr val="tx1"/>
                        </a:solidFill>
                        <a:effectLst/>
                        <a:latin typeface="quote-cjk-patch"/>
                      </a:endParaRPr>
                    </a:p>
                  </a:txBody>
                  <a:tcPr marL="139730" marR="179140" marT="107484" marB="107484"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nSpc>
                          <a:spcPts val="1875"/>
                        </a:lnSpc>
                        <a:buNone/>
                      </a:pPr>
                      <a:r>
                        <a:rPr lang="sv-SE" sz="1600" b="1" cap="none" spc="0">
                          <a:solidFill>
                            <a:schemeClr val="tx1"/>
                          </a:solidFill>
                          <a:effectLst/>
                          <a:latin typeface="quote-cjk-patch"/>
                        </a:rPr>
                        <a:t>Installera Python</a:t>
                      </a:r>
                      <a:r>
                        <a:rPr lang="sv-SE" sz="1600" b="0" cap="none" spc="0">
                          <a:solidFill>
                            <a:schemeClr val="tx1"/>
                          </a:solidFill>
                          <a:effectLst/>
                          <a:latin typeface="quote-cjk-patch"/>
                        </a:rPr>
                        <a:t> (om du inte redan har det) – </a:t>
                      </a:r>
                      <a:r>
                        <a:rPr lang="sv-SE" sz="1600" b="1" cap="none" spc="0">
                          <a:solidFill>
                            <a:schemeClr val="tx1"/>
                          </a:solidFill>
                          <a:effectLst/>
                          <a:latin typeface="quote-cjk-patch"/>
                        </a:rPr>
                        <a:t>kryssa i "Add Python to PATH"</a:t>
                      </a:r>
                      <a:endParaRPr lang="sv-SE" sz="1600" b="0" cap="none" spc="0">
                        <a:solidFill>
                          <a:schemeClr val="tx1"/>
                        </a:solidFill>
                        <a:effectLst/>
                        <a:latin typeface="quote-cjk-patch"/>
                      </a:endParaRPr>
                    </a:p>
                  </a:txBody>
                  <a:tcPr marL="139730" marR="107484" marT="107484" marB="107484" anchor="ctr">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3882442180"/>
                  </a:ext>
                </a:extLst>
              </a:tr>
              <a:tr h="525853">
                <a:tc>
                  <a:txBody>
                    <a:bodyPr/>
                    <a:lstStyle/>
                    <a:p>
                      <a:pPr>
                        <a:lnSpc>
                          <a:spcPts val="1875"/>
                        </a:lnSpc>
                        <a:buNone/>
                      </a:pPr>
                      <a:r>
                        <a:rPr lang="sv-SE" sz="1600" b="1" cap="none" spc="0">
                          <a:solidFill>
                            <a:schemeClr val="tx1"/>
                          </a:solidFill>
                          <a:effectLst/>
                          <a:latin typeface="quote-cjk-patch"/>
                        </a:rPr>
                        <a:t>3</a:t>
                      </a:r>
                      <a:endParaRPr lang="sv-SE" sz="1600" b="0" cap="none" spc="0">
                        <a:solidFill>
                          <a:schemeClr val="tx1"/>
                        </a:solidFill>
                        <a:effectLst/>
                        <a:latin typeface="quote-cjk-patch"/>
                      </a:endParaRPr>
                    </a:p>
                  </a:txBody>
                  <a:tcPr marL="139730" marR="179140" marT="107484" marB="107484"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600" b="1" cap="none" spc="0">
                          <a:solidFill>
                            <a:schemeClr val="tx1"/>
                          </a:solidFill>
                          <a:effectLst/>
                          <a:latin typeface="quote-cjk-patch"/>
                        </a:rPr>
                        <a:t>Installera SQL Server och SSMS</a:t>
                      </a:r>
                      <a:r>
                        <a:rPr lang="sv-SE" sz="1600" b="0" cap="none" spc="0">
                          <a:solidFill>
                            <a:schemeClr val="tx1"/>
                          </a:solidFill>
                          <a:effectLst/>
                          <a:latin typeface="quote-cjk-patch"/>
                        </a:rPr>
                        <a:t> (om du inte redan har det)</a:t>
                      </a:r>
                    </a:p>
                  </a:txBody>
                  <a:tcPr marL="139730" marR="107484" marT="107484" marB="107484"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16103678"/>
                  </a:ext>
                </a:extLst>
              </a:tr>
              <a:tr h="757243">
                <a:tc>
                  <a:txBody>
                    <a:bodyPr/>
                    <a:lstStyle/>
                    <a:p>
                      <a:pPr>
                        <a:lnSpc>
                          <a:spcPts val="1875"/>
                        </a:lnSpc>
                        <a:buNone/>
                      </a:pPr>
                      <a:r>
                        <a:rPr lang="sv-SE" sz="1600" b="1" cap="none" spc="0">
                          <a:solidFill>
                            <a:schemeClr val="tx1"/>
                          </a:solidFill>
                          <a:effectLst/>
                          <a:latin typeface="quote-cjk-patch"/>
                        </a:rPr>
                        <a:t>4</a:t>
                      </a:r>
                      <a:endParaRPr lang="sv-SE" sz="1600" b="0" cap="none" spc="0">
                        <a:solidFill>
                          <a:schemeClr val="tx1"/>
                        </a:solidFill>
                        <a:effectLst/>
                        <a:latin typeface="quote-cjk-patch"/>
                      </a:endParaRPr>
                    </a:p>
                  </a:txBody>
                  <a:tcPr marL="139730" marR="179140" marT="107484" marB="107484"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nSpc>
                          <a:spcPts val="1650"/>
                        </a:lnSpc>
                        <a:buNone/>
                      </a:pPr>
                      <a:r>
                        <a:rPr lang="sv-SE" sz="1600" b="1" cap="none" spc="0">
                          <a:solidFill>
                            <a:schemeClr val="tx1"/>
                          </a:solidFill>
                          <a:effectLst/>
                          <a:latin typeface="quote-cjk-patch"/>
                        </a:rPr>
                        <a:t>Skapa databasen</a:t>
                      </a:r>
                      <a:r>
                        <a:rPr lang="sv-SE" sz="1600" b="0" cap="none" spc="0">
                          <a:solidFill>
                            <a:schemeClr val="tx1"/>
                          </a:solidFill>
                          <a:effectLst/>
                          <a:latin typeface="quote-cjk-patch"/>
                        </a:rPr>
                        <a:t> </a:t>
                      </a:r>
                      <a:r>
                        <a:rPr lang="sv-SE" sz="1600" b="0" cap="none" spc="0">
                          <a:solidFill>
                            <a:schemeClr val="tx1"/>
                          </a:solidFill>
                          <a:effectLst/>
                          <a:latin typeface="Menlo"/>
                        </a:rPr>
                        <a:t>NetworkSecurityML</a:t>
                      </a:r>
                      <a:r>
                        <a:rPr lang="sv-SE" sz="1600" b="0" cap="none" spc="0">
                          <a:solidFill>
                            <a:schemeClr val="tx1"/>
                          </a:solidFill>
                          <a:effectLst/>
                          <a:latin typeface="quote-cjk-patch"/>
                        </a:rPr>
                        <a:t> med tabeller (använd skriptet från lektionen)</a:t>
                      </a:r>
                    </a:p>
                  </a:txBody>
                  <a:tcPr marL="139730" marR="107484" marT="107484" marB="107484"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1837349107"/>
                  </a:ext>
                </a:extLst>
              </a:tr>
              <a:tr h="525853">
                <a:tc>
                  <a:txBody>
                    <a:bodyPr/>
                    <a:lstStyle/>
                    <a:p>
                      <a:pPr>
                        <a:lnSpc>
                          <a:spcPts val="1875"/>
                        </a:lnSpc>
                        <a:buNone/>
                      </a:pPr>
                      <a:r>
                        <a:rPr lang="sv-SE" sz="1600" b="1" cap="none" spc="0">
                          <a:solidFill>
                            <a:schemeClr val="tx1"/>
                          </a:solidFill>
                          <a:effectLst/>
                          <a:latin typeface="quote-cjk-patch"/>
                        </a:rPr>
                        <a:t>5</a:t>
                      </a:r>
                      <a:endParaRPr lang="sv-SE" sz="1600" b="0" cap="none" spc="0">
                        <a:solidFill>
                          <a:schemeClr val="tx1"/>
                        </a:solidFill>
                        <a:effectLst/>
                        <a:latin typeface="quote-cjk-patch"/>
                      </a:endParaRPr>
                    </a:p>
                  </a:txBody>
                  <a:tcPr marL="139730" marR="179140" marT="107484" marB="107484"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nSpc>
                          <a:spcPts val="1650"/>
                        </a:lnSpc>
                        <a:buNone/>
                      </a:pPr>
                      <a:r>
                        <a:rPr lang="sv-SE" sz="1600" b="0" cap="none" spc="0">
                          <a:solidFill>
                            <a:schemeClr val="tx1"/>
                          </a:solidFill>
                          <a:effectLst/>
                          <a:latin typeface="quote-cjk-patch"/>
                        </a:rPr>
                        <a:t>Öppna </a:t>
                      </a:r>
                      <a:r>
                        <a:rPr lang="sv-SE" sz="1600" b="0" cap="none" spc="0">
                          <a:solidFill>
                            <a:schemeClr val="tx1"/>
                          </a:solidFill>
                          <a:effectLst/>
                          <a:latin typeface="Menlo"/>
                        </a:rPr>
                        <a:t>analyze_network_traffic.py</a:t>
                      </a:r>
                      <a:r>
                        <a:rPr lang="sv-SE" sz="1600" b="0" cap="none" spc="0">
                          <a:solidFill>
                            <a:schemeClr val="tx1"/>
                          </a:solidFill>
                          <a:effectLst/>
                          <a:latin typeface="quote-cjk-patch"/>
                        </a:rPr>
                        <a:t> i VS Code</a:t>
                      </a:r>
                    </a:p>
                  </a:txBody>
                  <a:tcPr marL="139730" marR="107484" marT="107484" marB="107484"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69773181"/>
                  </a:ext>
                </a:extLst>
              </a:tr>
              <a:tr h="1264808">
                <a:tc>
                  <a:txBody>
                    <a:bodyPr/>
                    <a:lstStyle/>
                    <a:p>
                      <a:pPr>
                        <a:lnSpc>
                          <a:spcPts val="1875"/>
                        </a:lnSpc>
                        <a:buNone/>
                      </a:pPr>
                      <a:r>
                        <a:rPr lang="sv-SE" sz="1600" b="1" cap="none" spc="0">
                          <a:solidFill>
                            <a:schemeClr val="tx1"/>
                          </a:solidFill>
                          <a:effectLst/>
                          <a:latin typeface="quote-cjk-patch"/>
                        </a:rPr>
                        <a:t>6</a:t>
                      </a:r>
                      <a:endParaRPr lang="sv-SE" sz="1600" b="0" cap="none" spc="0">
                        <a:solidFill>
                          <a:schemeClr val="tx1"/>
                        </a:solidFill>
                        <a:effectLst/>
                        <a:latin typeface="quote-cjk-patch"/>
                      </a:endParaRPr>
                    </a:p>
                  </a:txBody>
                  <a:tcPr marL="139730" marR="179140" marT="107484" marB="107484"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nSpc>
                          <a:spcPts val="1650"/>
                        </a:lnSpc>
                        <a:buNone/>
                      </a:pPr>
                      <a:r>
                        <a:rPr lang="sv-SE" sz="1600" b="1" cap="none" spc="0">
                          <a:solidFill>
                            <a:schemeClr val="tx1"/>
                          </a:solidFill>
                          <a:effectLst/>
                          <a:latin typeface="quote-cjk-patch"/>
                        </a:rPr>
                        <a:t>Ändra servernamnet</a:t>
                      </a:r>
                      <a:r>
                        <a:rPr lang="sv-SE" sz="1600" b="0" cap="none" spc="0">
                          <a:solidFill>
                            <a:schemeClr val="tx1"/>
                          </a:solidFill>
                          <a:effectLst/>
                          <a:latin typeface="quote-cjk-patch"/>
                        </a:rPr>
                        <a:t> på rad ca 15:</a:t>
                      </a:r>
                      <a:br>
                        <a:rPr lang="sv-SE" sz="1600" b="0" cap="none" spc="0">
                          <a:solidFill>
                            <a:schemeClr val="tx1"/>
                          </a:solidFill>
                          <a:effectLst/>
                          <a:latin typeface="quote-cjk-patch"/>
                        </a:rPr>
                      </a:br>
                      <a:r>
                        <a:rPr lang="sv-SE" sz="1600" b="0" cap="none" spc="0">
                          <a:solidFill>
                            <a:schemeClr val="tx1"/>
                          </a:solidFill>
                          <a:effectLst/>
                          <a:latin typeface="Menlo"/>
                        </a:rPr>
                        <a:t>SERVER_NAME = "localhost"</a:t>
                      </a:r>
                      <a:r>
                        <a:rPr lang="sv-SE" sz="1600" b="0" cap="none" spc="0">
                          <a:solidFill>
                            <a:schemeClr val="tx1"/>
                          </a:solidFill>
                          <a:effectLst/>
                          <a:latin typeface="quote-cjk-patch"/>
                        </a:rPr>
                        <a:t> → </a:t>
                      </a:r>
                      <a:r>
                        <a:rPr lang="sv-SE" sz="1600" b="0" cap="none" spc="0">
                          <a:solidFill>
                            <a:schemeClr val="tx1"/>
                          </a:solidFill>
                          <a:effectLst/>
                          <a:latin typeface="Menlo"/>
                        </a:rPr>
                        <a:t>SERVER_NAME = "DITT_SERVERNAMN"</a:t>
                      </a:r>
                      <a:br>
                        <a:rPr lang="sv-SE" sz="1600" b="0" cap="none" spc="0">
                          <a:solidFill>
                            <a:schemeClr val="tx1"/>
                          </a:solidFill>
                          <a:effectLst/>
                          <a:latin typeface="quote-cjk-patch"/>
                        </a:rPr>
                      </a:br>
                      <a:r>
                        <a:rPr lang="sv-SE" sz="1600" b="0" cap="none" spc="0">
                          <a:solidFill>
                            <a:schemeClr val="tx1"/>
                          </a:solidFill>
                          <a:effectLst/>
                          <a:latin typeface="quote-cjk-patch"/>
                        </a:rPr>
                        <a:t>(hitta ditt servernamn i SSMS)</a:t>
                      </a:r>
                    </a:p>
                  </a:txBody>
                  <a:tcPr marL="139730" marR="107484" marT="107484" marB="107484"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959058070"/>
                  </a:ext>
                </a:extLst>
              </a:tr>
              <a:tr h="757243">
                <a:tc>
                  <a:txBody>
                    <a:bodyPr/>
                    <a:lstStyle/>
                    <a:p>
                      <a:pPr>
                        <a:lnSpc>
                          <a:spcPts val="1875"/>
                        </a:lnSpc>
                        <a:buNone/>
                      </a:pPr>
                      <a:r>
                        <a:rPr lang="sv-SE" sz="1600" b="1" cap="none" spc="0">
                          <a:solidFill>
                            <a:schemeClr val="tx1"/>
                          </a:solidFill>
                          <a:effectLst/>
                          <a:latin typeface="quote-cjk-patch"/>
                        </a:rPr>
                        <a:t>7</a:t>
                      </a:r>
                      <a:endParaRPr lang="sv-SE" sz="1600" b="0" cap="none" spc="0">
                        <a:solidFill>
                          <a:schemeClr val="tx1"/>
                        </a:solidFill>
                        <a:effectLst/>
                        <a:latin typeface="quote-cjk-patch"/>
                      </a:endParaRPr>
                    </a:p>
                  </a:txBody>
                  <a:tcPr marL="139730" marR="179140" marT="107484" marB="107484"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nSpc>
                          <a:spcPts val="1650"/>
                        </a:lnSpc>
                        <a:buNone/>
                      </a:pPr>
                      <a:r>
                        <a:rPr lang="sv-SE" sz="1600" b="0" cap="none" spc="0">
                          <a:solidFill>
                            <a:schemeClr val="tx1"/>
                          </a:solidFill>
                          <a:effectLst/>
                          <a:latin typeface="quote-cjk-patch"/>
                        </a:rPr>
                        <a:t>Öppna PowerShell i VS Code och kör:</a:t>
                      </a:r>
                      <a:br>
                        <a:rPr lang="sv-SE" sz="1600" b="0" cap="none" spc="0">
                          <a:solidFill>
                            <a:schemeClr val="tx1"/>
                          </a:solidFill>
                          <a:effectLst/>
                          <a:latin typeface="quote-cjk-patch"/>
                        </a:rPr>
                      </a:br>
                      <a:r>
                        <a:rPr lang="sv-SE" sz="1600" b="0" cap="none" spc="0">
                          <a:solidFill>
                            <a:schemeClr val="tx1"/>
                          </a:solidFill>
                          <a:effectLst/>
                          <a:latin typeface="Menlo"/>
                        </a:rPr>
                        <a:t>.\run_ml_analysis.ps1</a:t>
                      </a:r>
                      <a:endParaRPr lang="sv-SE" sz="1600" b="0" cap="none" spc="0">
                        <a:solidFill>
                          <a:schemeClr val="tx1"/>
                        </a:solidFill>
                        <a:effectLst/>
                        <a:latin typeface="quote-cjk-patch"/>
                      </a:endParaRPr>
                    </a:p>
                  </a:txBody>
                  <a:tcPr marL="139730" marR="107484" marT="107484" marB="107484"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24491854"/>
                  </a:ext>
                </a:extLst>
              </a:tr>
              <a:tr h="525853">
                <a:tc>
                  <a:txBody>
                    <a:bodyPr/>
                    <a:lstStyle/>
                    <a:p>
                      <a:pPr>
                        <a:lnSpc>
                          <a:spcPts val="1875"/>
                        </a:lnSpc>
                        <a:buNone/>
                      </a:pPr>
                      <a:r>
                        <a:rPr lang="sv-SE" sz="1600" b="1" cap="none" spc="0">
                          <a:solidFill>
                            <a:schemeClr val="tx1"/>
                          </a:solidFill>
                          <a:effectLst/>
                          <a:latin typeface="quote-cjk-patch"/>
                        </a:rPr>
                        <a:t>8</a:t>
                      </a:r>
                      <a:endParaRPr lang="sv-SE" sz="1600" b="0" cap="none" spc="0">
                        <a:solidFill>
                          <a:schemeClr val="tx1"/>
                        </a:solidFill>
                        <a:effectLst/>
                        <a:latin typeface="quote-cjk-patch"/>
                      </a:endParaRPr>
                    </a:p>
                  </a:txBody>
                  <a:tcPr marL="139730" marR="179140" marT="107484" marB="107484"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nSpc>
                          <a:spcPts val="1875"/>
                        </a:lnSpc>
                        <a:buNone/>
                      </a:pPr>
                      <a:r>
                        <a:rPr lang="sv-SE" sz="1600" b="0" cap="none" spc="0">
                          <a:solidFill>
                            <a:schemeClr val="tx1"/>
                          </a:solidFill>
                          <a:effectLst/>
                          <a:latin typeface="quote-cjk-patch"/>
                        </a:rPr>
                        <a:t>Följ instruktionerna i skriptet – det installerar alla paket automatiskt</a:t>
                      </a:r>
                    </a:p>
                  </a:txBody>
                  <a:tcPr marL="139730" marR="107484" marT="107484" marB="107484"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2071781115"/>
                  </a:ext>
                </a:extLst>
              </a:tr>
            </a:tbl>
          </a:graphicData>
        </a:graphic>
      </p:graphicFrame>
    </p:spTree>
    <p:extLst>
      <p:ext uri="{BB962C8B-B14F-4D97-AF65-F5344CB8AC3E}">
        <p14:creationId xmlns:p14="http://schemas.microsoft.com/office/powerpoint/2010/main" val="16679782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7F77AB36-1802-5288-8407-5247AD5297B0}"/>
              </a:ext>
            </a:extLst>
          </p:cNvPr>
          <p:cNvSpPr>
            <a:spLocks noGrp="1"/>
          </p:cNvSpPr>
          <p:nvPr>
            <p:ph type="title"/>
          </p:nvPr>
        </p:nvSpPr>
        <p:spPr>
          <a:xfrm>
            <a:off x="466722" y="586855"/>
            <a:ext cx="3201366" cy="3387497"/>
          </a:xfrm>
        </p:spPr>
        <p:txBody>
          <a:bodyPr anchor="b">
            <a:normAutofit/>
          </a:bodyPr>
          <a:lstStyle/>
          <a:p>
            <a:pPr algn="r"/>
            <a:r>
              <a:rPr lang="sv-SE" sz="4000">
                <a:solidFill>
                  <a:srgbClr val="FFFFFF"/>
                </a:solidFill>
                <a:ea typeface="+mj-lt"/>
                <a:cs typeface="+mj-lt"/>
              </a:rPr>
              <a:t>Steg 11: Koppla Power BI till SQL Server</a:t>
            </a:r>
            <a:endParaRPr lang="sv-SE" sz="4000">
              <a:solidFill>
                <a:srgbClr val="FFFFFF"/>
              </a:solidFill>
            </a:endParaRPr>
          </a:p>
        </p:txBody>
      </p:sp>
      <p:sp>
        <p:nvSpPr>
          <p:cNvPr id="3" name="Platshållare för innehåll 2">
            <a:extLst>
              <a:ext uri="{FF2B5EF4-FFF2-40B4-BE49-F238E27FC236}">
                <a16:creationId xmlns:a16="http://schemas.microsoft.com/office/drawing/2014/main" id="{BD4CFF08-EAD9-0AA9-B7EA-5259E24CC80C}"/>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sv-SE" sz="2000">
                <a:highlight>
                  <a:srgbClr val="FFFFFF"/>
                </a:highlight>
                <a:ea typeface="+mn-lt"/>
                <a:cs typeface="+mn-lt"/>
              </a:rPr>
              <a:t>Nu ska vi bygga en bro mellan vår databas (där ML-resultaten ligger) och Power BI (visualiseringsverktyget). Power BI är Microsofts verktyg för att skapa snygga diagram och rapporter. Det finns två sätt att koppla: via </a:t>
            </a:r>
            <a:r>
              <a:rPr lang="sv-SE" sz="2000" b="1">
                <a:highlight>
                  <a:srgbClr val="FFFFFF"/>
                </a:highlight>
                <a:ea typeface="+mn-lt"/>
                <a:cs typeface="+mn-lt"/>
              </a:rPr>
              <a:t>Import</a:t>
            </a:r>
            <a:r>
              <a:rPr lang="sv-SE" sz="2000">
                <a:highlight>
                  <a:srgbClr val="FFFFFF"/>
                </a:highlight>
                <a:ea typeface="+mn-lt"/>
                <a:cs typeface="+mn-lt"/>
              </a:rPr>
              <a:t> (kopierar data till Power BI, snabbast) eller </a:t>
            </a:r>
            <a:r>
              <a:rPr lang="sv-SE" sz="2000" b="1">
                <a:highlight>
                  <a:srgbClr val="FFFFFF"/>
                </a:highlight>
                <a:ea typeface="+mn-lt"/>
                <a:cs typeface="+mn-lt"/>
              </a:rPr>
              <a:t>DirectQuery</a:t>
            </a:r>
            <a:r>
              <a:rPr lang="sv-SE" sz="2000">
                <a:highlight>
                  <a:srgbClr val="FFFFFF"/>
                </a:highlight>
                <a:ea typeface="+mn-lt"/>
                <a:cs typeface="+mn-lt"/>
              </a:rPr>
              <a:t> (frågar databasen i realtid). För vårt ML-projekt med nätverkssäkerhet använder vi </a:t>
            </a:r>
            <a:r>
              <a:rPr lang="sv-SE" sz="2000" b="1">
                <a:highlight>
                  <a:srgbClr val="FFFFFF"/>
                </a:highlight>
                <a:ea typeface="+mn-lt"/>
                <a:cs typeface="+mn-lt"/>
              </a:rPr>
              <a:t>Import</a:t>
            </a:r>
            <a:r>
              <a:rPr lang="sv-SE" sz="2000">
                <a:highlight>
                  <a:srgbClr val="FFFFFF"/>
                </a:highlight>
                <a:ea typeface="+mn-lt"/>
                <a:cs typeface="+mn-lt"/>
              </a:rPr>
              <a:t> – det är enklast och snabbast för rapporter .</a:t>
            </a:r>
            <a:endParaRPr lang="sv-SE" sz="2000"/>
          </a:p>
        </p:txBody>
      </p:sp>
    </p:spTree>
    <p:extLst>
      <p:ext uri="{BB962C8B-B14F-4D97-AF65-F5344CB8AC3E}">
        <p14:creationId xmlns:p14="http://schemas.microsoft.com/office/powerpoint/2010/main" val="3400335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Rubrik 1">
            <a:extLst>
              <a:ext uri="{FF2B5EF4-FFF2-40B4-BE49-F238E27FC236}">
                <a16:creationId xmlns:a16="http://schemas.microsoft.com/office/drawing/2014/main" id="{CD066589-ED47-5F1C-D667-CCDCBBCBBA7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Instruktioner</a:t>
            </a:r>
            <a:r>
              <a:rPr lang="en-US" sz="4000" kern="1200" dirty="0">
                <a:solidFill>
                  <a:srgbClr val="FFFFFF"/>
                </a:solidFill>
                <a:latin typeface="+mj-lt"/>
                <a:ea typeface="+mj-ea"/>
                <a:cs typeface="+mj-cs"/>
              </a:rPr>
              <a:t> för </a:t>
            </a:r>
            <a:r>
              <a:rPr lang="en-US" sz="4000" kern="1200" dirty="0" err="1">
                <a:solidFill>
                  <a:srgbClr val="FFFFFF"/>
                </a:solidFill>
                <a:latin typeface="+mj-lt"/>
                <a:ea typeface="+mj-ea"/>
                <a:cs typeface="+mj-cs"/>
              </a:rPr>
              <a:t>att</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koppla</a:t>
            </a:r>
            <a:r>
              <a:rPr lang="en-US" sz="4000" kern="1200" dirty="0">
                <a:solidFill>
                  <a:srgbClr val="FFFFFF"/>
                </a:solidFill>
                <a:latin typeface="+mj-lt"/>
                <a:ea typeface="+mj-ea"/>
                <a:cs typeface="+mj-cs"/>
              </a:rPr>
              <a:t> Power BI till SQL Server</a:t>
            </a:r>
          </a:p>
        </p:txBody>
      </p:sp>
      <p:graphicFrame>
        <p:nvGraphicFramePr>
          <p:cNvPr id="5" name="Platshållare för innehåll 4">
            <a:extLst>
              <a:ext uri="{FF2B5EF4-FFF2-40B4-BE49-F238E27FC236}">
                <a16:creationId xmlns:a16="http://schemas.microsoft.com/office/drawing/2014/main" id="{594258B1-2C51-7F0C-A5DF-334B507ED54E}"/>
              </a:ext>
            </a:extLst>
          </p:cNvPr>
          <p:cNvGraphicFramePr>
            <a:graphicFrameLocks noGrp="1"/>
          </p:cNvGraphicFramePr>
          <p:nvPr>
            <p:ph idx="1"/>
            <p:extLst>
              <p:ext uri="{D42A27DB-BD31-4B8C-83A1-F6EECF244321}">
                <p14:modId xmlns:p14="http://schemas.microsoft.com/office/powerpoint/2010/main" val="3101203660"/>
              </p:ext>
            </p:extLst>
          </p:nvPr>
        </p:nvGraphicFramePr>
        <p:xfrm>
          <a:off x="4083169" y="0"/>
          <a:ext cx="8100313" cy="6812180"/>
        </p:xfrm>
        <a:graphic>
          <a:graphicData uri="http://schemas.openxmlformats.org/drawingml/2006/table">
            <a:tbl>
              <a:tblPr firstRow="1" bandRow="1">
                <a:solidFill>
                  <a:srgbClr val="F7F7F7"/>
                </a:solidFill>
                <a:tableStyleId>{5C22544A-7EE6-4342-B048-85BDC9FD1C3A}</a:tableStyleId>
              </a:tblPr>
              <a:tblGrid>
                <a:gridCol w="200889">
                  <a:extLst>
                    <a:ext uri="{9D8B030D-6E8A-4147-A177-3AD203B41FA5}">
                      <a16:colId xmlns:a16="http://schemas.microsoft.com/office/drawing/2014/main" val="226290987"/>
                    </a:ext>
                  </a:extLst>
                </a:gridCol>
                <a:gridCol w="1496290">
                  <a:extLst>
                    <a:ext uri="{9D8B030D-6E8A-4147-A177-3AD203B41FA5}">
                      <a16:colId xmlns:a16="http://schemas.microsoft.com/office/drawing/2014/main" val="214532122"/>
                    </a:ext>
                  </a:extLst>
                </a:gridCol>
                <a:gridCol w="6403134">
                  <a:extLst>
                    <a:ext uri="{9D8B030D-6E8A-4147-A177-3AD203B41FA5}">
                      <a16:colId xmlns:a16="http://schemas.microsoft.com/office/drawing/2014/main" val="919496472"/>
                    </a:ext>
                  </a:extLst>
                </a:gridCol>
              </a:tblGrid>
              <a:tr h="408084">
                <a:tc>
                  <a:txBody>
                    <a:bodyPr/>
                    <a:lstStyle/>
                    <a:p>
                      <a:pPr algn="l">
                        <a:lnSpc>
                          <a:spcPct val="100000"/>
                        </a:lnSpc>
                        <a:buNone/>
                      </a:pPr>
                      <a:endParaRPr lang="sv-SE" sz="900" b="1" cap="all" spc="60" dirty="0">
                        <a:solidFill>
                          <a:schemeClr val="tx1"/>
                        </a:solidFill>
                        <a:effectLst/>
                        <a:latin typeface="quote-cjk-patch"/>
                      </a:endParaRPr>
                    </a:p>
                  </a:txBody>
                  <a:tcPr marL="78911" marR="78911" marT="78911" marB="78911" anchor="ctr">
                    <a:lnL w="12700" cmpd="sng">
                      <a:noFill/>
                    </a:lnL>
                    <a:lnR w="12700" cmpd="sng">
                      <a:noFill/>
                    </a:lnR>
                    <a:lnT w="12700" cmpd="sng">
                      <a:noFill/>
                    </a:lnT>
                    <a:lnB w="38100" cmpd="sng">
                      <a:noFill/>
                    </a:lnB>
                    <a:noFill/>
                  </a:tcPr>
                </a:tc>
                <a:tc>
                  <a:txBody>
                    <a:bodyPr/>
                    <a:lstStyle/>
                    <a:p>
                      <a:pPr algn="l">
                        <a:lnSpc>
                          <a:spcPct val="100000"/>
                        </a:lnSpc>
                        <a:buNone/>
                      </a:pPr>
                      <a:r>
                        <a:rPr lang="sv-SE" sz="900" b="1" cap="all" spc="60">
                          <a:solidFill>
                            <a:schemeClr val="tx1"/>
                          </a:solidFill>
                          <a:effectLst/>
                          <a:latin typeface="quote-cjk-patch"/>
                        </a:rPr>
                        <a:t>Vad ska du göra?</a:t>
                      </a:r>
                      <a:endParaRPr lang="sv-SE" sz="900" b="1" cap="all" spc="60" dirty="0">
                        <a:solidFill>
                          <a:schemeClr val="tx1"/>
                        </a:solidFill>
                        <a:effectLst/>
                        <a:latin typeface="quote-cjk-patch"/>
                      </a:endParaRPr>
                    </a:p>
                  </a:txBody>
                  <a:tcPr marL="78911" marR="78911" marT="78911" marB="78911" anchor="ctr">
                    <a:lnL w="12700" cmpd="sng">
                      <a:noFill/>
                    </a:lnL>
                    <a:lnR w="12700" cmpd="sng">
                      <a:noFill/>
                    </a:lnR>
                    <a:lnT w="12700" cmpd="sng">
                      <a:noFill/>
                    </a:lnT>
                    <a:lnB w="38100" cmpd="sng">
                      <a:noFill/>
                    </a:lnB>
                    <a:noFill/>
                  </a:tcPr>
                </a:tc>
                <a:tc>
                  <a:txBody>
                    <a:bodyPr/>
                    <a:lstStyle/>
                    <a:p>
                      <a:pPr algn="l">
                        <a:lnSpc>
                          <a:spcPct val="100000"/>
                        </a:lnSpc>
                        <a:buNone/>
                      </a:pPr>
                      <a:r>
                        <a:rPr lang="sv-SE" sz="1000" b="1" cap="all" spc="60">
                          <a:solidFill>
                            <a:schemeClr val="tx1"/>
                          </a:solidFill>
                          <a:effectLst/>
                          <a:latin typeface="quote-cjk-patch"/>
                        </a:rPr>
                        <a:t>Instruktioner</a:t>
                      </a:r>
                    </a:p>
                  </a:txBody>
                  <a:tcPr marL="78911" marR="78911" marT="78911" marB="78911" anchor="ctr">
                    <a:lnL w="12700" cmpd="sng">
                      <a:noFill/>
                    </a:lnL>
                    <a:lnR w="12700" cmpd="sng">
                      <a:noFill/>
                    </a:lnR>
                    <a:lnT w="12700" cmpd="sng">
                      <a:noFill/>
                    </a:lnT>
                    <a:lnB w="38100" cmpd="sng">
                      <a:noFill/>
                    </a:lnB>
                    <a:noFill/>
                  </a:tcPr>
                </a:tc>
                <a:extLst>
                  <a:ext uri="{0D108BD9-81ED-4DB2-BD59-A6C34878D82A}">
                    <a16:rowId xmlns:a16="http://schemas.microsoft.com/office/drawing/2014/main" val="3767788899"/>
                  </a:ext>
                </a:extLst>
              </a:tr>
              <a:tr h="393245">
                <a:tc>
                  <a:txBody>
                    <a:bodyPr/>
                    <a:lstStyle/>
                    <a:p>
                      <a:pPr>
                        <a:lnSpc>
                          <a:spcPct val="100000"/>
                        </a:lnSpc>
                        <a:buNone/>
                      </a:pPr>
                      <a:r>
                        <a:rPr lang="sv-SE" sz="1100" b="1" cap="none" spc="0">
                          <a:solidFill>
                            <a:schemeClr val="tx1"/>
                          </a:solidFill>
                          <a:effectLst/>
                          <a:latin typeface="quote-cjk-patch"/>
                        </a:rPr>
                        <a:t>1</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nSpc>
                          <a:spcPct val="100000"/>
                        </a:lnSpc>
                        <a:buNone/>
                      </a:pPr>
                      <a:r>
                        <a:rPr lang="sv-SE" sz="1100" b="1" cap="none" spc="0">
                          <a:solidFill>
                            <a:schemeClr val="tx1"/>
                          </a:solidFill>
                          <a:effectLst/>
                          <a:latin typeface="quote-cjk-patch"/>
                        </a:rPr>
                        <a:t>Öppna Power BI Desktop</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nSpc>
                          <a:spcPct val="100000"/>
                        </a:lnSpc>
                        <a:buNone/>
                      </a:pPr>
                      <a:r>
                        <a:rPr lang="sv-SE" sz="1100" b="0" cap="none" spc="0">
                          <a:solidFill>
                            <a:schemeClr val="tx1"/>
                          </a:solidFill>
                          <a:effectLst/>
                          <a:latin typeface="quote-cjk-patch"/>
                        </a:rPr>
                        <a:t>Sök efter </a:t>
                      </a:r>
                      <a:r>
                        <a:rPr lang="sv-SE" sz="1100" b="1" cap="none" spc="0">
                          <a:solidFill>
                            <a:schemeClr val="tx1"/>
                          </a:solidFill>
                          <a:effectLst/>
                          <a:latin typeface="quote-cjk-patch"/>
                        </a:rPr>
                        <a:t>"Power BI Desktop"</a:t>
                      </a:r>
                      <a:r>
                        <a:rPr lang="sv-SE" sz="1100" b="0" cap="none" spc="0">
                          <a:solidFill>
                            <a:schemeClr val="tx1"/>
                          </a:solidFill>
                          <a:effectLst/>
                          <a:latin typeface="quote-cjk-patch"/>
                        </a:rPr>
                        <a:t> i Windows startmeny. Klicka för att öppna programmet. Ett vitt arbetsfält öppnas.</a:t>
                      </a:r>
                    </a:p>
                  </a:txBody>
                  <a:tcPr marL="87679" marR="0" marT="0" marB="52607"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840251323"/>
                  </a:ext>
                </a:extLst>
              </a:tr>
              <a:tr h="393245">
                <a:tc>
                  <a:txBody>
                    <a:bodyPr/>
                    <a:lstStyle/>
                    <a:p>
                      <a:pPr>
                        <a:lnSpc>
                          <a:spcPct val="100000"/>
                        </a:lnSpc>
                        <a:buNone/>
                      </a:pPr>
                      <a:r>
                        <a:rPr lang="sv-SE" sz="1100" b="1" cap="none" spc="0">
                          <a:solidFill>
                            <a:schemeClr val="tx1"/>
                          </a:solidFill>
                          <a:effectLst/>
                          <a:latin typeface="quote-cjk-patch"/>
                        </a:rPr>
                        <a:t>2</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Hämta data från SQL Server</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0" cap="none" spc="0">
                          <a:solidFill>
                            <a:schemeClr val="tx1"/>
                          </a:solidFill>
                          <a:effectLst/>
                          <a:latin typeface="quote-cjk-patch"/>
                        </a:rPr>
                        <a:t>Klicka på </a:t>
                      </a:r>
                      <a:r>
                        <a:rPr lang="sv-SE" sz="1100" b="1" cap="none" spc="0">
                          <a:solidFill>
                            <a:schemeClr val="tx1"/>
                          </a:solidFill>
                          <a:effectLst/>
                          <a:latin typeface="quote-cjk-patch"/>
                        </a:rPr>
                        <a:t>"Hämta data"</a:t>
                      </a:r>
                      <a:r>
                        <a:rPr lang="sv-SE" sz="1100" b="0" cap="none" spc="0">
                          <a:solidFill>
                            <a:schemeClr val="tx1"/>
                          </a:solidFill>
                          <a:effectLst/>
                          <a:latin typeface="quote-cjk-patch"/>
                        </a:rPr>
                        <a:t> (Get Data) i menyfliksområdet högst upp (Home-fliken). I rullgardinsmenyn, välj </a:t>
                      </a:r>
                      <a:r>
                        <a:rPr lang="sv-SE" sz="1100" b="1" cap="none" spc="0">
                          <a:solidFill>
                            <a:schemeClr val="tx1"/>
                          </a:solidFill>
                          <a:effectLst/>
                          <a:latin typeface="quote-cjk-patch"/>
                        </a:rPr>
                        <a:t>"SQL Server"</a:t>
                      </a:r>
                      <a:r>
                        <a:rPr lang="sv-SE" sz="1100" b="0" cap="none" spc="0">
                          <a:solidFill>
                            <a:schemeClr val="tx1"/>
                          </a:solidFill>
                          <a:effectLst/>
                          <a:latin typeface="quote-cjk-patch"/>
                        </a:rPr>
                        <a:t> .</a:t>
                      </a: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540870370"/>
                  </a:ext>
                </a:extLst>
              </a:tr>
              <a:tr h="1862348">
                <a:tc>
                  <a:txBody>
                    <a:bodyPr/>
                    <a:lstStyle/>
                    <a:p>
                      <a:pPr>
                        <a:lnSpc>
                          <a:spcPct val="100000"/>
                        </a:lnSpc>
                        <a:buNone/>
                      </a:pPr>
                      <a:r>
                        <a:rPr lang="sv-SE" sz="1100" b="1" cap="none" spc="0">
                          <a:solidFill>
                            <a:schemeClr val="tx1"/>
                          </a:solidFill>
                          <a:effectLst/>
                          <a:latin typeface="quote-cjk-patch"/>
                        </a:rPr>
                        <a:t>3</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ct val="100000"/>
                        </a:lnSpc>
                        <a:buNone/>
                      </a:pPr>
                      <a:r>
                        <a:rPr lang="sv-SE" sz="1100" b="1" cap="none" spc="0">
                          <a:solidFill>
                            <a:schemeClr val="tx1"/>
                          </a:solidFill>
                          <a:effectLst/>
                          <a:latin typeface="quote-cjk-patch"/>
                        </a:rPr>
                        <a:t>Ange server och databas</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ct val="100000"/>
                        </a:lnSpc>
                        <a:buNone/>
                      </a:pPr>
                      <a:r>
                        <a:rPr lang="sv-SE" sz="1100" b="0" cap="none" spc="0">
                          <a:solidFill>
                            <a:schemeClr val="tx1"/>
                          </a:solidFill>
                          <a:effectLst/>
                          <a:latin typeface="quote-cjk-patch"/>
                        </a:rPr>
                        <a:t>Ett fönster med rubriken </a:t>
                      </a:r>
                      <a:r>
                        <a:rPr lang="sv-SE" sz="1100" b="1" cap="none" spc="0">
                          <a:solidFill>
                            <a:schemeClr val="tx1"/>
                          </a:solidFill>
                          <a:effectLst/>
                          <a:latin typeface="quote-cjk-patch"/>
                        </a:rPr>
                        <a:t>"SQL Server-databas"</a:t>
                      </a:r>
                      <a:r>
                        <a:rPr lang="sv-SE" sz="1100" b="0" cap="none" spc="0">
                          <a:solidFill>
                            <a:schemeClr val="tx1"/>
                          </a:solidFill>
                          <a:effectLst/>
                          <a:latin typeface="quote-cjk-patch"/>
                        </a:rPr>
                        <a:t> öppnas. Fyll i:</a:t>
                      </a:r>
                      <a:br>
                        <a:rPr lang="sv-SE" sz="1100" b="0" cap="none" spc="0" dirty="0">
                          <a:solidFill>
                            <a:srgbClr val="000000"/>
                          </a:solidFill>
                          <a:effectLst/>
                          <a:latin typeface="quote-cjk-patch"/>
                        </a:rPr>
                      </a:br>
                      <a:br>
                        <a:rPr lang="sv-SE" sz="1100" b="0" cap="none" spc="0" dirty="0">
                          <a:solidFill>
                            <a:srgbClr val="000000"/>
                          </a:solidFill>
                          <a:effectLst/>
                          <a:latin typeface="quote-cjk-patch"/>
                        </a:rPr>
                      </a:br>
                      <a:r>
                        <a:rPr lang="sv-SE" sz="1100" b="1" cap="none" spc="0">
                          <a:solidFill>
                            <a:schemeClr val="tx1"/>
                          </a:solidFill>
                          <a:effectLst/>
                          <a:latin typeface="quote-cjk-patch"/>
                        </a:rPr>
                        <a:t>Server:</a:t>
                      </a:r>
                      <a:r>
                        <a:rPr lang="sv-SE" sz="1100" b="0" cap="none" spc="0">
                          <a:solidFill>
                            <a:schemeClr val="tx1"/>
                          </a:solidFill>
                          <a:effectLst/>
                          <a:latin typeface="quote-cjk-patch"/>
                        </a:rPr>
                        <a:t> Skriv in ditt servernamn (exakt samma som du använder i SSMS).</a:t>
                      </a:r>
                      <a:br>
                        <a:rPr lang="sv-SE" sz="1100" b="0" cap="none" spc="0" dirty="0">
                          <a:solidFill>
                            <a:srgbClr val="000000"/>
                          </a:solidFill>
                          <a:effectLst/>
                          <a:latin typeface="quote-cjk-patch"/>
                        </a:rPr>
                      </a:br>
                      <a:r>
                        <a:rPr lang="sv-SE" sz="1100" b="0" cap="none" spc="0">
                          <a:solidFill>
                            <a:schemeClr val="tx1"/>
                          </a:solidFill>
                          <a:effectLst/>
                          <a:latin typeface="quote-cjk-patch"/>
                        </a:rPr>
                        <a:t>• Vanliga exempel: </a:t>
                      </a:r>
                      <a:r>
                        <a:rPr lang="sv-SE" sz="1100" b="0" cap="none" spc="0">
                          <a:solidFill>
                            <a:schemeClr val="tx1"/>
                          </a:solidFill>
                          <a:effectLst/>
                          <a:latin typeface="Menlo"/>
                        </a:rPr>
                        <a:t>localhost</a:t>
                      </a:r>
                      <a:r>
                        <a:rPr lang="sv-SE" sz="1100" b="0" cap="none" spc="0">
                          <a:solidFill>
                            <a:schemeClr val="tx1"/>
                          </a:solidFill>
                          <a:effectLst/>
                          <a:latin typeface="quote-cjk-patch"/>
                        </a:rPr>
                        <a:t> , </a:t>
                      </a:r>
                      <a:r>
                        <a:rPr lang="sv-SE" sz="1100" b="0" cap="none" spc="0">
                          <a:solidFill>
                            <a:schemeClr val="tx1"/>
                          </a:solidFill>
                          <a:effectLst/>
                          <a:latin typeface="Menlo"/>
                        </a:rPr>
                        <a:t>(localdb)\MSSQLLocalDB</a:t>
                      </a:r>
                      <a:r>
                        <a:rPr lang="sv-SE" sz="1100" b="0" cap="none" spc="0">
                          <a:solidFill>
                            <a:schemeClr val="tx1"/>
                          </a:solidFill>
                          <a:effectLst/>
                          <a:latin typeface="quote-cjk-patch"/>
                        </a:rPr>
                        <a:t> , </a:t>
                      </a:r>
                      <a:r>
                        <a:rPr lang="sv-SE" sz="1100" b="0" cap="none" spc="0">
                          <a:solidFill>
                            <a:schemeClr val="tx1"/>
                          </a:solidFill>
                          <a:effectLst/>
                          <a:latin typeface="Menlo"/>
                        </a:rPr>
                        <a:t>DESKTOP-ABC123</a:t>
                      </a:r>
                      <a:r>
                        <a:rPr lang="sv-SE" sz="1100" b="0" cap="none" spc="0">
                          <a:solidFill>
                            <a:schemeClr val="tx1"/>
                          </a:solidFill>
                          <a:effectLst/>
                          <a:latin typeface="quote-cjk-patch"/>
                        </a:rPr>
                        <a:t> eller </a:t>
                      </a:r>
                      <a:r>
                        <a:rPr lang="sv-SE" sz="1100" b="0" cap="none" spc="0">
                          <a:solidFill>
                            <a:schemeClr val="tx1"/>
                          </a:solidFill>
                          <a:effectLst/>
                          <a:latin typeface="Menlo"/>
                        </a:rPr>
                        <a:t>DESKTOP-ABC123\SQLEXPRESS</a:t>
                      </a:r>
                      <a:br>
                        <a:rPr lang="sv-SE" sz="1100" b="0" cap="none" spc="0" dirty="0">
                          <a:solidFill>
                            <a:srgbClr val="000000"/>
                          </a:solidFill>
                          <a:effectLst/>
                          <a:latin typeface="quote-cjk-patch"/>
                        </a:rPr>
                      </a:br>
                      <a:br>
                        <a:rPr lang="sv-SE" sz="1100" b="0" cap="none" spc="0" dirty="0">
                          <a:solidFill>
                            <a:srgbClr val="000000"/>
                          </a:solidFill>
                          <a:effectLst/>
                          <a:latin typeface="quote-cjk-patch"/>
                        </a:rPr>
                      </a:br>
                      <a:r>
                        <a:rPr lang="sv-SE" sz="1100" b="1" cap="none" spc="0">
                          <a:solidFill>
                            <a:schemeClr val="tx1"/>
                          </a:solidFill>
                          <a:effectLst/>
                          <a:latin typeface="quote-cjk-patch"/>
                        </a:rPr>
                        <a:t>Databas (valfritt):</a:t>
                      </a:r>
                      <a:r>
                        <a:rPr lang="sv-SE" sz="1100" b="0" cap="none" spc="0">
                          <a:solidFill>
                            <a:schemeClr val="tx1"/>
                          </a:solidFill>
                          <a:effectLst/>
                          <a:latin typeface="quote-cjk-patch"/>
                        </a:rPr>
                        <a:t> Skriv </a:t>
                      </a:r>
                      <a:r>
                        <a:rPr lang="sv-SE" sz="1100" b="0" cap="none" spc="0">
                          <a:solidFill>
                            <a:schemeClr val="tx1"/>
                          </a:solidFill>
                          <a:effectLst/>
                          <a:latin typeface="Menlo"/>
                        </a:rPr>
                        <a:t>NetworkSecurityML</a:t>
                      </a:r>
                      <a:r>
                        <a:rPr lang="sv-SE" sz="1100" b="0" cap="none" spc="0">
                          <a:solidFill>
                            <a:schemeClr val="tx1"/>
                          </a:solidFill>
                          <a:effectLst/>
                          <a:latin typeface="quote-cjk-patch"/>
                        </a:rPr>
                        <a:t> (detta gör det enklare).</a:t>
                      </a:r>
                      <a:br>
                        <a:rPr lang="sv-SE" sz="1100" b="0" cap="none" spc="0" dirty="0">
                          <a:solidFill>
                            <a:srgbClr val="000000"/>
                          </a:solidFill>
                          <a:effectLst/>
                          <a:latin typeface="quote-cjk-patch"/>
                        </a:rPr>
                      </a:br>
                      <a:br>
                        <a:rPr lang="sv-SE" sz="1100" b="0" cap="none" spc="0" dirty="0">
                          <a:solidFill>
                            <a:srgbClr val="000000"/>
                          </a:solidFill>
                          <a:effectLst/>
                          <a:latin typeface="quote-cjk-patch"/>
                        </a:rPr>
                      </a:br>
                      <a:r>
                        <a:rPr lang="sv-SE" sz="1100" b="1" cap="none" spc="0">
                          <a:solidFill>
                            <a:schemeClr val="tx1"/>
                          </a:solidFill>
                          <a:effectLst/>
                          <a:latin typeface="quote-cjk-patch"/>
                        </a:rPr>
                        <a:t>Data Connectivity mode:</a:t>
                      </a:r>
                      <a:r>
                        <a:rPr lang="sv-SE" sz="1100" b="0" cap="none" spc="0">
                          <a:solidFill>
                            <a:schemeClr val="tx1"/>
                          </a:solidFill>
                          <a:effectLst/>
                          <a:latin typeface="quote-cjk-patch"/>
                        </a:rPr>
                        <a:t> Välj </a:t>
                      </a:r>
                      <a:r>
                        <a:rPr lang="sv-SE" sz="1100" b="1" cap="none" spc="0">
                          <a:solidFill>
                            <a:schemeClr val="tx1"/>
                          </a:solidFill>
                          <a:effectLst/>
                          <a:latin typeface="quote-cjk-patch"/>
                        </a:rPr>
                        <a:t>"Import"</a:t>
                      </a:r>
                      <a:r>
                        <a:rPr lang="sv-SE" sz="1100" b="0" cap="none" spc="0">
                          <a:solidFill>
                            <a:schemeClr val="tx1"/>
                          </a:solidFill>
                          <a:effectLst/>
                          <a:latin typeface="quote-cjk-patch"/>
                        </a:rPr>
                        <a:t> . Detta är det vanligaste valet för produktion .</a:t>
                      </a:r>
                      <a:br>
                        <a:rPr lang="sv-SE" sz="1100" b="0" cap="none" spc="0" dirty="0">
                          <a:solidFill>
                            <a:srgbClr val="000000"/>
                          </a:solidFill>
                          <a:effectLst/>
                          <a:latin typeface="quote-cjk-patch"/>
                        </a:rPr>
                      </a:br>
                      <a:br>
                        <a:rPr lang="sv-SE" sz="1100" b="0" cap="none" spc="0" dirty="0">
                          <a:solidFill>
                            <a:srgbClr val="000000"/>
                          </a:solidFill>
                          <a:effectLst/>
                          <a:latin typeface="quote-cjk-patch"/>
                        </a:rPr>
                      </a:br>
                      <a:r>
                        <a:rPr lang="sv-SE" sz="1100" b="0" cap="none" spc="0">
                          <a:solidFill>
                            <a:schemeClr val="tx1"/>
                          </a:solidFill>
                          <a:effectLst/>
                          <a:latin typeface="quote-cjk-patch"/>
                        </a:rPr>
                        <a:t>Klicka på </a:t>
                      </a:r>
                      <a:r>
                        <a:rPr lang="sv-SE" sz="1100" b="1" cap="none" spc="0">
                          <a:solidFill>
                            <a:schemeClr val="tx1"/>
                          </a:solidFill>
                          <a:effectLst/>
                          <a:latin typeface="quote-cjk-patch"/>
                        </a:rPr>
                        <a:t>"OK"</a:t>
                      </a:r>
                      <a:r>
                        <a:rPr lang="sv-SE" sz="1100" b="0" cap="none" spc="0">
                          <a:solidFill>
                            <a:schemeClr val="tx1"/>
                          </a:solidFill>
                          <a:effectLst/>
                          <a:latin typeface="quote-cjk-patch"/>
                        </a:rPr>
                        <a:t> .</a:t>
                      </a: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119126585"/>
                  </a:ext>
                </a:extLst>
              </a:tr>
              <a:tr h="393245">
                <a:tc>
                  <a:txBody>
                    <a:bodyPr/>
                    <a:lstStyle/>
                    <a:p>
                      <a:pPr>
                        <a:lnSpc>
                          <a:spcPct val="100000"/>
                        </a:lnSpc>
                        <a:buNone/>
                      </a:pPr>
                      <a:r>
                        <a:rPr lang="sv-SE" sz="1100" b="1" cap="none" spc="0">
                          <a:solidFill>
                            <a:schemeClr val="tx1"/>
                          </a:solidFill>
                          <a:effectLst/>
                          <a:latin typeface="quote-cjk-patch"/>
                        </a:rPr>
                        <a:t>4</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Välj autentiseringsmetod</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0" cap="none" spc="0">
                          <a:solidFill>
                            <a:schemeClr val="tx1"/>
                          </a:solidFill>
                          <a:effectLst/>
                          <a:latin typeface="quote-cjk-patch"/>
                        </a:rPr>
                        <a:t>Ett nytt fönster ber dig logga in. Välj </a:t>
                      </a:r>
                      <a:r>
                        <a:rPr lang="sv-SE" sz="1100" b="1" cap="none" spc="0">
                          <a:solidFill>
                            <a:schemeClr val="tx1"/>
                          </a:solidFill>
                          <a:effectLst/>
                          <a:latin typeface="quote-cjk-patch"/>
                        </a:rPr>
                        <a:t>"Windows"</a:t>
                      </a:r>
                      <a:r>
                        <a:rPr lang="sv-SE" sz="1100" b="0" cap="none" spc="0">
                          <a:solidFill>
                            <a:schemeClr val="tx1"/>
                          </a:solidFill>
                          <a:effectLst/>
                          <a:latin typeface="quote-cjk-patch"/>
                        </a:rPr>
                        <a:t> (Windows-autentisering) i vänsterkolumnen . Klicka på </a:t>
                      </a:r>
                      <a:r>
                        <a:rPr lang="sv-SE" sz="1100" b="1" cap="none" spc="0">
                          <a:solidFill>
                            <a:schemeClr val="tx1"/>
                          </a:solidFill>
                          <a:effectLst/>
                          <a:latin typeface="quote-cjk-patch"/>
                        </a:rPr>
                        <a:t>"Anslut"</a:t>
                      </a:r>
                      <a:r>
                        <a:rPr lang="sv-SE" sz="1100" b="0" cap="none" spc="0">
                          <a:solidFill>
                            <a:schemeClr val="tx1"/>
                          </a:solidFill>
                          <a:effectLst/>
                          <a:latin typeface="quote-cjk-patch"/>
                        </a:rPr>
                        <a:t> (Connect).</a:t>
                      </a: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447583859"/>
                  </a:ext>
                </a:extLst>
              </a:tr>
              <a:tr h="1194573">
                <a:tc>
                  <a:txBody>
                    <a:bodyPr/>
                    <a:lstStyle/>
                    <a:p>
                      <a:pPr>
                        <a:lnSpc>
                          <a:spcPct val="100000"/>
                        </a:lnSpc>
                        <a:buNone/>
                      </a:pPr>
                      <a:r>
                        <a:rPr lang="sv-SE" sz="1100" b="1" cap="none" spc="0">
                          <a:solidFill>
                            <a:schemeClr val="tx1"/>
                          </a:solidFill>
                          <a:effectLst/>
                          <a:latin typeface="quote-cjk-patch"/>
                        </a:rPr>
                        <a:t>5</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ct val="100000"/>
                        </a:lnSpc>
                        <a:buNone/>
                      </a:pPr>
                      <a:r>
                        <a:rPr lang="sv-SE" sz="1100" b="1" cap="none" spc="0">
                          <a:solidFill>
                            <a:schemeClr val="tx1"/>
                          </a:solidFill>
                          <a:effectLst/>
                          <a:latin typeface="quote-cjk-patch"/>
                        </a:rPr>
                        <a:t>Välj vilka tabeller som ska hämtas</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ct val="100000"/>
                        </a:lnSpc>
                        <a:buNone/>
                      </a:pPr>
                      <a:r>
                        <a:rPr lang="sv-SE" sz="1100" b="0" cap="none" spc="0">
                          <a:solidFill>
                            <a:schemeClr val="tx1"/>
                          </a:solidFill>
                          <a:effectLst/>
                          <a:latin typeface="quote-cjk-patch"/>
                        </a:rPr>
                        <a:t>Nu visas fönstret </a:t>
                      </a:r>
                      <a:r>
                        <a:rPr lang="sv-SE" sz="1100" b="1" cap="none" spc="0">
                          <a:solidFill>
                            <a:schemeClr val="tx1"/>
                          </a:solidFill>
                          <a:effectLst/>
                          <a:latin typeface="quote-cjk-patch"/>
                        </a:rPr>
                        <a:t>"Navigatör"</a:t>
                      </a:r>
                      <a:r>
                        <a:rPr lang="sv-SE" sz="1100" b="0" cap="none" spc="0">
                          <a:solidFill>
                            <a:schemeClr val="tx1"/>
                          </a:solidFill>
                          <a:effectLst/>
                          <a:latin typeface="quote-cjk-patch"/>
                        </a:rPr>
                        <a:t> (Navigator) med alla tabeller i din databas . Klicka i kryssrutorna framför följande tabeller (du kan välja flera):</a:t>
                      </a:r>
                      <a:br>
                        <a:rPr lang="sv-SE" sz="1100" b="0" cap="none" spc="0" dirty="0">
                          <a:solidFill>
                            <a:srgbClr val="000000"/>
                          </a:solidFill>
                          <a:effectLst/>
                          <a:latin typeface="quote-cjk-patch"/>
                        </a:rPr>
                      </a:br>
                      <a:r>
                        <a:rPr lang="sv-SE" sz="1100" b="0" cap="none" spc="0">
                          <a:solidFill>
                            <a:schemeClr val="tx1"/>
                          </a:solidFill>
                          <a:effectLst/>
                          <a:latin typeface="quote-cjk-patch"/>
                        </a:rPr>
                        <a:t>☑ </a:t>
                      </a:r>
                      <a:r>
                        <a:rPr lang="sv-SE" sz="1100" b="0" cap="none" spc="0">
                          <a:solidFill>
                            <a:schemeClr val="tx1"/>
                          </a:solidFill>
                          <a:effectLst/>
                          <a:latin typeface="Menlo"/>
                        </a:rPr>
                        <a:t>NetworkTrafficLogs</a:t>
                      </a:r>
                      <a:r>
                        <a:rPr lang="sv-SE" sz="1100" b="0" cap="none" spc="0">
                          <a:solidFill>
                            <a:schemeClr val="tx1"/>
                          </a:solidFill>
                          <a:effectLst/>
                          <a:latin typeface="quote-cjk-patch"/>
                        </a:rPr>
                        <a:t> (rådata om nätverkstrafik)</a:t>
                      </a:r>
                      <a:br>
                        <a:rPr lang="sv-SE" sz="1100" b="0" cap="none" spc="0" dirty="0">
                          <a:solidFill>
                            <a:srgbClr val="000000"/>
                          </a:solidFill>
                          <a:effectLst/>
                          <a:latin typeface="quote-cjk-patch"/>
                        </a:rPr>
                      </a:br>
                      <a:r>
                        <a:rPr lang="sv-SE" sz="1100" b="0" cap="none" spc="0">
                          <a:solidFill>
                            <a:schemeClr val="tx1"/>
                          </a:solidFill>
                          <a:effectLst/>
                          <a:latin typeface="quote-cjk-patch"/>
                        </a:rPr>
                        <a:t>☑ </a:t>
                      </a:r>
                      <a:r>
                        <a:rPr lang="sv-SE" sz="1100" b="0" cap="none" spc="0">
                          <a:solidFill>
                            <a:schemeClr val="tx1"/>
                          </a:solidFill>
                          <a:effectLst/>
                          <a:latin typeface="Menlo"/>
                        </a:rPr>
                        <a:t>ThreatDetections</a:t>
                      </a:r>
                      <a:r>
                        <a:rPr lang="sv-SE" sz="1100" b="0" cap="none" spc="0">
                          <a:solidFill>
                            <a:schemeClr val="tx1"/>
                          </a:solidFill>
                          <a:effectLst/>
                          <a:latin typeface="quote-cjk-patch"/>
                        </a:rPr>
                        <a:t> (ML-resultaten – våra prediktioner)</a:t>
                      </a:r>
                      <a:br>
                        <a:rPr lang="sv-SE" sz="1100" b="0" cap="none" spc="0" dirty="0">
                          <a:solidFill>
                            <a:srgbClr val="000000"/>
                          </a:solidFill>
                          <a:effectLst/>
                          <a:latin typeface="quote-cjk-patch"/>
                        </a:rPr>
                      </a:br>
                      <a:r>
                        <a:rPr lang="sv-SE" sz="1100" b="0" cap="none" spc="0">
                          <a:solidFill>
                            <a:schemeClr val="tx1"/>
                          </a:solidFill>
                          <a:effectLst/>
                          <a:latin typeface="quote-cjk-patch"/>
                        </a:rPr>
                        <a:t>☑ </a:t>
                      </a:r>
                      <a:r>
                        <a:rPr lang="sv-SE" sz="1100" b="0" cap="none" spc="0">
                          <a:solidFill>
                            <a:schemeClr val="tx1"/>
                          </a:solidFill>
                          <a:effectLst/>
                          <a:latin typeface="Menlo"/>
                        </a:rPr>
                        <a:t>SecurityMetrics</a:t>
                      </a:r>
                      <a:r>
                        <a:rPr lang="sv-SE" sz="1100" b="0" cap="none" spc="0">
                          <a:solidFill>
                            <a:schemeClr val="tx1"/>
                          </a:solidFill>
                          <a:effectLst/>
                          <a:latin typeface="quote-cjk-patch"/>
                        </a:rPr>
                        <a:t> (aggregerad statistik, om du vill ha den)</a:t>
                      </a:r>
                      <a:br>
                        <a:rPr lang="sv-SE" sz="1100" b="0" cap="none" spc="0" dirty="0">
                          <a:solidFill>
                            <a:srgbClr val="000000"/>
                          </a:solidFill>
                          <a:effectLst/>
                          <a:latin typeface="quote-cjk-patch"/>
                        </a:rPr>
                      </a:br>
                      <a:br>
                        <a:rPr lang="sv-SE" sz="1100" b="0" cap="none" spc="0" dirty="0">
                          <a:solidFill>
                            <a:srgbClr val="000000"/>
                          </a:solidFill>
                          <a:effectLst/>
                          <a:latin typeface="quote-cjk-patch"/>
                        </a:rPr>
                      </a:br>
                      <a:r>
                        <a:rPr lang="sv-SE" sz="1100" b="0" i="1" cap="none" spc="0">
                          <a:solidFill>
                            <a:schemeClr val="tx1"/>
                          </a:solidFill>
                          <a:effectLst/>
                          <a:latin typeface="quote-cjk-patch"/>
                        </a:rPr>
                        <a:t>Tips:</a:t>
                      </a:r>
                      <a:r>
                        <a:rPr lang="sv-SE" sz="1100" b="0" cap="none" spc="0">
                          <a:solidFill>
                            <a:schemeClr val="tx1"/>
                          </a:solidFill>
                          <a:effectLst/>
                          <a:latin typeface="quote-cjk-patch"/>
                        </a:rPr>
                        <a:t> Du kan klicka på en tabell för att se en förhandsgranskning av datan till höger .</a:t>
                      </a: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090055853"/>
                  </a:ext>
                </a:extLst>
              </a:tr>
              <a:tr h="1187154">
                <a:tc>
                  <a:txBody>
                    <a:bodyPr/>
                    <a:lstStyle/>
                    <a:p>
                      <a:pPr>
                        <a:lnSpc>
                          <a:spcPct val="100000"/>
                        </a:lnSpc>
                        <a:buNone/>
                      </a:pPr>
                      <a:r>
                        <a:rPr lang="sv-SE" sz="1100" b="1" cap="none" spc="0">
                          <a:solidFill>
                            <a:schemeClr val="tx1"/>
                          </a:solidFill>
                          <a:effectLst/>
                          <a:latin typeface="quote-cjk-patch"/>
                        </a:rPr>
                        <a:t>6</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Läs in datan i Power BI</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0" cap="none" spc="0">
                          <a:solidFill>
                            <a:schemeClr val="tx1"/>
                          </a:solidFill>
                          <a:effectLst/>
                          <a:latin typeface="quote-cjk-patch"/>
                        </a:rPr>
                        <a:t>Längst ner i navigatörsfönstret finns två knappar :</a:t>
                      </a:r>
                      <a:br>
                        <a:rPr lang="sv-SE" sz="1100" b="0" cap="none" spc="0" dirty="0">
                          <a:solidFill>
                            <a:srgbClr val="000000"/>
                          </a:solidFill>
                          <a:effectLst/>
                          <a:latin typeface="quote-cjk-patch"/>
                        </a:rPr>
                      </a:br>
                      <a:r>
                        <a:rPr lang="sv-SE" sz="1100" b="0" cap="none" spc="0">
                          <a:solidFill>
                            <a:schemeClr val="tx1"/>
                          </a:solidFill>
                          <a:effectLst/>
                          <a:latin typeface="quote-cjk-patch"/>
                        </a:rPr>
                        <a:t>• </a:t>
                      </a:r>
                      <a:r>
                        <a:rPr lang="sv-SE" sz="1100" b="1" cap="none" spc="0">
                          <a:solidFill>
                            <a:schemeClr val="tx1"/>
                          </a:solidFill>
                          <a:effectLst/>
                          <a:latin typeface="quote-cjk-patch"/>
                        </a:rPr>
                        <a:t>"Läs in"</a:t>
                      </a:r>
                      <a:r>
                        <a:rPr lang="sv-SE" sz="1100" b="0" cap="none" spc="0">
                          <a:solidFill>
                            <a:schemeClr val="tx1"/>
                          </a:solidFill>
                          <a:effectLst/>
                          <a:latin typeface="quote-cjk-patch"/>
                        </a:rPr>
                        <a:t> (Load): Hämtar datan direkt som den är.</a:t>
                      </a:r>
                      <a:br>
                        <a:rPr lang="sv-SE" sz="1100" b="0" cap="none" spc="0" dirty="0">
                          <a:solidFill>
                            <a:srgbClr val="000000"/>
                          </a:solidFill>
                          <a:effectLst/>
                          <a:latin typeface="quote-cjk-patch"/>
                        </a:rPr>
                      </a:br>
                      <a:r>
                        <a:rPr lang="sv-SE" sz="1100" b="0" cap="none" spc="0">
                          <a:solidFill>
                            <a:schemeClr val="tx1"/>
                          </a:solidFill>
                          <a:effectLst/>
                          <a:latin typeface="quote-cjk-patch"/>
                        </a:rPr>
                        <a:t>• </a:t>
                      </a:r>
                      <a:r>
                        <a:rPr lang="sv-SE" sz="1100" b="1" cap="none" spc="0">
                          <a:solidFill>
                            <a:schemeClr val="tx1"/>
                          </a:solidFill>
                          <a:effectLst/>
                          <a:latin typeface="quote-cjk-patch"/>
                        </a:rPr>
                        <a:t>"Transformera data"</a:t>
                      </a:r>
                      <a:r>
                        <a:rPr lang="sv-SE" sz="1100" b="0" cap="none" spc="0">
                          <a:solidFill>
                            <a:schemeClr val="tx1"/>
                          </a:solidFill>
                          <a:effectLst/>
                          <a:latin typeface="quote-cjk-patch"/>
                        </a:rPr>
                        <a:t> (Transform Data): Öppnar Power Query Editor där du kan rensa och forma datan först.</a:t>
                      </a:r>
                      <a:br>
                        <a:rPr lang="sv-SE" sz="1100" b="0" cap="none" spc="0" dirty="0">
                          <a:solidFill>
                            <a:srgbClr val="000000"/>
                          </a:solidFill>
                          <a:effectLst/>
                          <a:latin typeface="quote-cjk-patch"/>
                        </a:rPr>
                      </a:br>
                      <a:br>
                        <a:rPr lang="sv-SE" sz="1100" b="0" cap="none" spc="0" dirty="0">
                          <a:solidFill>
                            <a:srgbClr val="000000"/>
                          </a:solidFill>
                          <a:effectLst/>
                          <a:latin typeface="quote-cjk-patch"/>
                        </a:rPr>
                      </a:br>
                      <a:r>
                        <a:rPr lang="sv-SE" sz="1100" b="0" cap="none" spc="0">
                          <a:solidFill>
                            <a:schemeClr val="tx1"/>
                          </a:solidFill>
                          <a:effectLst/>
                          <a:latin typeface="quote-cjk-patch"/>
                        </a:rPr>
                        <a:t>För nybörjare: Klicka på </a:t>
                      </a:r>
                      <a:r>
                        <a:rPr lang="sv-SE" sz="1100" b="1" cap="none" spc="0">
                          <a:solidFill>
                            <a:schemeClr val="tx1"/>
                          </a:solidFill>
                          <a:effectLst/>
                          <a:latin typeface="quote-cjk-patch"/>
                        </a:rPr>
                        <a:t>"Läs in"</a:t>
                      </a:r>
                      <a:r>
                        <a:rPr lang="sv-SE" sz="1100" b="0" cap="none" spc="0">
                          <a:solidFill>
                            <a:schemeClr val="tx1"/>
                          </a:solidFill>
                          <a:effectLst/>
                          <a:latin typeface="quote-cjk-patch"/>
                        </a:rPr>
                        <a:t> (Load). Power BI börjar nu hämta all data från SQL Server. Detta kan ta några sekunder.</a:t>
                      </a: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692297094"/>
                  </a:ext>
                </a:extLst>
              </a:tr>
              <a:tr h="393245">
                <a:tc>
                  <a:txBody>
                    <a:bodyPr/>
                    <a:lstStyle/>
                    <a:p>
                      <a:pPr>
                        <a:lnSpc>
                          <a:spcPct val="100000"/>
                        </a:lnSpc>
                        <a:buNone/>
                      </a:pPr>
                      <a:r>
                        <a:rPr lang="sv-SE" sz="1100" b="1" cap="none" spc="0">
                          <a:solidFill>
                            <a:schemeClr val="tx1"/>
                          </a:solidFill>
                          <a:effectLst/>
                          <a:latin typeface="quote-cjk-patch"/>
                        </a:rPr>
                        <a:t>7</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ct val="100000"/>
                        </a:lnSpc>
                        <a:buNone/>
                      </a:pPr>
                      <a:r>
                        <a:rPr lang="sv-SE" sz="1100" b="1" cap="none" spc="0">
                          <a:solidFill>
                            <a:schemeClr val="tx1"/>
                          </a:solidFill>
                          <a:effectLst/>
                          <a:latin typeface="quote-cjk-patch"/>
                        </a:rPr>
                        <a:t>Kontrollera att datan har laddats</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nSpc>
                          <a:spcPct val="100000"/>
                        </a:lnSpc>
                        <a:buNone/>
                      </a:pPr>
                      <a:r>
                        <a:rPr lang="sv-SE" sz="1100" b="0" cap="none" spc="0">
                          <a:solidFill>
                            <a:schemeClr val="tx1"/>
                          </a:solidFill>
                          <a:effectLst/>
                          <a:latin typeface="quote-cjk-patch"/>
                        </a:rPr>
                        <a:t>När laddningen är klar, titta till höger i Power BI-fönstret under fliken </a:t>
                      </a:r>
                      <a:r>
                        <a:rPr lang="sv-SE" sz="1100" b="1" cap="none" spc="0">
                          <a:solidFill>
                            <a:schemeClr val="tx1"/>
                          </a:solidFill>
                          <a:effectLst/>
                          <a:latin typeface="quote-cjk-patch"/>
                        </a:rPr>
                        <a:t>"Data"</a:t>
                      </a:r>
                      <a:r>
                        <a:rPr lang="sv-SE" sz="1100" b="0" cap="none" spc="0">
                          <a:solidFill>
                            <a:schemeClr val="tx1"/>
                          </a:solidFill>
                          <a:effectLst/>
                          <a:latin typeface="quote-cjk-patch"/>
                        </a:rPr>
                        <a:t> (ikon med tabell-symbol). Du bör nu se dina tabeller listade (t.ex. </a:t>
                      </a:r>
                      <a:r>
                        <a:rPr lang="sv-SE" sz="1100" b="0" cap="none" spc="0">
                          <a:solidFill>
                            <a:schemeClr val="tx1"/>
                          </a:solidFill>
                          <a:effectLst/>
                          <a:latin typeface="Menlo"/>
                        </a:rPr>
                        <a:t>NetworkTrafficLogs</a:t>
                      </a:r>
                      <a:r>
                        <a:rPr lang="sv-SE" sz="1100" b="0" cap="none" spc="0">
                          <a:solidFill>
                            <a:schemeClr val="tx1"/>
                          </a:solidFill>
                          <a:effectLst/>
                          <a:latin typeface="quote-cjk-patch"/>
                        </a:rPr>
                        <a:t>, </a:t>
                      </a:r>
                      <a:r>
                        <a:rPr lang="sv-SE" sz="1100" b="0" cap="none" spc="0">
                          <a:solidFill>
                            <a:schemeClr val="tx1"/>
                          </a:solidFill>
                          <a:effectLst/>
                          <a:latin typeface="Menlo"/>
                        </a:rPr>
                        <a:t>ThreatDetections</a:t>
                      </a:r>
                      <a:r>
                        <a:rPr lang="sv-SE" sz="1100" b="0" cap="none" spc="0">
                          <a:solidFill>
                            <a:schemeClr val="tx1"/>
                          </a:solidFill>
                          <a:effectLst/>
                          <a:latin typeface="quote-cjk-patch"/>
                        </a:rPr>
                        <a:t>).</a:t>
                      </a: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342145667"/>
                  </a:ext>
                </a:extLst>
              </a:tr>
              <a:tr h="549059">
                <a:tc>
                  <a:txBody>
                    <a:bodyPr/>
                    <a:lstStyle/>
                    <a:p>
                      <a:pPr>
                        <a:lnSpc>
                          <a:spcPct val="100000"/>
                        </a:lnSpc>
                        <a:buNone/>
                      </a:pPr>
                      <a:r>
                        <a:rPr lang="sv-SE" sz="1100" b="1" cap="none" spc="0">
                          <a:solidFill>
                            <a:schemeClr val="tx1"/>
                          </a:solidFill>
                          <a:effectLst/>
                          <a:latin typeface="quote-cjk-patch"/>
                        </a:rPr>
                        <a:t>8</a:t>
                      </a:r>
                      <a:endParaRPr lang="sv-SE" sz="1100" b="0" cap="none" spc="0">
                        <a:solidFill>
                          <a:schemeClr val="tx1"/>
                        </a:solidFill>
                        <a:effectLst/>
                        <a:latin typeface="quote-cjk-patch"/>
                      </a:endParaRPr>
                    </a:p>
                  </a:txBody>
                  <a:tcPr marL="52607"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1" cap="none" spc="0">
                          <a:solidFill>
                            <a:schemeClr val="tx1"/>
                          </a:solidFill>
                          <a:effectLst/>
                          <a:latin typeface="quote-cjk-patch"/>
                        </a:rPr>
                        <a:t>Kontrollera relationerna</a:t>
                      </a:r>
                      <a:endParaRPr lang="sv-SE" sz="1100" b="0" cap="none" spc="0">
                        <a:solidFill>
                          <a:schemeClr val="tx1"/>
                        </a:solidFill>
                        <a:effectLst/>
                        <a:latin typeface="quote-cjk-patch"/>
                      </a:endParaRP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nSpc>
                          <a:spcPct val="100000"/>
                        </a:lnSpc>
                        <a:buNone/>
                      </a:pPr>
                      <a:r>
                        <a:rPr lang="sv-SE" sz="1100" b="0" cap="none" spc="0">
                          <a:solidFill>
                            <a:schemeClr val="tx1"/>
                          </a:solidFill>
                          <a:effectLst/>
                          <a:latin typeface="quote-cjk-patch"/>
                        </a:rPr>
                        <a:t>Klicka på fliken </a:t>
                      </a:r>
                      <a:r>
                        <a:rPr lang="sv-SE" sz="1100" b="1" cap="none" spc="0">
                          <a:solidFill>
                            <a:schemeClr val="tx1"/>
                          </a:solidFill>
                          <a:effectLst/>
                          <a:latin typeface="quote-cjk-patch"/>
                        </a:rPr>
                        <a:t>"Modell"</a:t>
                      </a:r>
                      <a:r>
                        <a:rPr lang="sv-SE" sz="1100" b="0" cap="none" spc="0">
                          <a:solidFill>
                            <a:schemeClr val="tx1"/>
                          </a:solidFill>
                          <a:effectLst/>
                          <a:latin typeface="quote-cjk-patch"/>
                        </a:rPr>
                        <a:t> (Model) i vänsterkanten (ikonen med två ihopkopplade rutor). Du bör se en linje mellan </a:t>
                      </a:r>
                      <a:r>
                        <a:rPr lang="sv-SE" sz="1100" b="0" cap="none" spc="0">
                          <a:solidFill>
                            <a:schemeClr val="tx1"/>
                          </a:solidFill>
                          <a:effectLst/>
                          <a:latin typeface="Menlo"/>
                        </a:rPr>
                        <a:t>NetworkTrafficLogs</a:t>
                      </a:r>
                      <a:r>
                        <a:rPr lang="sv-SE" sz="1100" b="0" cap="none" spc="0">
                          <a:solidFill>
                            <a:schemeClr val="tx1"/>
                          </a:solidFill>
                          <a:effectLst/>
                          <a:latin typeface="quote-cjk-patch"/>
                        </a:rPr>
                        <a:t> och </a:t>
                      </a:r>
                      <a:r>
                        <a:rPr lang="sv-SE" sz="1100" b="0" cap="none" spc="0">
                          <a:solidFill>
                            <a:schemeClr val="tx1"/>
                          </a:solidFill>
                          <a:effectLst/>
                          <a:latin typeface="Menlo"/>
                        </a:rPr>
                        <a:t>ThreatDetections</a:t>
                      </a:r>
                      <a:r>
                        <a:rPr lang="sv-SE" sz="1100" b="0" cap="none" spc="0">
                          <a:solidFill>
                            <a:schemeClr val="tx1"/>
                          </a:solidFill>
                          <a:effectLst/>
                          <a:latin typeface="quote-cjk-patch"/>
                        </a:rPr>
                        <a:t> som kopplar </a:t>
                      </a:r>
                      <a:r>
                        <a:rPr lang="sv-SE" sz="1100" b="0" cap="none" spc="0">
                          <a:solidFill>
                            <a:schemeClr val="tx1"/>
                          </a:solidFill>
                          <a:effectLst/>
                          <a:latin typeface="Menlo"/>
                        </a:rPr>
                        <a:t>LogID</a:t>
                      </a:r>
                      <a:r>
                        <a:rPr lang="sv-SE" sz="1100" b="0" cap="none" spc="0">
                          <a:solidFill>
                            <a:schemeClr val="tx1"/>
                          </a:solidFill>
                          <a:effectLst/>
                          <a:latin typeface="quote-cjk-patch"/>
                        </a:rPr>
                        <a:t> till </a:t>
                      </a:r>
                      <a:r>
                        <a:rPr lang="sv-SE" sz="1100" b="0" cap="none" spc="0">
                          <a:solidFill>
                            <a:schemeClr val="tx1"/>
                          </a:solidFill>
                          <a:effectLst/>
                          <a:latin typeface="Menlo"/>
                        </a:rPr>
                        <a:t>LogID</a:t>
                      </a:r>
                      <a:r>
                        <a:rPr lang="sv-SE" sz="1100" b="0" cap="none" spc="0">
                          <a:solidFill>
                            <a:schemeClr val="tx1"/>
                          </a:solidFill>
                          <a:effectLst/>
                          <a:latin typeface="quote-cjk-patch"/>
                        </a:rPr>
                        <a:t>. Om inte, dra </a:t>
                      </a:r>
                      <a:r>
                        <a:rPr lang="sv-SE" sz="1100" b="0" cap="none" spc="0">
                          <a:solidFill>
                            <a:schemeClr val="tx1"/>
                          </a:solidFill>
                          <a:effectLst/>
                          <a:latin typeface="Menlo"/>
                        </a:rPr>
                        <a:t>LogID</a:t>
                      </a:r>
                      <a:r>
                        <a:rPr lang="sv-SE" sz="1100" b="0" cap="none" spc="0">
                          <a:solidFill>
                            <a:schemeClr val="tx1"/>
                          </a:solidFill>
                          <a:effectLst/>
                          <a:latin typeface="quote-cjk-patch"/>
                        </a:rPr>
                        <a:t> från den ena tabellen till den andra för att skapa relationen .</a:t>
                      </a:r>
                    </a:p>
                  </a:txBody>
                  <a:tcPr marL="87679" marR="0" marT="0" marB="5260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090555411"/>
                  </a:ext>
                </a:extLst>
              </a:tr>
            </a:tbl>
          </a:graphicData>
        </a:graphic>
      </p:graphicFrame>
    </p:spTree>
    <p:extLst>
      <p:ext uri="{BB962C8B-B14F-4D97-AF65-F5344CB8AC3E}">
        <p14:creationId xmlns:p14="http://schemas.microsoft.com/office/powerpoint/2010/main" val="42239924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Rubrik 1">
            <a:extLst>
              <a:ext uri="{FF2B5EF4-FFF2-40B4-BE49-F238E27FC236}">
                <a16:creationId xmlns:a16="http://schemas.microsoft.com/office/drawing/2014/main" id="{BAD4C0E5-4839-CC1B-2B5A-8FE994376FC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Vanliga</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frågor</a:t>
            </a:r>
          </a:p>
        </p:txBody>
      </p:sp>
      <p:graphicFrame>
        <p:nvGraphicFramePr>
          <p:cNvPr id="5" name="Platshållare för innehåll 4">
            <a:extLst>
              <a:ext uri="{FF2B5EF4-FFF2-40B4-BE49-F238E27FC236}">
                <a16:creationId xmlns:a16="http://schemas.microsoft.com/office/drawing/2014/main" id="{38593AA6-C090-E88D-EE3F-D4E6084412A4}"/>
              </a:ext>
            </a:extLst>
          </p:cNvPr>
          <p:cNvGraphicFramePr>
            <a:graphicFrameLocks noGrp="1"/>
          </p:cNvGraphicFramePr>
          <p:nvPr>
            <p:ph idx="1"/>
            <p:extLst>
              <p:ext uri="{D42A27DB-BD31-4B8C-83A1-F6EECF244321}">
                <p14:modId xmlns:p14="http://schemas.microsoft.com/office/powerpoint/2010/main" val="3040001540"/>
              </p:ext>
            </p:extLst>
          </p:nvPr>
        </p:nvGraphicFramePr>
        <p:xfrm>
          <a:off x="4111924" y="57509"/>
          <a:ext cx="8075213" cy="6769925"/>
        </p:xfrm>
        <a:graphic>
          <a:graphicData uri="http://schemas.openxmlformats.org/drawingml/2006/table">
            <a:tbl>
              <a:tblPr firstRow="1" bandRow="1">
                <a:tableStyleId>{9D7B26C5-4107-4FEC-AEDC-1716B250A1EF}</a:tableStyleId>
              </a:tblPr>
              <a:tblGrid>
                <a:gridCol w="2595966">
                  <a:extLst>
                    <a:ext uri="{9D8B030D-6E8A-4147-A177-3AD203B41FA5}">
                      <a16:colId xmlns:a16="http://schemas.microsoft.com/office/drawing/2014/main" val="1030841320"/>
                    </a:ext>
                  </a:extLst>
                </a:gridCol>
                <a:gridCol w="5479247">
                  <a:extLst>
                    <a:ext uri="{9D8B030D-6E8A-4147-A177-3AD203B41FA5}">
                      <a16:colId xmlns:a16="http://schemas.microsoft.com/office/drawing/2014/main" val="4031213183"/>
                    </a:ext>
                  </a:extLst>
                </a:gridCol>
              </a:tblGrid>
              <a:tr h="431275">
                <a:tc>
                  <a:txBody>
                    <a:bodyPr/>
                    <a:lstStyle/>
                    <a:p>
                      <a:pPr algn="l">
                        <a:lnSpc>
                          <a:spcPts val="1875"/>
                        </a:lnSpc>
                        <a:buNone/>
                      </a:pPr>
                      <a:r>
                        <a:rPr lang="sv-SE" sz="3200" b="1">
                          <a:effectLst/>
                        </a:rPr>
                        <a:t>Fråga</a:t>
                      </a:r>
                      <a:endParaRPr lang="sv-SE" sz="3200" b="0">
                        <a:effectLst/>
                        <a:latin typeface="quote-cjk-patch"/>
                      </a:endParaRPr>
                    </a:p>
                  </a:txBody>
                  <a:tcPr marL="68299" marR="113832" marT="71145" marB="71145" anchor="ctr"/>
                </a:tc>
                <a:tc>
                  <a:txBody>
                    <a:bodyPr/>
                    <a:lstStyle/>
                    <a:p>
                      <a:pPr algn="l">
                        <a:lnSpc>
                          <a:spcPts val="1875"/>
                        </a:lnSpc>
                        <a:buNone/>
                      </a:pPr>
                      <a:r>
                        <a:rPr lang="sv-SE" sz="3200" b="1">
                          <a:effectLst/>
                        </a:rPr>
                        <a:t>Svar</a:t>
                      </a:r>
                      <a:endParaRPr lang="sv-SE" sz="3200" b="0">
                        <a:effectLst/>
                        <a:latin typeface="quote-cjk-patch"/>
                      </a:endParaRPr>
                    </a:p>
                  </a:txBody>
                  <a:tcPr marL="113832" marR="113832" marT="71145" marB="71145" anchor="ctr"/>
                </a:tc>
                <a:extLst>
                  <a:ext uri="{0D108BD9-81ED-4DB2-BD59-A6C34878D82A}">
                    <a16:rowId xmlns:a16="http://schemas.microsoft.com/office/drawing/2014/main" val="1687057821"/>
                  </a:ext>
                </a:extLst>
              </a:tr>
              <a:tr h="1026138">
                <a:tc>
                  <a:txBody>
                    <a:bodyPr/>
                    <a:lstStyle/>
                    <a:p>
                      <a:pPr>
                        <a:lnSpc>
                          <a:spcPts val="1875"/>
                        </a:lnSpc>
                        <a:buNone/>
                      </a:pPr>
                      <a:r>
                        <a:rPr lang="sv-SE" sz="1800" b="1">
                          <a:effectLst/>
                        </a:rPr>
                        <a:t>Vad är skillnaden på Import och DirectQuery?</a:t>
                      </a:r>
                      <a:endParaRPr lang="sv-SE" sz="1800" b="0">
                        <a:effectLst/>
                        <a:latin typeface="quote-cjk-patch"/>
                      </a:endParaRPr>
                    </a:p>
                  </a:txBody>
                  <a:tcPr marL="68299" marR="113832" marT="71145" marB="71145" anchor="ctr"/>
                </a:tc>
                <a:tc>
                  <a:txBody>
                    <a:bodyPr/>
                    <a:lstStyle/>
                    <a:p>
                      <a:pPr>
                        <a:lnSpc>
                          <a:spcPts val="1875"/>
                        </a:lnSpc>
                        <a:buNone/>
                      </a:pPr>
                      <a:r>
                        <a:rPr lang="sv-SE" sz="1800" b="1">
                          <a:effectLst/>
                        </a:rPr>
                        <a:t>Import</a:t>
                      </a:r>
                      <a:r>
                        <a:rPr lang="sv-SE" sz="1800" b="0">
                          <a:effectLst/>
                        </a:rPr>
                        <a:t> tar en kopia av datan (snabbare rapporter). </a:t>
                      </a:r>
                      <a:r>
                        <a:rPr lang="sv-SE" sz="1800" b="1">
                          <a:effectLst/>
                        </a:rPr>
                        <a:t>DirectQuery</a:t>
                      </a:r>
                      <a:r>
                        <a:rPr lang="sv-SE" sz="1800" b="0">
                          <a:effectLst/>
                        </a:rPr>
                        <a:t> frågar databasen i realtid (alltid aktuell data). För vårt projekt räcker Import .</a:t>
                      </a:r>
                      <a:endParaRPr lang="sv-SE" sz="1800" b="0">
                        <a:effectLst/>
                        <a:latin typeface="quote-cjk-patch"/>
                      </a:endParaRPr>
                    </a:p>
                  </a:txBody>
                  <a:tcPr marL="113832" marR="68299" marT="71145" marB="71145" anchor="ctr"/>
                </a:tc>
                <a:extLst>
                  <a:ext uri="{0D108BD9-81ED-4DB2-BD59-A6C34878D82A}">
                    <a16:rowId xmlns:a16="http://schemas.microsoft.com/office/drawing/2014/main" val="3502173670"/>
                  </a:ext>
                </a:extLst>
              </a:tr>
              <a:tr h="713835">
                <a:tc>
                  <a:txBody>
                    <a:bodyPr/>
                    <a:lstStyle/>
                    <a:p>
                      <a:pPr>
                        <a:lnSpc>
                          <a:spcPts val="1875"/>
                        </a:lnSpc>
                        <a:buNone/>
                      </a:pPr>
                      <a:r>
                        <a:rPr lang="sv-SE" sz="1800" b="1">
                          <a:effectLst/>
                        </a:rPr>
                        <a:t>Måste jag ange databasnamn?</a:t>
                      </a:r>
                      <a:endParaRPr lang="sv-SE" sz="1800" b="0">
                        <a:effectLst/>
                        <a:latin typeface="quote-cjk-patch"/>
                      </a:endParaRPr>
                    </a:p>
                  </a:txBody>
                  <a:tcPr marL="68299" marR="113832" marT="71145" marB="71145" anchor="ctr"/>
                </a:tc>
                <a:tc>
                  <a:txBody>
                    <a:bodyPr/>
                    <a:lstStyle/>
                    <a:p>
                      <a:pPr>
                        <a:lnSpc>
                          <a:spcPts val="1875"/>
                        </a:lnSpc>
                        <a:buNone/>
                      </a:pPr>
                      <a:r>
                        <a:rPr lang="sv-SE" sz="1800" b="0">
                          <a:effectLst/>
                        </a:rPr>
                        <a:t>Nej, det är valfritt, men det gör det enklare att välja rätt tabeller senare.</a:t>
                      </a:r>
                      <a:endParaRPr lang="sv-SE" sz="1800" b="0">
                        <a:effectLst/>
                        <a:latin typeface="quote-cjk-patch"/>
                      </a:endParaRPr>
                    </a:p>
                  </a:txBody>
                  <a:tcPr marL="113832" marR="68299" marT="71145" marB="71145" anchor="ctr"/>
                </a:tc>
                <a:extLst>
                  <a:ext uri="{0D108BD9-81ED-4DB2-BD59-A6C34878D82A}">
                    <a16:rowId xmlns:a16="http://schemas.microsoft.com/office/drawing/2014/main" val="1268546690"/>
                  </a:ext>
                </a:extLst>
              </a:tr>
              <a:tr h="713835">
                <a:tc>
                  <a:txBody>
                    <a:bodyPr/>
                    <a:lstStyle/>
                    <a:p>
                      <a:pPr>
                        <a:lnSpc>
                          <a:spcPts val="1875"/>
                        </a:lnSpc>
                        <a:buNone/>
                      </a:pPr>
                      <a:r>
                        <a:rPr lang="sv-SE" sz="1800" b="1">
                          <a:effectLst/>
                        </a:rPr>
                        <a:t>Vad är Windows-autentisering?</a:t>
                      </a:r>
                      <a:endParaRPr lang="sv-SE" sz="1800" b="0">
                        <a:effectLst/>
                        <a:latin typeface="quote-cjk-patch"/>
                      </a:endParaRPr>
                    </a:p>
                  </a:txBody>
                  <a:tcPr marL="68299" marR="113832" marT="71145" marB="71145" anchor="ctr"/>
                </a:tc>
                <a:tc>
                  <a:txBody>
                    <a:bodyPr/>
                    <a:lstStyle/>
                    <a:p>
                      <a:pPr>
                        <a:lnSpc>
                          <a:spcPts val="1875"/>
                        </a:lnSpc>
                        <a:buNone/>
                      </a:pPr>
                      <a:r>
                        <a:rPr lang="sv-SE" sz="1800" b="0">
                          <a:effectLst/>
                        </a:rPr>
                        <a:t>Du loggar in med ditt Windows-konto – samma som i SSMS. Enklast för lokal utveckling .</a:t>
                      </a:r>
                      <a:endParaRPr lang="sv-SE" sz="1800" b="0">
                        <a:effectLst/>
                        <a:latin typeface="quote-cjk-patch"/>
                      </a:endParaRPr>
                    </a:p>
                  </a:txBody>
                  <a:tcPr marL="113832" marR="68299" marT="71145" marB="71145" anchor="ctr"/>
                </a:tc>
                <a:extLst>
                  <a:ext uri="{0D108BD9-81ED-4DB2-BD59-A6C34878D82A}">
                    <a16:rowId xmlns:a16="http://schemas.microsoft.com/office/drawing/2014/main" val="2238657064"/>
                  </a:ext>
                </a:extLst>
              </a:tr>
              <a:tr h="981523">
                <a:tc>
                  <a:txBody>
                    <a:bodyPr/>
                    <a:lstStyle/>
                    <a:p>
                      <a:pPr>
                        <a:lnSpc>
                          <a:spcPts val="1875"/>
                        </a:lnSpc>
                        <a:buNone/>
                      </a:pPr>
                      <a:r>
                        <a:rPr lang="sv-SE" sz="1800" b="1">
                          <a:effectLst/>
                        </a:rPr>
                        <a:t>Varför ser jag inga tabeller i Navigator?</a:t>
                      </a:r>
                      <a:endParaRPr lang="sv-SE" sz="1800" b="0">
                        <a:effectLst/>
                        <a:latin typeface="quote-cjk-patch"/>
                      </a:endParaRPr>
                    </a:p>
                  </a:txBody>
                  <a:tcPr marL="68299" marR="113832" marT="71145" marB="71145" anchor="ctr"/>
                </a:tc>
                <a:tc>
                  <a:txBody>
                    <a:bodyPr/>
                    <a:lstStyle/>
                    <a:p>
                      <a:pPr>
                        <a:lnSpc>
                          <a:spcPts val="1875"/>
                        </a:lnSpc>
                        <a:buNone/>
                      </a:pPr>
                      <a:r>
                        <a:rPr lang="sv-SE" sz="1800" b="0">
                          <a:effectLst/>
                        </a:rPr>
                        <a:t>Dubbelkolla att du angett rätt servernamn och att SQL Server är igång. Testa först i SSMS att du kan ansluta.</a:t>
                      </a:r>
                      <a:endParaRPr lang="sv-SE" sz="1800" b="0">
                        <a:effectLst/>
                        <a:latin typeface="quote-cjk-patch"/>
                      </a:endParaRPr>
                    </a:p>
                  </a:txBody>
                  <a:tcPr marL="113832" marR="68299" marT="71145" marB="71145" anchor="ctr"/>
                </a:tc>
                <a:extLst>
                  <a:ext uri="{0D108BD9-81ED-4DB2-BD59-A6C34878D82A}">
                    <a16:rowId xmlns:a16="http://schemas.microsoft.com/office/drawing/2014/main" val="4101960874"/>
                  </a:ext>
                </a:extLst>
              </a:tr>
              <a:tr h="1368179">
                <a:tc>
                  <a:txBody>
                    <a:bodyPr/>
                    <a:lstStyle/>
                    <a:p>
                      <a:pPr>
                        <a:lnSpc>
                          <a:spcPts val="1875"/>
                        </a:lnSpc>
                        <a:buNone/>
                      </a:pPr>
                      <a:r>
                        <a:rPr lang="sv-SE" sz="1800" b="1">
                          <a:effectLst/>
                        </a:rPr>
                        <a:t>Vad är en relation i Power BI?</a:t>
                      </a:r>
                      <a:endParaRPr lang="sv-SE" sz="1800" b="0">
                        <a:effectLst/>
                        <a:latin typeface="quote-cjk-patch"/>
                      </a:endParaRPr>
                    </a:p>
                  </a:txBody>
                  <a:tcPr marL="68299" marR="113832" marT="71145" marB="71145" anchor="ctr"/>
                </a:tc>
                <a:tc>
                  <a:txBody>
                    <a:bodyPr/>
                    <a:lstStyle/>
                    <a:p>
                      <a:pPr>
                        <a:lnSpc>
                          <a:spcPts val="1650"/>
                        </a:lnSpc>
                        <a:buNone/>
                      </a:pPr>
                      <a:r>
                        <a:rPr lang="sv-SE" sz="1800" b="0">
                          <a:effectLst/>
                        </a:rPr>
                        <a:t>En relation kopplar ihop två tabeller, precis som FOREIGN KEY i SQL. Här kopplar vi LogID från NetworkTrafficLogs till LogID i ThreatDetections så att vi kan använda data från båda tabellerna samtidigt .</a:t>
                      </a:r>
                      <a:endParaRPr lang="sv-SE" sz="1800" b="0">
                        <a:effectLst/>
                        <a:latin typeface="quote-cjk-patch"/>
                      </a:endParaRPr>
                    </a:p>
                  </a:txBody>
                  <a:tcPr marL="113832" marR="68299" marT="71145" marB="71145" anchor="ctr"/>
                </a:tc>
                <a:extLst>
                  <a:ext uri="{0D108BD9-81ED-4DB2-BD59-A6C34878D82A}">
                    <a16:rowId xmlns:a16="http://schemas.microsoft.com/office/drawing/2014/main" val="3441015487"/>
                  </a:ext>
                </a:extLst>
              </a:tr>
              <a:tr h="817936">
                <a:tc>
                  <a:txBody>
                    <a:bodyPr/>
                    <a:lstStyle/>
                    <a:p>
                      <a:pPr>
                        <a:lnSpc>
                          <a:spcPts val="1875"/>
                        </a:lnSpc>
                        <a:buNone/>
                      </a:pPr>
                      <a:r>
                        <a:rPr lang="sv-SE" sz="1800" b="1">
                          <a:effectLst/>
                        </a:rPr>
                        <a:t>Måste jag skapa relationen manuellt?</a:t>
                      </a:r>
                      <a:endParaRPr lang="sv-SE" sz="1800" b="0">
                        <a:effectLst/>
                        <a:latin typeface="quote-cjk-patch"/>
                      </a:endParaRPr>
                    </a:p>
                  </a:txBody>
                  <a:tcPr marL="68299" marR="113832" marT="71145" marB="71145" anchor="ctr"/>
                </a:tc>
                <a:tc>
                  <a:txBody>
                    <a:bodyPr/>
                    <a:lstStyle/>
                    <a:p>
                      <a:pPr>
                        <a:lnSpc>
                          <a:spcPts val="1875"/>
                        </a:lnSpc>
                        <a:buNone/>
                      </a:pPr>
                      <a:r>
                        <a:rPr lang="sv-SE" sz="1800" b="0">
                          <a:effectLst/>
                        </a:rPr>
                        <a:t>Ofta gör Power BI det automatiskt om kolumnerna heter samma sak. Men det är bra att kontrollera.</a:t>
                      </a:r>
                      <a:endParaRPr lang="sv-SE" sz="1800" b="0">
                        <a:effectLst/>
                        <a:latin typeface="quote-cjk-patch"/>
                      </a:endParaRPr>
                    </a:p>
                  </a:txBody>
                  <a:tcPr marL="113832" marR="68299" marT="71145" marB="71145" anchor="ctr"/>
                </a:tc>
                <a:extLst>
                  <a:ext uri="{0D108BD9-81ED-4DB2-BD59-A6C34878D82A}">
                    <a16:rowId xmlns:a16="http://schemas.microsoft.com/office/drawing/2014/main" val="4048187620"/>
                  </a:ext>
                </a:extLst>
              </a:tr>
              <a:tr h="713835">
                <a:tc>
                  <a:txBody>
                    <a:bodyPr/>
                    <a:lstStyle/>
                    <a:p>
                      <a:pPr>
                        <a:lnSpc>
                          <a:spcPts val="1875"/>
                        </a:lnSpc>
                        <a:buNone/>
                      </a:pPr>
                      <a:r>
                        <a:rPr lang="sv-SE" sz="1800" b="1">
                          <a:effectLst/>
                        </a:rPr>
                        <a:t>Kan jag ladda in fler tabeller senare?</a:t>
                      </a:r>
                      <a:endParaRPr lang="sv-SE" sz="1800" b="0">
                        <a:effectLst/>
                        <a:latin typeface="quote-cjk-patch"/>
                      </a:endParaRPr>
                    </a:p>
                  </a:txBody>
                  <a:tcPr marL="68299" marR="113832" marT="71145" marB="71145" anchor="ctr"/>
                </a:tc>
                <a:tc>
                  <a:txBody>
                    <a:bodyPr/>
                    <a:lstStyle/>
                    <a:p>
                      <a:pPr>
                        <a:lnSpc>
                          <a:spcPts val="1875"/>
                        </a:lnSpc>
                        <a:buNone/>
                      </a:pPr>
                      <a:r>
                        <a:rPr lang="sv-SE" sz="1800" b="0">
                          <a:effectLst/>
                        </a:rPr>
                        <a:t>Ja! Klicka på </a:t>
                      </a:r>
                      <a:r>
                        <a:rPr lang="sv-SE" sz="1800" b="1">
                          <a:effectLst/>
                        </a:rPr>
                        <a:t>"Hämta data"</a:t>
                      </a:r>
                      <a:r>
                        <a:rPr lang="sv-SE" sz="1800" b="0">
                          <a:effectLst/>
                        </a:rPr>
                        <a:t> → </a:t>
                      </a:r>
                      <a:r>
                        <a:rPr lang="sv-SE" sz="1800" b="1">
                          <a:effectLst/>
                        </a:rPr>
                        <a:t>"SQL Server"</a:t>
                      </a:r>
                      <a:r>
                        <a:rPr lang="sv-SE" sz="1800" b="0">
                          <a:effectLst/>
                        </a:rPr>
                        <a:t> igen och välj fler tabeller.</a:t>
                      </a:r>
                      <a:endParaRPr lang="sv-SE" sz="1800" b="0">
                        <a:effectLst/>
                        <a:latin typeface="quote-cjk-patch"/>
                      </a:endParaRPr>
                    </a:p>
                  </a:txBody>
                  <a:tcPr marL="113832" marR="68299" marT="71145" marB="71145" anchor="ctr"/>
                </a:tc>
                <a:extLst>
                  <a:ext uri="{0D108BD9-81ED-4DB2-BD59-A6C34878D82A}">
                    <a16:rowId xmlns:a16="http://schemas.microsoft.com/office/drawing/2014/main" val="1061318006"/>
                  </a:ext>
                </a:extLst>
              </a:tr>
            </a:tbl>
          </a:graphicData>
        </a:graphic>
      </p:graphicFrame>
    </p:spTree>
    <p:extLst>
      <p:ext uri="{BB962C8B-B14F-4D97-AF65-F5344CB8AC3E}">
        <p14:creationId xmlns:p14="http://schemas.microsoft.com/office/powerpoint/2010/main" val="24097593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Rubrik 1">
            <a:extLst>
              <a:ext uri="{FF2B5EF4-FFF2-40B4-BE49-F238E27FC236}">
                <a16:creationId xmlns:a16="http://schemas.microsoft.com/office/drawing/2014/main" id="{8552B4B5-0BB7-A220-21B3-F2057E2E6C0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Felsökning</a:t>
            </a:r>
            <a:r>
              <a:rPr lang="en-US" sz="4000" kern="1200" dirty="0">
                <a:solidFill>
                  <a:srgbClr val="FFFFFF"/>
                </a:solidFill>
                <a:latin typeface="+mj-lt"/>
                <a:ea typeface="+mj-ea"/>
                <a:cs typeface="+mj-cs"/>
              </a:rPr>
              <a:t> </a:t>
            </a:r>
          </a:p>
        </p:txBody>
      </p:sp>
      <p:graphicFrame>
        <p:nvGraphicFramePr>
          <p:cNvPr id="5" name="Platshållare för innehåll 4">
            <a:extLst>
              <a:ext uri="{FF2B5EF4-FFF2-40B4-BE49-F238E27FC236}">
                <a16:creationId xmlns:a16="http://schemas.microsoft.com/office/drawing/2014/main" id="{655225B9-9C14-61DC-A744-067C6CD7EB29}"/>
              </a:ext>
            </a:extLst>
          </p:cNvPr>
          <p:cNvGraphicFramePr>
            <a:graphicFrameLocks noGrp="1"/>
          </p:cNvGraphicFramePr>
          <p:nvPr>
            <p:ph idx="1"/>
            <p:extLst>
              <p:ext uri="{D42A27DB-BD31-4B8C-83A1-F6EECF244321}">
                <p14:modId xmlns:p14="http://schemas.microsoft.com/office/powerpoint/2010/main" val="2381428062"/>
              </p:ext>
            </p:extLst>
          </p:nvPr>
        </p:nvGraphicFramePr>
        <p:xfrm>
          <a:off x="4097547" y="71886"/>
          <a:ext cx="8012748" cy="6650718"/>
        </p:xfrm>
        <a:graphic>
          <a:graphicData uri="http://schemas.openxmlformats.org/drawingml/2006/table">
            <a:tbl>
              <a:tblPr firstRow="1" bandRow="1">
                <a:solidFill>
                  <a:schemeClr val="bg1"/>
                </a:solidFill>
                <a:tableStyleId>{5C22544A-7EE6-4342-B048-85BDC9FD1C3A}</a:tableStyleId>
              </a:tblPr>
              <a:tblGrid>
                <a:gridCol w="2699702">
                  <a:extLst>
                    <a:ext uri="{9D8B030D-6E8A-4147-A177-3AD203B41FA5}">
                      <a16:colId xmlns:a16="http://schemas.microsoft.com/office/drawing/2014/main" val="2363883474"/>
                    </a:ext>
                  </a:extLst>
                </a:gridCol>
                <a:gridCol w="2564099">
                  <a:extLst>
                    <a:ext uri="{9D8B030D-6E8A-4147-A177-3AD203B41FA5}">
                      <a16:colId xmlns:a16="http://schemas.microsoft.com/office/drawing/2014/main" val="3202738243"/>
                    </a:ext>
                  </a:extLst>
                </a:gridCol>
                <a:gridCol w="2748947">
                  <a:extLst>
                    <a:ext uri="{9D8B030D-6E8A-4147-A177-3AD203B41FA5}">
                      <a16:colId xmlns:a16="http://schemas.microsoft.com/office/drawing/2014/main" val="1102885491"/>
                    </a:ext>
                  </a:extLst>
                </a:gridCol>
              </a:tblGrid>
              <a:tr h="584678">
                <a:tc>
                  <a:txBody>
                    <a:bodyPr/>
                    <a:lstStyle/>
                    <a:p>
                      <a:pPr algn="l">
                        <a:lnSpc>
                          <a:spcPts val="1875"/>
                        </a:lnSpc>
                        <a:buNone/>
                      </a:pPr>
                      <a:r>
                        <a:rPr lang="sv-SE" sz="2000" b="0" cap="none" spc="0">
                          <a:solidFill>
                            <a:schemeClr val="bg1"/>
                          </a:solidFill>
                          <a:effectLst/>
                          <a:latin typeface="quote-cjk-patch"/>
                        </a:rPr>
                        <a:t>Problem</a:t>
                      </a:r>
                    </a:p>
                  </a:txBody>
                  <a:tcPr marL="120482" marR="154464" marT="92678" marB="92678"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000" b="0" cap="none" spc="0">
                          <a:solidFill>
                            <a:schemeClr val="bg1"/>
                          </a:solidFill>
                          <a:effectLst/>
                          <a:latin typeface="quote-cjk-patch"/>
                        </a:rPr>
                        <a:t>Felmeddelande</a:t>
                      </a:r>
                    </a:p>
                  </a:txBody>
                  <a:tcPr marL="120482" marR="154464" marT="92678" marB="92678"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lnSpc>
                          <a:spcPts val="1875"/>
                        </a:lnSpc>
                        <a:buNone/>
                      </a:pPr>
                      <a:r>
                        <a:rPr lang="sv-SE" sz="2000" b="0" cap="none" spc="0">
                          <a:solidFill>
                            <a:schemeClr val="bg1"/>
                          </a:solidFill>
                          <a:effectLst/>
                          <a:latin typeface="quote-cjk-patch"/>
                        </a:rPr>
                        <a:t>Lösning</a:t>
                      </a:r>
                    </a:p>
                  </a:txBody>
                  <a:tcPr marL="120482" marR="154464" marT="92678" marB="92678"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463486906"/>
                  </a:ext>
                </a:extLst>
              </a:tr>
              <a:tr h="1213208">
                <a:tc>
                  <a:txBody>
                    <a:bodyPr/>
                    <a:lstStyle/>
                    <a:p>
                      <a:pPr>
                        <a:lnSpc>
                          <a:spcPts val="1875"/>
                        </a:lnSpc>
                        <a:buNone/>
                      </a:pPr>
                      <a:r>
                        <a:rPr lang="sv-SE" sz="2000" b="1" cap="none" spc="0">
                          <a:solidFill>
                            <a:schemeClr val="tx1"/>
                          </a:solidFill>
                          <a:effectLst/>
                          <a:latin typeface="quote-cjk-patch"/>
                        </a:rPr>
                        <a:t>Kan inte ansluta till servern</a:t>
                      </a:r>
                      <a:endParaRPr lang="sv-SE" sz="2000" b="0" cap="none" spc="0">
                        <a:solidFill>
                          <a:schemeClr val="tx1"/>
                        </a:solidFill>
                        <a:effectLst/>
                        <a:latin typeface="quote-cjk-patch"/>
                      </a:endParaRPr>
                    </a:p>
                  </a:txBody>
                  <a:tcPr marL="120482" marR="154464" marT="92678" marB="92678"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ts val="1875"/>
                        </a:lnSpc>
                        <a:buNone/>
                      </a:pPr>
                      <a:r>
                        <a:rPr lang="sv-SE" sz="2000" b="0" cap="none" spc="0">
                          <a:solidFill>
                            <a:schemeClr val="tx1"/>
                          </a:solidFill>
                          <a:effectLst/>
                          <a:latin typeface="quote-cjk-patch"/>
                        </a:rPr>
                        <a:t>"Failed to connect to server"</a:t>
                      </a:r>
                    </a:p>
                  </a:txBody>
                  <a:tcPr marL="120482" marR="154464" marT="92678" marB="9267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nSpc>
                          <a:spcPts val="1875"/>
                        </a:lnSpc>
                        <a:buNone/>
                      </a:pPr>
                      <a:r>
                        <a:rPr lang="sv-SE" sz="2000" b="0" cap="none" spc="0">
                          <a:solidFill>
                            <a:schemeClr val="tx1"/>
                          </a:solidFill>
                          <a:effectLst/>
                          <a:latin typeface="quote-cjk-patch"/>
                        </a:rPr>
                        <a:t>Kontrollera servernamnet. Är SQL Server igång? Fungerar det i SSMS?</a:t>
                      </a:r>
                    </a:p>
                  </a:txBody>
                  <a:tcPr marL="120482" marR="92678" marT="92678" marB="92678"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2067237257"/>
                  </a:ext>
                </a:extLst>
              </a:tr>
              <a:tr h="1213208">
                <a:tc>
                  <a:txBody>
                    <a:bodyPr/>
                    <a:lstStyle/>
                    <a:p>
                      <a:pPr>
                        <a:lnSpc>
                          <a:spcPts val="1875"/>
                        </a:lnSpc>
                        <a:buNone/>
                      </a:pPr>
                      <a:r>
                        <a:rPr lang="sv-SE" sz="2000" b="1" cap="none" spc="0">
                          <a:solidFill>
                            <a:schemeClr val="tx1"/>
                          </a:solidFill>
                          <a:effectLst/>
                          <a:latin typeface="quote-cjk-patch"/>
                        </a:rPr>
                        <a:t>"Cannot connect to database"</a:t>
                      </a:r>
                      <a:endParaRPr lang="sv-SE" sz="2000" b="0" cap="none" spc="0">
                        <a:solidFill>
                          <a:schemeClr val="tx1"/>
                        </a:solidFill>
                        <a:effectLst/>
                        <a:latin typeface="quote-cjk-patch"/>
                      </a:endParaRPr>
                    </a:p>
                  </a:txBody>
                  <a:tcPr marL="120482" marR="154464" marT="92678" marB="9267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000" b="0" cap="none" spc="0">
                          <a:solidFill>
                            <a:schemeClr val="tx1"/>
                          </a:solidFill>
                          <a:effectLst/>
                          <a:latin typeface="quote-cjk-patch"/>
                        </a:rPr>
                        <a:t>"Database 'NetworkSecurityML' does not exist"</a:t>
                      </a:r>
                    </a:p>
                  </a:txBody>
                  <a:tcPr marL="120482" marR="154464" marT="92678" marB="9267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000" b="0" cap="none" spc="0">
                          <a:solidFill>
                            <a:schemeClr val="tx1"/>
                          </a:solidFill>
                          <a:effectLst/>
                          <a:latin typeface="quote-cjk-patch"/>
                        </a:rPr>
                        <a:t>Databasen finns inte. Skapa den först (Steg 7).</a:t>
                      </a:r>
                    </a:p>
                  </a:txBody>
                  <a:tcPr marL="120482" marR="92678" marT="92678" marB="92678"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450369276"/>
                  </a:ext>
                </a:extLst>
              </a:tr>
              <a:tr h="1213208">
                <a:tc>
                  <a:txBody>
                    <a:bodyPr/>
                    <a:lstStyle/>
                    <a:p>
                      <a:pPr>
                        <a:lnSpc>
                          <a:spcPts val="1875"/>
                        </a:lnSpc>
                        <a:buNone/>
                      </a:pPr>
                      <a:r>
                        <a:rPr lang="sv-SE" sz="2000" b="1" cap="none" spc="0">
                          <a:solidFill>
                            <a:schemeClr val="tx1"/>
                          </a:solidFill>
                          <a:effectLst/>
                          <a:latin typeface="quote-cjk-patch"/>
                        </a:rPr>
                        <a:t>Inga tabeller syns</a:t>
                      </a:r>
                      <a:endParaRPr lang="sv-SE" sz="2000" b="0" cap="none" spc="0">
                        <a:solidFill>
                          <a:schemeClr val="tx1"/>
                        </a:solidFill>
                        <a:effectLst/>
                        <a:latin typeface="quote-cjk-patch"/>
                      </a:endParaRPr>
                    </a:p>
                  </a:txBody>
                  <a:tcPr marL="120482" marR="154464" marT="92678" marB="92678"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ts val="1875"/>
                        </a:lnSpc>
                        <a:buNone/>
                      </a:pPr>
                      <a:r>
                        <a:rPr lang="sv-SE" sz="2000" b="0" cap="none" spc="0">
                          <a:solidFill>
                            <a:schemeClr val="tx1"/>
                          </a:solidFill>
                          <a:effectLst/>
                          <a:latin typeface="quote-cjk-patch"/>
                        </a:rPr>
                        <a:t>-</a:t>
                      </a:r>
                    </a:p>
                  </a:txBody>
                  <a:tcPr marL="120482" marR="154464" marT="92678" marB="9267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ts val="1875"/>
                        </a:lnSpc>
                        <a:buNone/>
                      </a:pPr>
                      <a:r>
                        <a:rPr lang="sv-SE" sz="2000" b="0" cap="none" spc="0">
                          <a:solidFill>
                            <a:schemeClr val="tx1"/>
                          </a:solidFill>
                          <a:effectLst/>
                          <a:latin typeface="quote-cjk-patch"/>
                        </a:rPr>
                        <a:t>Du har kanske inte rätt databas vald. Dubbelkolla servernamnet.</a:t>
                      </a:r>
                    </a:p>
                  </a:txBody>
                  <a:tcPr marL="120482" marR="92678" marT="92678" marB="92678"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526957863"/>
                  </a:ext>
                </a:extLst>
              </a:tr>
              <a:tr h="1213208">
                <a:tc>
                  <a:txBody>
                    <a:bodyPr/>
                    <a:lstStyle/>
                    <a:p>
                      <a:pPr>
                        <a:lnSpc>
                          <a:spcPts val="1875"/>
                        </a:lnSpc>
                        <a:buNone/>
                      </a:pPr>
                      <a:r>
                        <a:rPr lang="sv-SE" sz="2000" b="1" cap="none" spc="0">
                          <a:solidFill>
                            <a:schemeClr val="tx1"/>
                          </a:solidFill>
                          <a:effectLst/>
                          <a:latin typeface="quote-cjk-patch"/>
                        </a:rPr>
                        <a:t>Inloggning misslyckas</a:t>
                      </a:r>
                      <a:endParaRPr lang="sv-SE" sz="2000" b="0" cap="none" spc="0">
                        <a:solidFill>
                          <a:schemeClr val="tx1"/>
                        </a:solidFill>
                        <a:effectLst/>
                        <a:latin typeface="quote-cjk-patch"/>
                      </a:endParaRPr>
                    </a:p>
                  </a:txBody>
                  <a:tcPr marL="120482" marR="154464" marT="92678" marB="9267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000" b="0" cap="none" spc="0">
                          <a:solidFill>
                            <a:schemeClr val="tx1"/>
                          </a:solidFill>
                          <a:effectLst/>
                          <a:latin typeface="quote-cjk-patch"/>
                        </a:rPr>
                        <a:t>"Login failed for user"</a:t>
                      </a:r>
                    </a:p>
                  </a:txBody>
                  <a:tcPr marL="120482" marR="154464" marT="92678" marB="9267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nSpc>
                          <a:spcPts val="1875"/>
                        </a:lnSpc>
                        <a:buNone/>
                      </a:pPr>
                      <a:r>
                        <a:rPr lang="sv-SE" sz="2000" b="0" cap="none" spc="0">
                          <a:solidFill>
                            <a:schemeClr val="tx1"/>
                          </a:solidFill>
                          <a:effectLst/>
                          <a:latin typeface="quote-cjk-patch"/>
                        </a:rPr>
                        <a:t>Använd Windows-autentisering. Fungerar det i SSMS?</a:t>
                      </a:r>
                    </a:p>
                  </a:txBody>
                  <a:tcPr marL="120482" marR="92678" marT="92678" marB="92678"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93949922"/>
                  </a:ext>
                </a:extLst>
              </a:tr>
              <a:tr h="1213208">
                <a:tc>
                  <a:txBody>
                    <a:bodyPr/>
                    <a:lstStyle/>
                    <a:p>
                      <a:pPr>
                        <a:lnSpc>
                          <a:spcPts val="1875"/>
                        </a:lnSpc>
                        <a:buNone/>
                      </a:pPr>
                      <a:r>
                        <a:rPr lang="sv-SE" sz="2000" b="1" cap="none" spc="0">
                          <a:solidFill>
                            <a:schemeClr val="tx1"/>
                          </a:solidFill>
                          <a:effectLst/>
                          <a:latin typeface="quote-cjk-patch"/>
                        </a:rPr>
                        <a:t>Data laddas inte</a:t>
                      </a:r>
                      <a:endParaRPr lang="sv-SE" sz="2000" b="0" cap="none" spc="0">
                        <a:solidFill>
                          <a:schemeClr val="tx1"/>
                        </a:solidFill>
                        <a:effectLst/>
                        <a:latin typeface="quote-cjk-patch"/>
                      </a:endParaRPr>
                    </a:p>
                  </a:txBody>
                  <a:tcPr marL="120482" marR="154464" marT="92678" marB="92678"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ts val="1875"/>
                        </a:lnSpc>
                        <a:buNone/>
                      </a:pPr>
                      <a:r>
                        <a:rPr lang="sv-SE" sz="2000" b="0" cap="none" spc="0">
                          <a:solidFill>
                            <a:schemeClr val="tx1"/>
                          </a:solidFill>
                          <a:effectLst/>
                          <a:latin typeface="quote-cjk-patch"/>
                        </a:rPr>
                        <a:t>-</a:t>
                      </a:r>
                    </a:p>
                  </a:txBody>
                  <a:tcPr marL="120482" marR="154464" marT="92678" marB="9267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nSpc>
                          <a:spcPts val="1875"/>
                        </a:lnSpc>
                        <a:buNone/>
                      </a:pPr>
                      <a:r>
                        <a:rPr lang="sv-SE" sz="2000" b="0" cap="none" spc="0">
                          <a:solidFill>
                            <a:schemeClr val="tx1"/>
                          </a:solidFill>
                          <a:effectLst/>
                          <a:latin typeface="quote-cjk-patch"/>
                        </a:rPr>
                        <a:t>Prova att starta om Power BI. Kontrollera att SQL Server är igång.</a:t>
                      </a:r>
                    </a:p>
                  </a:txBody>
                  <a:tcPr marL="120482" marR="92678" marT="92678" marB="92678"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60920016"/>
                  </a:ext>
                </a:extLst>
              </a:tr>
            </a:tbl>
          </a:graphicData>
        </a:graphic>
      </p:graphicFrame>
    </p:spTree>
    <p:extLst>
      <p:ext uri="{BB962C8B-B14F-4D97-AF65-F5344CB8AC3E}">
        <p14:creationId xmlns:p14="http://schemas.microsoft.com/office/powerpoint/2010/main" val="40440513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F672BCB0-AB0F-7979-A4B8-14F62F16472A}"/>
              </a:ext>
            </a:extLst>
          </p:cNvPr>
          <p:cNvSpPr>
            <a:spLocks noGrp="1"/>
          </p:cNvSpPr>
          <p:nvPr>
            <p:ph type="title"/>
          </p:nvPr>
        </p:nvSpPr>
        <p:spPr>
          <a:xfrm>
            <a:off x="1371599" y="294538"/>
            <a:ext cx="9895951" cy="1033669"/>
          </a:xfrm>
        </p:spPr>
        <p:txBody>
          <a:bodyPr>
            <a:normAutofit/>
          </a:bodyPr>
          <a:lstStyle/>
          <a:p>
            <a:r>
              <a:rPr lang="sv-SE" sz="3400">
                <a:solidFill>
                  <a:srgbClr val="FFFFFF"/>
                </a:solidFill>
                <a:ea typeface="+mj-lt"/>
                <a:cs typeface="+mj-lt"/>
              </a:rPr>
              <a:t>Steg 12: Skapa Power BI-rapport för att visualisera ML-resultaten</a:t>
            </a:r>
            <a:endParaRPr lang="sv-SE" sz="3400">
              <a:solidFill>
                <a:srgbClr val="FFFFFF"/>
              </a:solidFill>
            </a:endParaRPr>
          </a:p>
        </p:txBody>
      </p:sp>
      <p:sp>
        <p:nvSpPr>
          <p:cNvPr id="3" name="Platshållare för innehåll 2">
            <a:extLst>
              <a:ext uri="{FF2B5EF4-FFF2-40B4-BE49-F238E27FC236}">
                <a16:creationId xmlns:a16="http://schemas.microsoft.com/office/drawing/2014/main" id="{766106E0-8A89-AF62-CA5F-14DCDB5532F9}"/>
              </a:ext>
            </a:extLst>
          </p:cNvPr>
          <p:cNvSpPr>
            <a:spLocks noGrp="1"/>
          </p:cNvSpPr>
          <p:nvPr>
            <p:ph idx="1"/>
          </p:nvPr>
        </p:nvSpPr>
        <p:spPr>
          <a:xfrm>
            <a:off x="235788" y="1714348"/>
            <a:ext cx="11751238" cy="4962942"/>
          </a:xfrm>
        </p:spPr>
        <p:txBody>
          <a:bodyPr vert="horz" lIns="91440" tIns="45720" rIns="91440" bIns="45720" rtlCol="0" anchor="ctr">
            <a:noAutofit/>
          </a:bodyPr>
          <a:lstStyle/>
          <a:p>
            <a:r>
              <a:rPr lang="sv-SE" sz="2000" b="1">
                <a:highlight>
                  <a:srgbClr val="FFFFFF"/>
                </a:highlight>
              </a:rPr>
              <a:t>Vad är detta? </a:t>
            </a:r>
            <a:endParaRPr lang="sv-SE" sz="2000"/>
          </a:p>
          <a:p>
            <a:r>
              <a:rPr lang="sv-SE" sz="2000">
                <a:highlight>
                  <a:srgbClr val="FFFFFF"/>
                </a:highlight>
                <a:ea typeface="+mn-lt"/>
                <a:cs typeface="+mn-lt"/>
              </a:rPr>
              <a:t>Nu ska vi förvandla våra ML-resultat till en tydlig och interaktiv </a:t>
            </a:r>
            <a:r>
              <a:rPr lang="sv-SE" sz="2000" b="1">
                <a:highlight>
                  <a:srgbClr val="FFFFFF"/>
                </a:highlight>
                <a:ea typeface="+mn-lt"/>
                <a:cs typeface="+mn-lt"/>
              </a:rPr>
              <a:t>instrumentpanel</a:t>
            </a:r>
            <a:r>
              <a:rPr lang="sv-SE" sz="2000">
                <a:highlight>
                  <a:srgbClr val="FFFFFF"/>
                </a:highlight>
                <a:ea typeface="+mn-lt"/>
                <a:cs typeface="+mn-lt"/>
              </a:rPr>
              <a:t> (dashboard) som säkerhetsanalytiker kan använda dagligen. Här skapar vi diagram som visar:</a:t>
            </a:r>
            <a:endParaRPr lang="sv-SE" sz="2000"/>
          </a:p>
          <a:p>
            <a:r>
              <a:rPr lang="sv-SE" sz="2000">
                <a:highlight>
                  <a:srgbClr val="FFFFFF"/>
                </a:highlight>
                <a:ea typeface="+mn-lt"/>
                <a:cs typeface="+mn-lt"/>
              </a:rPr>
              <a:t>Hur många attacker som upptäckts</a:t>
            </a:r>
            <a:endParaRPr lang="sv-SE" sz="2000"/>
          </a:p>
          <a:p>
            <a:r>
              <a:rPr lang="sv-SE" sz="2000">
                <a:highlight>
                  <a:srgbClr val="FFFFFF"/>
                </a:highlight>
                <a:ea typeface="+mn-lt"/>
                <a:cs typeface="+mn-lt"/>
              </a:rPr>
              <a:t>Vilken typ av attacker det rör sig om</a:t>
            </a:r>
            <a:endParaRPr lang="sv-SE" sz="2000"/>
          </a:p>
          <a:p>
            <a:r>
              <a:rPr lang="sv-SE" sz="2000">
                <a:highlight>
                  <a:srgbClr val="FFFFFF"/>
                </a:highlight>
                <a:ea typeface="+mn-lt"/>
                <a:cs typeface="+mn-lt"/>
              </a:rPr>
              <a:t>Hur säker modellen är (konfidens)</a:t>
            </a:r>
            <a:endParaRPr lang="sv-SE" sz="2000"/>
          </a:p>
          <a:p>
            <a:r>
              <a:rPr lang="sv-SE" sz="2000">
                <a:highlight>
                  <a:srgbClr val="FFFFFF"/>
                </a:highlight>
                <a:ea typeface="+mn-lt"/>
                <a:cs typeface="+mn-lt"/>
              </a:rPr>
              <a:t>Vilka IP-adresser som är mest misstänkta</a:t>
            </a:r>
            <a:endParaRPr lang="sv-SE" sz="2000"/>
          </a:p>
          <a:p>
            <a:r>
              <a:rPr lang="sv-SE" sz="2000">
                <a:highlight>
                  <a:srgbClr val="FFFFFF"/>
                </a:highlight>
                <a:ea typeface="+mn-lt"/>
                <a:cs typeface="+mn-lt"/>
              </a:rPr>
              <a:t>Trender över tid</a:t>
            </a:r>
            <a:endParaRPr lang="sv-SE" sz="2000"/>
          </a:p>
          <a:p>
            <a:r>
              <a:rPr lang="sv-SE" sz="2000">
                <a:highlight>
                  <a:srgbClr val="FFFFFF"/>
                </a:highlight>
                <a:ea typeface="+mn-lt"/>
                <a:cs typeface="+mn-lt"/>
              </a:rPr>
              <a:t>Målet är att i en enda bild kunna se läget i nätverket och snabbt kunna agera på hot .</a:t>
            </a:r>
            <a:endParaRPr lang="sv-SE" sz="2000"/>
          </a:p>
          <a:p>
            <a:r>
              <a:rPr lang="sv-SE" sz="2000" b="1">
                <a:highlight>
                  <a:srgbClr val="FFFFFF"/>
                </a:highlight>
              </a:rPr>
              <a:t>Varför gör vi detta?</a:t>
            </a:r>
            <a:endParaRPr lang="sv-SE" sz="2000"/>
          </a:p>
          <a:p>
            <a:r>
              <a:rPr lang="sv-SE" sz="2000">
                <a:highlight>
                  <a:srgbClr val="FFFFFF"/>
                </a:highlight>
                <a:ea typeface="+mn-lt"/>
                <a:cs typeface="+mn-lt"/>
              </a:rPr>
              <a:t>För att göra ML-resultaten </a:t>
            </a:r>
            <a:r>
              <a:rPr lang="sv-SE" sz="2000" b="1">
                <a:highlight>
                  <a:srgbClr val="FFFFFF"/>
                </a:highlight>
                <a:ea typeface="+mn-lt"/>
                <a:cs typeface="+mn-lt"/>
              </a:rPr>
              <a:t>begripliga och användbara</a:t>
            </a:r>
            <a:r>
              <a:rPr lang="sv-SE" sz="2000">
                <a:highlight>
                  <a:srgbClr val="FFFFFF"/>
                </a:highlight>
                <a:ea typeface="+mn-lt"/>
                <a:cs typeface="+mn-lt"/>
              </a:rPr>
              <a:t> för en analytiker. Siffror i en databas är svåra att tolka – med diagram och grafer ser man direkt mönster och avvikelser .</a:t>
            </a:r>
            <a:endParaRPr lang="sv-SE" sz="2400"/>
          </a:p>
        </p:txBody>
      </p:sp>
    </p:spTree>
    <p:extLst>
      <p:ext uri="{BB962C8B-B14F-4D97-AF65-F5344CB8AC3E}">
        <p14:creationId xmlns:p14="http://schemas.microsoft.com/office/powerpoint/2010/main" val="37074255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EEE547EC-94C8-22DC-6F69-C77FBEAA28BA}"/>
              </a:ext>
            </a:extLst>
          </p:cNvPr>
          <p:cNvGraphicFramePr>
            <a:graphicFrameLocks noGrp="1"/>
          </p:cNvGraphicFramePr>
          <p:nvPr>
            <p:ph idx="1"/>
            <p:extLst>
              <p:ext uri="{D42A27DB-BD31-4B8C-83A1-F6EECF244321}">
                <p14:modId xmlns:p14="http://schemas.microsoft.com/office/powerpoint/2010/main" val="3496488756"/>
              </p:ext>
            </p:extLst>
          </p:nvPr>
        </p:nvGraphicFramePr>
        <p:xfrm>
          <a:off x="-3514" y="1621"/>
          <a:ext cx="12229241" cy="7190463"/>
        </p:xfrm>
        <a:graphic>
          <a:graphicData uri="http://schemas.openxmlformats.org/drawingml/2006/table">
            <a:tbl>
              <a:tblPr firstRow="1" bandRow="1">
                <a:tableStyleId>{8799B23B-EC83-4686-B30A-512413B5E67A}</a:tableStyleId>
              </a:tblPr>
              <a:tblGrid>
                <a:gridCol w="433280">
                  <a:extLst>
                    <a:ext uri="{9D8B030D-6E8A-4147-A177-3AD203B41FA5}">
                      <a16:colId xmlns:a16="http://schemas.microsoft.com/office/drawing/2014/main" val="3776972528"/>
                    </a:ext>
                  </a:extLst>
                </a:gridCol>
                <a:gridCol w="3588574">
                  <a:extLst>
                    <a:ext uri="{9D8B030D-6E8A-4147-A177-3AD203B41FA5}">
                      <a16:colId xmlns:a16="http://schemas.microsoft.com/office/drawing/2014/main" val="672989975"/>
                    </a:ext>
                  </a:extLst>
                </a:gridCol>
                <a:gridCol w="8207387">
                  <a:extLst>
                    <a:ext uri="{9D8B030D-6E8A-4147-A177-3AD203B41FA5}">
                      <a16:colId xmlns:a16="http://schemas.microsoft.com/office/drawing/2014/main" val="1758883556"/>
                    </a:ext>
                  </a:extLst>
                </a:gridCol>
              </a:tblGrid>
              <a:tr h="255428">
                <a:tc>
                  <a:txBody>
                    <a:bodyPr/>
                    <a:lstStyle/>
                    <a:p>
                      <a:pPr algn="l">
                        <a:lnSpc>
                          <a:spcPts val="1875"/>
                        </a:lnSpc>
                        <a:buNone/>
                      </a:pPr>
                      <a:endParaRPr lang="sv-SE" sz="1800" b="1" dirty="0">
                        <a:effectLst/>
                        <a:latin typeface="quote-cjk-patch"/>
                      </a:endParaRPr>
                    </a:p>
                  </a:txBody>
                  <a:tcPr marL="72852" marR="0" marT="75887" marB="0" anchor="ctr"/>
                </a:tc>
                <a:tc>
                  <a:txBody>
                    <a:bodyPr/>
                    <a:lstStyle/>
                    <a:p>
                      <a:pPr algn="l">
                        <a:lnSpc>
                          <a:spcPts val="1875"/>
                        </a:lnSpc>
                        <a:buNone/>
                      </a:pPr>
                      <a:r>
                        <a:rPr lang="sv-SE" sz="1800" b="1">
                          <a:effectLst/>
                        </a:rPr>
                        <a:t>Vad ska du göra?</a:t>
                      </a:r>
                      <a:endParaRPr lang="sv-SE" sz="1800" b="0">
                        <a:effectLst/>
                        <a:latin typeface="quote-cjk-patch"/>
                      </a:endParaRPr>
                    </a:p>
                  </a:txBody>
                  <a:tcPr marL="121419" marR="0" marT="75887" marB="0" anchor="ctr"/>
                </a:tc>
                <a:tc>
                  <a:txBody>
                    <a:bodyPr/>
                    <a:lstStyle/>
                    <a:p>
                      <a:pPr algn="l">
                        <a:lnSpc>
                          <a:spcPts val="1875"/>
                        </a:lnSpc>
                        <a:buNone/>
                      </a:pPr>
                      <a:r>
                        <a:rPr lang="sv-SE" sz="1800" b="1">
                          <a:effectLst/>
                        </a:rPr>
                        <a:t>Instruktioner </a:t>
                      </a:r>
                      <a:endParaRPr lang="sv-SE" sz="1800" b="0">
                        <a:effectLst/>
                        <a:latin typeface="quote-cjk-patch"/>
                      </a:endParaRPr>
                    </a:p>
                  </a:txBody>
                  <a:tcPr marL="121419" marR="0" marT="75887" marB="0" anchor="ctr"/>
                </a:tc>
                <a:extLst>
                  <a:ext uri="{0D108BD9-81ED-4DB2-BD59-A6C34878D82A}">
                    <a16:rowId xmlns:a16="http://schemas.microsoft.com/office/drawing/2014/main" val="3897861456"/>
                  </a:ext>
                </a:extLst>
              </a:tr>
              <a:tr h="1055444">
                <a:tc>
                  <a:txBody>
                    <a:bodyPr/>
                    <a:lstStyle/>
                    <a:p>
                      <a:pPr>
                        <a:lnSpc>
                          <a:spcPts val="1875"/>
                        </a:lnSpc>
                        <a:buNone/>
                      </a:pPr>
                      <a:r>
                        <a:rPr lang="sv-SE" sz="1400" b="1">
                          <a:effectLst/>
                        </a:rPr>
                        <a:t>1</a:t>
                      </a:r>
                      <a:endParaRPr lang="sv-SE" sz="1400" b="0">
                        <a:effectLst/>
                        <a:latin typeface="quote-cjk-patch"/>
                      </a:endParaRPr>
                    </a:p>
                  </a:txBody>
                  <a:tcPr marL="72852" marR="0" marT="75887" marB="0" anchor="ctr"/>
                </a:tc>
                <a:tc>
                  <a:txBody>
                    <a:bodyPr/>
                    <a:lstStyle/>
                    <a:p>
                      <a:pPr>
                        <a:lnSpc>
                          <a:spcPts val="1875"/>
                        </a:lnSpc>
                        <a:buNone/>
                      </a:pPr>
                      <a:r>
                        <a:rPr lang="sv-SE" sz="1400" b="1">
                          <a:effectLst/>
                        </a:rPr>
                        <a:t>Skapa en titel på rapporten</a:t>
                      </a:r>
                      <a:endParaRPr lang="sv-SE" sz="1400" b="0">
                        <a:effectLst/>
                        <a:latin typeface="quote-cjk-patch"/>
                      </a:endParaRPr>
                    </a:p>
                  </a:txBody>
                  <a:tcPr marL="121419" marR="0" marT="75887" marB="0" anchor="ctr"/>
                </a:tc>
                <a:tc>
                  <a:txBody>
                    <a:bodyPr/>
                    <a:lstStyle/>
                    <a:p>
                      <a:pPr>
                        <a:lnSpc>
                          <a:spcPts val="1875"/>
                        </a:lnSpc>
                        <a:buNone/>
                      </a:pPr>
                      <a:r>
                        <a:rPr lang="sv-SE" sz="1400" b="0">
                          <a:effectLst/>
                        </a:rPr>
                        <a:t>Klicka på </a:t>
                      </a:r>
                      <a:r>
                        <a:rPr lang="sv-SE" sz="1400" b="1">
                          <a:effectLst/>
                        </a:rPr>
                        <a:t>"Textruta"</a:t>
                      </a:r>
                      <a:r>
                        <a:rPr lang="sv-SE" sz="1400" b="0">
                          <a:effectLst/>
                        </a:rPr>
                        <a:t> (Text box) i menyfliksområdet (Start-fliken). Rita en stor ruta högst upp på den tomma sidan. Skriv: </a:t>
                      </a:r>
                      <a:r>
                        <a:rPr lang="sv-SE" sz="1400" b="1">
                          <a:effectLst/>
                        </a:rPr>
                        <a:t>"🔐 NÄTVERKSSÄKERHET - ML-BASERAD HOTDETEKTERING"</a:t>
                      </a:r>
                      <a:r>
                        <a:rPr lang="sv-SE" sz="1400" b="0">
                          <a:effectLst/>
                        </a:rPr>
                        <a:t> . Markera texten och använd panelen </a:t>
                      </a:r>
                      <a:r>
                        <a:rPr lang="sv-SE" sz="1400" b="1">
                          <a:effectLst/>
                        </a:rPr>
                        <a:t>"Format"</a:t>
                      </a:r>
                      <a:r>
                        <a:rPr lang="sv-SE" sz="1400" b="0">
                          <a:effectLst/>
                        </a:rPr>
                        <a:t> (rullikonen) till höger för att:</a:t>
                      </a:r>
                      <a:br>
                        <a:rPr lang="sv-SE" sz="1400" b="0" dirty="0">
                          <a:effectLst/>
                        </a:rPr>
                      </a:br>
                      <a:r>
                        <a:rPr lang="sv-SE" sz="1400" b="0">
                          <a:effectLst/>
                        </a:rPr>
                        <a:t>• Teckenstorlek: </a:t>
                      </a:r>
                      <a:r>
                        <a:rPr lang="sv-SE" sz="1400" b="1">
                          <a:effectLst/>
                        </a:rPr>
                        <a:t>24</a:t>
                      </a:r>
                      <a:r>
                        <a:rPr lang="sv-SE" sz="1400" b="0">
                          <a:effectLst/>
                        </a:rPr>
                        <a:t> eller </a:t>
                      </a:r>
                      <a:r>
                        <a:rPr lang="sv-SE" sz="1400" b="1">
                          <a:effectLst/>
                        </a:rPr>
                        <a:t>28</a:t>
                      </a:r>
                      <a:br>
                        <a:rPr lang="sv-SE" sz="1400" b="0" dirty="0">
                          <a:effectLst/>
                        </a:rPr>
                      </a:br>
                      <a:r>
                        <a:rPr lang="sv-SE" sz="1400" b="0">
                          <a:effectLst/>
                        </a:rPr>
                        <a:t>• Fetstil: Klicka på </a:t>
                      </a:r>
                      <a:r>
                        <a:rPr lang="sv-SE" sz="1400" b="1">
                          <a:effectLst/>
                        </a:rPr>
                        <a:t>B</a:t>
                      </a:r>
                      <a:br>
                        <a:rPr lang="sv-SE" sz="1400" b="0" dirty="0">
                          <a:effectLst/>
                        </a:rPr>
                      </a:br>
                      <a:r>
                        <a:rPr lang="sv-SE" sz="1400" b="0">
                          <a:effectLst/>
                        </a:rPr>
                        <a:t>• Centrera: Klicka på centreringsikonen</a:t>
                      </a:r>
                      <a:endParaRPr lang="sv-SE" sz="1400" b="0">
                        <a:effectLst/>
                        <a:latin typeface="quote-cjk-patch"/>
                      </a:endParaRPr>
                    </a:p>
                  </a:txBody>
                  <a:tcPr marL="121419" marR="0" marT="75887" marB="0" anchor="ctr"/>
                </a:tc>
                <a:extLst>
                  <a:ext uri="{0D108BD9-81ED-4DB2-BD59-A6C34878D82A}">
                    <a16:rowId xmlns:a16="http://schemas.microsoft.com/office/drawing/2014/main" val="1165895109"/>
                  </a:ext>
                </a:extLst>
              </a:tr>
              <a:tr h="379000">
                <a:tc>
                  <a:txBody>
                    <a:bodyPr/>
                    <a:lstStyle/>
                    <a:p>
                      <a:pPr>
                        <a:lnSpc>
                          <a:spcPts val="1875"/>
                        </a:lnSpc>
                        <a:buNone/>
                      </a:pPr>
                      <a:r>
                        <a:rPr lang="sv-SE" sz="1400" b="1">
                          <a:effectLst/>
                        </a:rPr>
                        <a:t>2</a:t>
                      </a:r>
                      <a:endParaRPr lang="sv-SE" sz="1400" b="0">
                        <a:effectLst/>
                        <a:latin typeface="quote-cjk-patch"/>
                      </a:endParaRPr>
                    </a:p>
                  </a:txBody>
                  <a:tcPr marL="72852" marR="0" marT="75887" marB="0" anchor="ctr"/>
                </a:tc>
                <a:tc>
                  <a:txBody>
                    <a:bodyPr/>
                    <a:lstStyle/>
                    <a:p>
                      <a:pPr>
                        <a:lnSpc>
                          <a:spcPts val="1875"/>
                        </a:lnSpc>
                        <a:buNone/>
                      </a:pPr>
                      <a:r>
                        <a:rPr lang="sv-SE" sz="1400" b="1">
                          <a:effectLst/>
                        </a:rPr>
                        <a:t>Skapa KPI-kort – Totalt antal detekterade hot</a:t>
                      </a:r>
                      <a:endParaRPr lang="sv-SE" sz="1400" b="0">
                        <a:effectLst/>
                        <a:latin typeface="quote-cjk-patch"/>
                      </a:endParaRPr>
                    </a:p>
                  </a:txBody>
                  <a:tcPr marL="121419" marR="0" marT="75887" marB="0" anchor="ctr"/>
                </a:tc>
                <a:tc>
                  <a:txBody>
                    <a:bodyPr/>
                    <a:lstStyle/>
                    <a:p>
                      <a:pPr>
                        <a:lnSpc>
                          <a:spcPts val="1650"/>
                        </a:lnSpc>
                        <a:buNone/>
                      </a:pPr>
                      <a:r>
                        <a:rPr lang="sv-SE" sz="1400" b="0">
                          <a:effectLst/>
                        </a:rPr>
                        <a:t>Klicka på </a:t>
                      </a:r>
                      <a:r>
                        <a:rPr lang="sv-SE" sz="1400" b="1">
                          <a:effectLst/>
                        </a:rPr>
                        <a:t>"Kort"</a:t>
                      </a:r>
                      <a:r>
                        <a:rPr lang="sv-SE" sz="1400" b="0">
                          <a:effectLst/>
                        </a:rPr>
                        <a:t> (Card) i panelen "Visualiseringar" (den med 1 ikon). Dra fältet Prediction från ThreatDetections till rutan "Fält". Klicka på pilen bredvid Prediction och välj </a:t>
                      </a:r>
                      <a:r>
                        <a:rPr lang="sv-SE" sz="1400" b="1">
                          <a:effectLst/>
                        </a:rPr>
                        <a:t>"Summa"</a:t>
                      </a:r>
                      <a:r>
                        <a:rPr lang="sv-SE" sz="1400" b="0">
                          <a:effectLst/>
                        </a:rPr>
                        <a:t> (Sum). Detta visar totala antalet attacker .</a:t>
                      </a:r>
                      <a:endParaRPr lang="sv-SE" sz="1400" b="0">
                        <a:effectLst/>
                        <a:latin typeface="quote-cjk-patch"/>
                      </a:endParaRPr>
                    </a:p>
                  </a:txBody>
                  <a:tcPr marL="121419" marR="0" marT="75887" marB="0" anchor="ctr"/>
                </a:tc>
                <a:extLst>
                  <a:ext uri="{0D108BD9-81ED-4DB2-BD59-A6C34878D82A}">
                    <a16:rowId xmlns:a16="http://schemas.microsoft.com/office/drawing/2014/main" val="608493310"/>
                  </a:ext>
                </a:extLst>
              </a:tr>
              <a:tr h="524178">
                <a:tc>
                  <a:txBody>
                    <a:bodyPr/>
                    <a:lstStyle/>
                    <a:p>
                      <a:pPr>
                        <a:lnSpc>
                          <a:spcPts val="1875"/>
                        </a:lnSpc>
                        <a:buNone/>
                      </a:pPr>
                      <a:r>
                        <a:rPr lang="sv-SE" sz="1400" b="1">
                          <a:effectLst/>
                        </a:rPr>
                        <a:t>3</a:t>
                      </a:r>
                      <a:endParaRPr lang="sv-SE" sz="1400" b="0">
                        <a:effectLst/>
                        <a:latin typeface="quote-cjk-patch"/>
                      </a:endParaRPr>
                    </a:p>
                  </a:txBody>
                  <a:tcPr marL="72852" marR="0" marT="75887" marB="0" anchor="ctr"/>
                </a:tc>
                <a:tc>
                  <a:txBody>
                    <a:bodyPr/>
                    <a:lstStyle/>
                    <a:p>
                      <a:pPr>
                        <a:lnSpc>
                          <a:spcPts val="1875"/>
                        </a:lnSpc>
                        <a:buNone/>
                      </a:pPr>
                      <a:r>
                        <a:rPr lang="sv-SE" sz="1400" b="1">
                          <a:effectLst/>
                        </a:rPr>
                        <a:t>Skapa KPI-kort – Genomsnittlig konfidens</a:t>
                      </a:r>
                      <a:endParaRPr lang="sv-SE" sz="1400" b="0">
                        <a:effectLst/>
                        <a:latin typeface="quote-cjk-patch"/>
                      </a:endParaRPr>
                    </a:p>
                  </a:txBody>
                  <a:tcPr marL="121419" marR="0" marT="75887" marB="0" anchor="ctr"/>
                </a:tc>
                <a:tc>
                  <a:txBody>
                    <a:bodyPr/>
                    <a:lstStyle/>
                    <a:p>
                      <a:pPr>
                        <a:lnSpc>
                          <a:spcPts val="1650"/>
                        </a:lnSpc>
                        <a:buNone/>
                      </a:pPr>
                      <a:r>
                        <a:rPr lang="sv-SE" sz="1400" b="0">
                          <a:effectLst/>
                        </a:rPr>
                        <a:t>Klicka på </a:t>
                      </a:r>
                      <a:r>
                        <a:rPr lang="sv-SE" sz="1400" b="1">
                          <a:effectLst/>
                        </a:rPr>
                        <a:t>"Kort"</a:t>
                      </a:r>
                      <a:r>
                        <a:rPr lang="sv-SE" sz="1400" b="0">
                          <a:effectLst/>
                        </a:rPr>
                        <a:t> igen (nytt kort). Dra fältet Confidence från ThreatDetections till "Fält". Ändra aggregering till </a:t>
                      </a:r>
                      <a:r>
                        <a:rPr lang="sv-SE" sz="1400" b="1">
                          <a:effectLst/>
                        </a:rPr>
                        <a:t>"Genomsnitt"</a:t>
                      </a:r>
                      <a:r>
                        <a:rPr lang="sv-SE" sz="1400" b="0">
                          <a:effectLst/>
                        </a:rPr>
                        <a:t> (Average). I formatpanelen (rullikonen), hitta "Visningsenheter" och välj </a:t>
                      </a:r>
                      <a:r>
                        <a:rPr lang="sv-SE" sz="1400" b="1">
                          <a:effectLst/>
                        </a:rPr>
                        <a:t>"Ingen"</a:t>
                      </a:r>
                      <a:r>
                        <a:rPr lang="sv-SE" sz="1400" b="0">
                          <a:effectLst/>
                        </a:rPr>
                        <a:t>. Ställ in </a:t>
                      </a:r>
                      <a:r>
                        <a:rPr lang="sv-SE" sz="1400" b="1">
                          <a:effectLst/>
                        </a:rPr>
                        <a:t>Decimaler</a:t>
                      </a:r>
                      <a:r>
                        <a:rPr lang="sv-SE" sz="1400" b="0">
                          <a:effectLst/>
                        </a:rPr>
                        <a:t> till 2. Detta visar hur säker modellen är i genomsnitt .</a:t>
                      </a:r>
                      <a:endParaRPr lang="sv-SE" sz="1400" b="0">
                        <a:effectLst/>
                        <a:latin typeface="quote-cjk-patch"/>
                      </a:endParaRPr>
                    </a:p>
                  </a:txBody>
                  <a:tcPr marL="121419" marR="0" marT="75887" marB="0" anchor="ctr"/>
                </a:tc>
                <a:extLst>
                  <a:ext uri="{0D108BD9-81ED-4DB2-BD59-A6C34878D82A}">
                    <a16:rowId xmlns:a16="http://schemas.microsoft.com/office/drawing/2014/main" val="938973369"/>
                  </a:ext>
                </a:extLst>
              </a:tr>
              <a:tr h="379000">
                <a:tc>
                  <a:txBody>
                    <a:bodyPr/>
                    <a:lstStyle/>
                    <a:p>
                      <a:pPr>
                        <a:lnSpc>
                          <a:spcPts val="1875"/>
                        </a:lnSpc>
                        <a:buNone/>
                      </a:pPr>
                      <a:r>
                        <a:rPr lang="sv-SE" sz="1400" b="1">
                          <a:effectLst/>
                        </a:rPr>
                        <a:t>4</a:t>
                      </a:r>
                      <a:endParaRPr lang="sv-SE" sz="1400" b="0">
                        <a:effectLst/>
                        <a:latin typeface="quote-cjk-patch"/>
                      </a:endParaRPr>
                    </a:p>
                  </a:txBody>
                  <a:tcPr marL="72852" marR="0" marT="75887" marB="0" anchor="ctr"/>
                </a:tc>
                <a:tc>
                  <a:txBody>
                    <a:bodyPr/>
                    <a:lstStyle/>
                    <a:p>
                      <a:pPr>
                        <a:lnSpc>
                          <a:spcPts val="1875"/>
                        </a:lnSpc>
                        <a:buNone/>
                      </a:pPr>
                      <a:r>
                        <a:rPr lang="sv-SE" sz="1400" b="1">
                          <a:effectLst/>
                        </a:rPr>
                        <a:t>Skapa KPI-kort – Totalt antal analyserade loggar</a:t>
                      </a:r>
                      <a:endParaRPr lang="sv-SE" sz="1400" b="0">
                        <a:effectLst/>
                        <a:latin typeface="quote-cjk-patch"/>
                      </a:endParaRPr>
                    </a:p>
                  </a:txBody>
                  <a:tcPr marL="121419" marR="0" marT="75887" marB="0" anchor="ctr"/>
                </a:tc>
                <a:tc>
                  <a:txBody>
                    <a:bodyPr/>
                    <a:lstStyle/>
                    <a:p>
                      <a:pPr>
                        <a:lnSpc>
                          <a:spcPts val="1650"/>
                        </a:lnSpc>
                        <a:buNone/>
                      </a:pPr>
                      <a:r>
                        <a:rPr lang="sv-SE" sz="1400" b="0">
                          <a:effectLst/>
                        </a:rPr>
                        <a:t>Klicka på </a:t>
                      </a:r>
                      <a:r>
                        <a:rPr lang="sv-SE" sz="1400" b="1">
                          <a:effectLst/>
                        </a:rPr>
                        <a:t>"Kort"</a:t>
                      </a:r>
                      <a:r>
                        <a:rPr lang="sv-SE" sz="1400" b="0">
                          <a:effectLst/>
                        </a:rPr>
                        <a:t> igen. Dra fältet LogID från NetworkTrafficLogs till "Fält". Låt aggregeringen vara </a:t>
                      </a:r>
                      <a:r>
                        <a:rPr lang="sv-SE" sz="1400" b="1">
                          <a:effectLst/>
                        </a:rPr>
                        <a:t>"Antal"</a:t>
                      </a:r>
                      <a:r>
                        <a:rPr lang="sv-SE" sz="1400" b="0">
                          <a:effectLst/>
                        </a:rPr>
                        <a:t> (Count). Detta visar hur många loggrader som analyserats totalt .</a:t>
                      </a:r>
                      <a:endParaRPr lang="sv-SE" sz="1400" b="0">
                        <a:effectLst/>
                        <a:latin typeface="quote-cjk-patch"/>
                      </a:endParaRPr>
                    </a:p>
                  </a:txBody>
                  <a:tcPr marL="121419" marR="0" marT="75887" marB="0" anchor="ctr"/>
                </a:tc>
                <a:extLst>
                  <a:ext uri="{0D108BD9-81ED-4DB2-BD59-A6C34878D82A}">
                    <a16:rowId xmlns:a16="http://schemas.microsoft.com/office/drawing/2014/main" val="429252773"/>
                  </a:ext>
                </a:extLst>
              </a:tr>
              <a:tr h="406413">
                <a:tc>
                  <a:txBody>
                    <a:bodyPr/>
                    <a:lstStyle/>
                    <a:p>
                      <a:pPr>
                        <a:lnSpc>
                          <a:spcPts val="1875"/>
                        </a:lnSpc>
                        <a:buNone/>
                      </a:pPr>
                      <a:r>
                        <a:rPr lang="sv-SE" sz="1400" b="1">
                          <a:effectLst/>
                        </a:rPr>
                        <a:t>5</a:t>
                      </a:r>
                      <a:endParaRPr lang="sv-SE" sz="1400" b="0">
                        <a:effectLst/>
                        <a:latin typeface="quote-cjk-patch"/>
                      </a:endParaRPr>
                    </a:p>
                  </a:txBody>
                  <a:tcPr marL="72852" marR="0" marT="75887" marB="0" anchor="ctr"/>
                </a:tc>
                <a:tc>
                  <a:txBody>
                    <a:bodyPr/>
                    <a:lstStyle/>
                    <a:p>
                      <a:pPr>
                        <a:lnSpc>
                          <a:spcPts val="1875"/>
                        </a:lnSpc>
                        <a:buNone/>
                      </a:pPr>
                      <a:r>
                        <a:rPr lang="sv-SE" sz="1400" b="1">
                          <a:effectLst/>
                        </a:rPr>
                        <a:t>Ordna korten snyggt</a:t>
                      </a:r>
                      <a:endParaRPr lang="sv-SE" sz="1400" b="0">
                        <a:effectLst/>
                        <a:latin typeface="quote-cjk-patch"/>
                      </a:endParaRPr>
                    </a:p>
                  </a:txBody>
                  <a:tcPr marL="121419" marR="0" marT="75887" marB="0" anchor="ctr"/>
                </a:tc>
                <a:tc>
                  <a:txBody>
                    <a:bodyPr/>
                    <a:lstStyle/>
                    <a:p>
                      <a:pPr>
                        <a:lnSpc>
                          <a:spcPts val="1875"/>
                        </a:lnSpc>
                        <a:buNone/>
                      </a:pPr>
                      <a:r>
                        <a:rPr lang="sv-SE" sz="1400" b="0">
                          <a:effectLst/>
                        </a:rPr>
                        <a:t>Dra korten så att de ligger bredvid varandra högst upp under titeln. Klicka på ett kort, håll ner </a:t>
                      </a:r>
                      <a:r>
                        <a:rPr lang="sv-SE" sz="1400" b="1">
                          <a:effectLst/>
                        </a:rPr>
                        <a:t>Ctrl</a:t>
                      </a:r>
                      <a:r>
                        <a:rPr lang="sv-SE" sz="1400" b="0">
                          <a:effectLst/>
                        </a:rPr>
                        <a:t> och klicka på de andra två. Högerklicka → </a:t>
                      </a:r>
                      <a:r>
                        <a:rPr lang="sv-SE" sz="1400" b="1">
                          <a:effectLst/>
                        </a:rPr>
                        <a:t>"Justera"</a:t>
                      </a:r>
                      <a:r>
                        <a:rPr lang="sv-SE" sz="1400" b="0">
                          <a:effectLst/>
                        </a:rPr>
                        <a:t> → </a:t>
                      </a:r>
                      <a:r>
                        <a:rPr lang="sv-SE" sz="1400" b="1">
                          <a:effectLst/>
                        </a:rPr>
                        <a:t>"Justera lodrätt"</a:t>
                      </a:r>
                      <a:r>
                        <a:rPr lang="sv-SE" sz="1400" b="0">
                          <a:effectLst/>
                        </a:rPr>
                        <a:t> (Align vertically) för att få dem i rak linje.</a:t>
                      </a:r>
                      <a:endParaRPr lang="sv-SE" sz="1400" b="0">
                        <a:effectLst/>
                        <a:latin typeface="quote-cjk-patch"/>
                      </a:endParaRPr>
                    </a:p>
                  </a:txBody>
                  <a:tcPr marL="121419" marR="0" marT="75887" marB="0" anchor="ctr"/>
                </a:tc>
                <a:extLst>
                  <a:ext uri="{0D108BD9-81ED-4DB2-BD59-A6C34878D82A}">
                    <a16:rowId xmlns:a16="http://schemas.microsoft.com/office/drawing/2014/main" val="685089806"/>
                  </a:ext>
                </a:extLst>
              </a:tr>
              <a:tr h="524178">
                <a:tc>
                  <a:txBody>
                    <a:bodyPr/>
                    <a:lstStyle/>
                    <a:p>
                      <a:pPr>
                        <a:lnSpc>
                          <a:spcPts val="1875"/>
                        </a:lnSpc>
                        <a:buNone/>
                      </a:pPr>
                      <a:r>
                        <a:rPr lang="sv-SE" sz="1400" b="1">
                          <a:effectLst/>
                        </a:rPr>
                        <a:t>6</a:t>
                      </a:r>
                      <a:endParaRPr lang="sv-SE" sz="1400" b="0">
                        <a:effectLst/>
                        <a:latin typeface="quote-cjk-patch"/>
                      </a:endParaRPr>
                    </a:p>
                  </a:txBody>
                  <a:tcPr marL="72852" marR="0" marT="75887" marB="0" anchor="ctr"/>
                </a:tc>
                <a:tc>
                  <a:txBody>
                    <a:bodyPr/>
                    <a:lstStyle/>
                    <a:p>
                      <a:pPr>
                        <a:lnSpc>
                          <a:spcPts val="1875"/>
                        </a:lnSpc>
                        <a:buNone/>
                      </a:pPr>
                      <a:r>
                        <a:rPr lang="sv-SE" sz="1400" b="1">
                          <a:effectLst/>
                        </a:rPr>
                        <a:t>Skapa stapeldiagram över attacktyper</a:t>
                      </a:r>
                      <a:endParaRPr lang="sv-SE" sz="1400" b="0">
                        <a:effectLst/>
                        <a:latin typeface="quote-cjk-patch"/>
                      </a:endParaRPr>
                    </a:p>
                  </a:txBody>
                  <a:tcPr marL="121419" marR="0" marT="75887" marB="0" anchor="ctr"/>
                </a:tc>
                <a:tc>
                  <a:txBody>
                    <a:bodyPr/>
                    <a:lstStyle/>
                    <a:p>
                      <a:pPr>
                        <a:lnSpc>
                          <a:spcPts val="1650"/>
                        </a:lnSpc>
                        <a:buNone/>
                      </a:pPr>
                      <a:r>
                        <a:rPr lang="sv-SE" sz="1400" b="0">
                          <a:effectLst/>
                        </a:rPr>
                        <a:t>Klicka på </a:t>
                      </a:r>
                      <a:r>
                        <a:rPr lang="sv-SE" sz="1400" b="1">
                          <a:effectLst/>
                        </a:rPr>
                        <a:t>"Stapeldiagram"</a:t>
                      </a:r>
                      <a:r>
                        <a:rPr lang="sv-SE" sz="1400" b="0">
                          <a:effectLst/>
                        </a:rPr>
                        <a:t> (Clustered column chart) i panelen "Visualiseringar". Dra ThreatType från ThreatDetections till </a:t>
                      </a:r>
                      <a:r>
                        <a:rPr lang="sv-SE" sz="1400" b="1">
                          <a:effectLst/>
                        </a:rPr>
                        <a:t>"X-axel"</a:t>
                      </a:r>
                      <a:r>
                        <a:rPr lang="sv-SE" sz="1400" b="0">
                          <a:effectLst/>
                        </a:rPr>
                        <a:t> (Axis). Dra LogID från ThreatDetections till </a:t>
                      </a:r>
                      <a:r>
                        <a:rPr lang="sv-SE" sz="1400" b="1">
                          <a:effectLst/>
                        </a:rPr>
                        <a:t>"Y-axel"</a:t>
                      </a:r>
                      <a:r>
                        <a:rPr lang="sv-SE" sz="1400" b="0">
                          <a:effectLst/>
                        </a:rPr>
                        <a:t> (Values). Se till att aggregeringen är </a:t>
                      </a:r>
                      <a:r>
                        <a:rPr lang="sv-SE" sz="1400" b="1">
                          <a:effectLst/>
                        </a:rPr>
                        <a:t>"Antal"</a:t>
                      </a:r>
                      <a:r>
                        <a:rPr lang="sv-SE" sz="1400" b="0">
                          <a:effectLst/>
                        </a:rPr>
                        <a:t> (Count). Detta visar hur många av varje attacktyp som upptäckts .</a:t>
                      </a:r>
                      <a:endParaRPr lang="sv-SE" sz="1400" b="0">
                        <a:effectLst/>
                        <a:latin typeface="quote-cjk-patch"/>
                      </a:endParaRPr>
                    </a:p>
                  </a:txBody>
                  <a:tcPr marL="121419" marR="0" marT="75887" marB="0" anchor="ctr"/>
                </a:tc>
                <a:extLst>
                  <a:ext uri="{0D108BD9-81ED-4DB2-BD59-A6C34878D82A}">
                    <a16:rowId xmlns:a16="http://schemas.microsoft.com/office/drawing/2014/main" val="358167146"/>
                  </a:ext>
                </a:extLst>
              </a:tr>
              <a:tr h="669356">
                <a:tc>
                  <a:txBody>
                    <a:bodyPr/>
                    <a:lstStyle/>
                    <a:p>
                      <a:pPr>
                        <a:lnSpc>
                          <a:spcPts val="1875"/>
                        </a:lnSpc>
                        <a:buNone/>
                      </a:pPr>
                      <a:r>
                        <a:rPr lang="sv-SE" sz="1400" b="1">
                          <a:effectLst/>
                        </a:rPr>
                        <a:t>7</a:t>
                      </a:r>
                      <a:endParaRPr lang="sv-SE" sz="1400" b="0">
                        <a:effectLst/>
                        <a:latin typeface="quote-cjk-patch"/>
                      </a:endParaRPr>
                    </a:p>
                  </a:txBody>
                  <a:tcPr marL="72852" marR="0" marT="75887" marB="0" anchor="ctr"/>
                </a:tc>
                <a:tc>
                  <a:txBody>
                    <a:bodyPr/>
                    <a:lstStyle/>
                    <a:p>
                      <a:pPr>
                        <a:lnSpc>
                          <a:spcPts val="1875"/>
                        </a:lnSpc>
                        <a:buNone/>
                      </a:pPr>
                      <a:r>
                        <a:rPr lang="sv-SE" sz="1400" b="1">
                          <a:effectLst/>
                        </a:rPr>
                        <a:t>Skapa tidslinje över attacker</a:t>
                      </a:r>
                      <a:endParaRPr lang="sv-SE" sz="1400" b="0">
                        <a:effectLst/>
                        <a:latin typeface="quote-cjk-patch"/>
                      </a:endParaRPr>
                    </a:p>
                  </a:txBody>
                  <a:tcPr marL="121419" marR="0" marT="75887" marB="0" anchor="ctr"/>
                </a:tc>
                <a:tc>
                  <a:txBody>
                    <a:bodyPr/>
                    <a:lstStyle/>
                    <a:p>
                      <a:pPr>
                        <a:lnSpc>
                          <a:spcPts val="1650"/>
                        </a:lnSpc>
                        <a:buNone/>
                      </a:pPr>
                      <a:r>
                        <a:rPr lang="sv-SE" sz="1400" b="0">
                          <a:effectLst/>
                        </a:rPr>
                        <a:t>Klicka på </a:t>
                      </a:r>
                      <a:r>
                        <a:rPr lang="sv-SE" sz="1400" b="1">
                          <a:effectLst/>
                        </a:rPr>
                        <a:t>"Linjediagram"</a:t>
                      </a:r>
                      <a:r>
                        <a:rPr lang="sv-SE" sz="1400" b="0">
                          <a:effectLst/>
                        </a:rPr>
                        <a:t> (Line chart) i panelen "Visualiseringar". Dra ProcessedDate från ThreatDetections till </a:t>
                      </a:r>
                      <a:r>
                        <a:rPr lang="sv-SE" sz="1400" b="1">
                          <a:effectLst/>
                        </a:rPr>
                        <a:t>"X-axel"</a:t>
                      </a:r>
                      <a:r>
                        <a:rPr lang="sv-SE" sz="1400" b="0">
                          <a:effectLst/>
                        </a:rPr>
                        <a:t>. Power BI skapar automatiskt en hierarki (År, Kvartal, Månad, Dag). För enkelhet, klicka på X-axeln och välj bara ProcessedDate . Dra LogID från ThreatDetections till </a:t>
                      </a:r>
                      <a:r>
                        <a:rPr lang="sv-SE" sz="1400" b="1">
                          <a:effectLst/>
                        </a:rPr>
                        <a:t>"Y-axel"</a:t>
                      </a:r>
                      <a:r>
                        <a:rPr lang="sv-SE" sz="1400" b="0">
                          <a:effectLst/>
                        </a:rPr>
                        <a:t> och ändra aggregering till </a:t>
                      </a:r>
                      <a:r>
                        <a:rPr lang="sv-SE" sz="1400" b="1">
                          <a:effectLst/>
                        </a:rPr>
                        <a:t>"Antal"</a:t>
                      </a:r>
                      <a:r>
                        <a:rPr lang="sv-SE" sz="1400" b="0">
                          <a:effectLst/>
                        </a:rPr>
                        <a:t>. Detta visar hur attacker varierar över tid .</a:t>
                      </a:r>
                      <a:endParaRPr lang="sv-SE" sz="1400" b="0">
                        <a:effectLst/>
                        <a:latin typeface="quote-cjk-patch"/>
                      </a:endParaRPr>
                    </a:p>
                  </a:txBody>
                  <a:tcPr marL="121419" marR="0" marT="75887" marB="0" anchor="ctr"/>
                </a:tc>
                <a:extLst>
                  <a:ext uri="{0D108BD9-81ED-4DB2-BD59-A6C34878D82A}">
                    <a16:rowId xmlns:a16="http://schemas.microsoft.com/office/drawing/2014/main" val="403413158"/>
                  </a:ext>
                </a:extLst>
              </a:tr>
              <a:tr h="379000">
                <a:tc>
                  <a:txBody>
                    <a:bodyPr/>
                    <a:lstStyle/>
                    <a:p>
                      <a:pPr>
                        <a:lnSpc>
                          <a:spcPts val="1875"/>
                        </a:lnSpc>
                        <a:buNone/>
                      </a:pPr>
                      <a:r>
                        <a:rPr lang="sv-SE" sz="1400" b="1">
                          <a:effectLst/>
                        </a:rPr>
                        <a:t>8</a:t>
                      </a:r>
                      <a:endParaRPr lang="sv-SE" sz="1400" b="0">
                        <a:effectLst/>
                        <a:latin typeface="quote-cjk-patch"/>
                      </a:endParaRPr>
                    </a:p>
                  </a:txBody>
                  <a:tcPr marL="72852" marR="0" marT="75887" marB="0" anchor="ctr"/>
                </a:tc>
                <a:tc>
                  <a:txBody>
                    <a:bodyPr/>
                    <a:lstStyle/>
                    <a:p>
                      <a:pPr>
                        <a:lnSpc>
                          <a:spcPts val="1875"/>
                        </a:lnSpc>
                        <a:buNone/>
                      </a:pPr>
                      <a:r>
                        <a:rPr lang="sv-SE" sz="1400" b="1">
                          <a:effectLst/>
                        </a:rPr>
                        <a:t>Skapa cirkeldiagram – Normal vs Attack</a:t>
                      </a:r>
                      <a:endParaRPr lang="sv-SE" sz="1400" b="0">
                        <a:effectLst/>
                        <a:latin typeface="quote-cjk-patch"/>
                      </a:endParaRPr>
                    </a:p>
                  </a:txBody>
                  <a:tcPr marL="121419" marR="0" marT="75887" marB="0" anchor="ctr"/>
                </a:tc>
                <a:tc>
                  <a:txBody>
                    <a:bodyPr/>
                    <a:lstStyle/>
                    <a:p>
                      <a:pPr>
                        <a:lnSpc>
                          <a:spcPts val="1650"/>
                        </a:lnSpc>
                        <a:buNone/>
                      </a:pPr>
                      <a:r>
                        <a:rPr lang="sv-SE" sz="1400" b="0">
                          <a:effectLst/>
                        </a:rPr>
                        <a:t>Klicka på </a:t>
                      </a:r>
                      <a:r>
                        <a:rPr lang="sv-SE" sz="1400" b="1">
                          <a:effectLst/>
                        </a:rPr>
                        <a:t>"Cirkeldiagram"</a:t>
                      </a:r>
                      <a:r>
                        <a:rPr lang="sv-SE" sz="1400" b="0">
                          <a:effectLst/>
                        </a:rPr>
                        <a:t> (Pie chart). Dra Prediction från ThreatDetections till </a:t>
                      </a:r>
                      <a:r>
                        <a:rPr lang="sv-SE" sz="1400" b="1">
                          <a:effectLst/>
                        </a:rPr>
                        <a:t>"Förklaring"</a:t>
                      </a:r>
                      <a:r>
                        <a:rPr lang="sv-SE" sz="1400" b="0">
                          <a:effectLst/>
                        </a:rPr>
                        <a:t> (Legend). Dra LogID från ThreatDetections till </a:t>
                      </a:r>
                      <a:r>
                        <a:rPr lang="sv-SE" sz="1400" b="1">
                          <a:effectLst/>
                        </a:rPr>
                        <a:t>"Värden"</a:t>
                      </a:r>
                      <a:r>
                        <a:rPr lang="sv-SE" sz="1400" b="0">
                          <a:effectLst/>
                        </a:rPr>
                        <a:t> (Values). Detta visar andelen normal trafik vs attacker .</a:t>
                      </a:r>
                      <a:endParaRPr lang="sv-SE" sz="1400" b="0">
                        <a:effectLst/>
                        <a:latin typeface="quote-cjk-patch"/>
                      </a:endParaRPr>
                    </a:p>
                  </a:txBody>
                  <a:tcPr marL="121419" marR="0" marT="75887" marB="0" anchor="ctr"/>
                </a:tc>
                <a:extLst>
                  <a:ext uri="{0D108BD9-81ED-4DB2-BD59-A6C34878D82A}">
                    <a16:rowId xmlns:a16="http://schemas.microsoft.com/office/drawing/2014/main" val="3406736829"/>
                  </a:ext>
                </a:extLst>
              </a:tr>
            </a:tbl>
          </a:graphicData>
        </a:graphic>
      </p:graphicFrame>
    </p:spTree>
    <p:extLst>
      <p:ext uri="{BB962C8B-B14F-4D97-AF65-F5344CB8AC3E}">
        <p14:creationId xmlns:p14="http://schemas.microsoft.com/office/powerpoint/2010/main" val="2295777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7AF51F-09C3-68DA-2802-772D3028AC8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Platshållare för innehåll 4">
            <a:extLst>
              <a:ext uri="{FF2B5EF4-FFF2-40B4-BE49-F238E27FC236}">
                <a16:creationId xmlns:a16="http://schemas.microsoft.com/office/drawing/2014/main" id="{6C890FBA-A025-16D6-F8F8-E2A3E357DE9C}"/>
              </a:ext>
            </a:extLst>
          </p:cNvPr>
          <p:cNvGraphicFramePr>
            <a:graphicFrameLocks noGrp="1"/>
          </p:cNvGraphicFramePr>
          <p:nvPr>
            <p:ph idx="1"/>
            <p:extLst>
              <p:ext uri="{D42A27DB-BD31-4B8C-83A1-F6EECF244321}">
                <p14:modId xmlns:p14="http://schemas.microsoft.com/office/powerpoint/2010/main" val="1186929455"/>
              </p:ext>
            </p:extLst>
          </p:nvPr>
        </p:nvGraphicFramePr>
        <p:xfrm>
          <a:off x="57509" y="14377"/>
          <a:ext cx="12104317" cy="6895493"/>
        </p:xfrm>
        <a:graphic>
          <a:graphicData uri="http://schemas.openxmlformats.org/drawingml/2006/table">
            <a:tbl>
              <a:tblPr firstRow="1" bandRow="1">
                <a:noFill/>
                <a:tableStyleId>{5C22544A-7EE6-4342-B048-85BDC9FD1C3A}</a:tableStyleId>
              </a:tblPr>
              <a:tblGrid>
                <a:gridCol w="540222">
                  <a:extLst>
                    <a:ext uri="{9D8B030D-6E8A-4147-A177-3AD203B41FA5}">
                      <a16:colId xmlns:a16="http://schemas.microsoft.com/office/drawing/2014/main" val="3776972528"/>
                    </a:ext>
                  </a:extLst>
                </a:gridCol>
                <a:gridCol w="2776779">
                  <a:extLst>
                    <a:ext uri="{9D8B030D-6E8A-4147-A177-3AD203B41FA5}">
                      <a16:colId xmlns:a16="http://schemas.microsoft.com/office/drawing/2014/main" val="672989975"/>
                    </a:ext>
                  </a:extLst>
                </a:gridCol>
                <a:gridCol w="8787316">
                  <a:extLst>
                    <a:ext uri="{9D8B030D-6E8A-4147-A177-3AD203B41FA5}">
                      <a16:colId xmlns:a16="http://schemas.microsoft.com/office/drawing/2014/main" val="1758883556"/>
                    </a:ext>
                  </a:extLst>
                </a:gridCol>
              </a:tblGrid>
              <a:tr h="482807">
                <a:tc>
                  <a:txBody>
                    <a:bodyPr/>
                    <a:lstStyle/>
                    <a:p>
                      <a:pPr algn="l">
                        <a:lnSpc>
                          <a:spcPts val="1875"/>
                        </a:lnSpc>
                        <a:buNone/>
                      </a:pPr>
                      <a:endParaRPr lang="sv-SE" sz="2000" b="1" cap="none" spc="0" dirty="0">
                        <a:solidFill>
                          <a:schemeClr val="tx1"/>
                        </a:solidFill>
                        <a:effectLst/>
                        <a:latin typeface="quote-cjk-patch"/>
                      </a:endParaRPr>
                    </a:p>
                  </a:txBody>
                  <a:tcPr marL="59593" marR="0" marT="17027" marB="127699" anchor="b">
                    <a:lnL w="12700" cmpd="sng">
                      <a:noFill/>
                    </a:lnL>
                    <a:lnR w="12700" cmpd="sng">
                      <a:noFill/>
                    </a:lnR>
                    <a:lnT w="9525" cap="flat" cmpd="sng" algn="ctr">
                      <a:noFill/>
                      <a:prstDash val="solid"/>
                    </a:lnT>
                    <a:lnB w="38100" cmpd="sng">
                      <a:noFill/>
                    </a:lnB>
                    <a:noFill/>
                  </a:tcPr>
                </a:tc>
                <a:tc>
                  <a:txBody>
                    <a:bodyPr/>
                    <a:lstStyle/>
                    <a:p>
                      <a:pPr algn="l">
                        <a:lnSpc>
                          <a:spcPts val="1875"/>
                        </a:lnSpc>
                        <a:buNone/>
                      </a:pPr>
                      <a:r>
                        <a:rPr lang="sv-SE" sz="2000" b="1" cap="none" spc="0">
                          <a:solidFill>
                            <a:schemeClr val="tx1"/>
                          </a:solidFill>
                          <a:effectLst/>
                          <a:latin typeface="quote-cjk-patch"/>
                        </a:rPr>
                        <a:t>Vad ska du göra?</a:t>
                      </a:r>
                      <a:endParaRPr lang="sv-SE" sz="2000" b="1" cap="none" spc="0" dirty="0">
                        <a:solidFill>
                          <a:schemeClr val="tx1"/>
                        </a:solidFill>
                        <a:effectLst/>
                        <a:latin typeface="quote-cjk-patch"/>
                      </a:endParaRPr>
                    </a:p>
                  </a:txBody>
                  <a:tcPr marL="59593" marR="0" marT="17027" marB="127699" anchor="b">
                    <a:lnL w="12700" cmpd="sng">
                      <a:noFill/>
                    </a:lnL>
                    <a:lnR w="12700" cmpd="sng">
                      <a:noFill/>
                    </a:lnR>
                    <a:lnT w="9525" cap="flat" cmpd="sng" algn="ctr">
                      <a:noFill/>
                      <a:prstDash val="solid"/>
                    </a:lnT>
                    <a:lnB w="38100" cmpd="sng">
                      <a:noFill/>
                    </a:lnB>
                    <a:noFill/>
                  </a:tcPr>
                </a:tc>
                <a:tc>
                  <a:txBody>
                    <a:bodyPr/>
                    <a:lstStyle/>
                    <a:p>
                      <a:pPr algn="l">
                        <a:lnSpc>
                          <a:spcPts val="1875"/>
                        </a:lnSpc>
                        <a:buNone/>
                      </a:pPr>
                      <a:r>
                        <a:rPr lang="sv-SE" sz="2000" b="1" cap="none" spc="0">
                          <a:solidFill>
                            <a:schemeClr val="tx1"/>
                          </a:solidFill>
                          <a:effectLst/>
                          <a:latin typeface="quote-cjk-patch"/>
                        </a:rPr>
                        <a:t>Instruktioner</a:t>
                      </a:r>
                      <a:endParaRPr lang="sv-SE" sz="2000" b="1" cap="none" spc="0" dirty="0">
                        <a:solidFill>
                          <a:schemeClr val="tx1"/>
                        </a:solidFill>
                        <a:effectLst/>
                        <a:latin typeface="quote-cjk-patch"/>
                      </a:endParaRPr>
                    </a:p>
                  </a:txBody>
                  <a:tcPr marL="59593" marR="0" marT="17027" marB="127699"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3897861456"/>
                  </a:ext>
                </a:extLst>
              </a:tr>
              <a:tr h="927497">
                <a:tc>
                  <a:txBody>
                    <a:bodyPr/>
                    <a:lstStyle/>
                    <a:p>
                      <a:pPr lvl="0">
                        <a:lnSpc>
                          <a:spcPts val="1875"/>
                        </a:lnSpc>
                        <a:buNone/>
                      </a:pPr>
                      <a:r>
                        <a:rPr lang="sv-SE" sz="1600" b="1" cap="none" spc="0">
                          <a:solidFill>
                            <a:schemeClr val="tx1"/>
                          </a:solidFill>
                          <a:effectLst/>
                          <a:latin typeface="quote-cjk-patch"/>
                        </a:rPr>
                        <a:t>9</a:t>
                      </a:r>
                      <a:endParaRPr lang="sv-SE" sz="1600" b="0" cap="none" spc="0">
                        <a:solidFill>
                          <a:schemeClr val="tx1"/>
                        </a:solidFill>
                        <a:effectLst/>
                        <a:latin typeface="quote-cjk-patch"/>
                      </a:endParaRPr>
                    </a:p>
                  </a:txBody>
                  <a:tcPr marL="59593" marR="0" marT="17027" marB="127699"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lvl="0">
                        <a:lnSpc>
                          <a:spcPts val="1875"/>
                        </a:lnSpc>
                        <a:buNone/>
                      </a:pPr>
                      <a:r>
                        <a:rPr lang="sv-SE" sz="1600" b="1" cap="none" spc="0">
                          <a:solidFill>
                            <a:schemeClr val="tx1"/>
                          </a:solidFill>
                          <a:effectLst/>
                          <a:latin typeface="quote-cjk-patch"/>
                        </a:rPr>
                        <a:t>Skapa punktdiagram – Konfidens per loggrad</a:t>
                      </a:r>
                      <a:endParaRPr lang="sv-SE" sz="1600" b="0" cap="none" spc="0">
                        <a:solidFill>
                          <a:schemeClr val="tx1"/>
                        </a:solidFill>
                        <a:effectLst/>
                        <a:latin typeface="quote-cjk-patch"/>
                      </a:endParaRPr>
                    </a:p>
                  </a:txBody>
                  <a:tcPr marL="59593" marR="0" marT="17027" marB="127699" anchor="ctr">
                    <a:lnL w="12700" cmpd="sng">
                      <a:noFill/>
                      <a:prstDash val="solid"/>
                    </a:lnL>
                    <a:lnR w="12700" cmpd="sng">
                      <a:noFill/>
                      <a:prstDash val="solid"/>
                    </a:lnR>
                    <a:lnT w="38100" cmpd="sng">
                      <a:noFill/>
                    </a:lnT>
                    <a:lnB w="9525" cap="flat" cmpd="sng" algn="ctr">
                      <a:noFill/>
                      <a:prstDash val="solid"/>
                    </a:lnB>
                    <a:noFill/>
                  </a:tcPr>
                </a:tc>
                <a:tc>
                  <a:txBody>
                    <a:bodyPr/>
                    <a:lstStyle/>
                    <a:p>
                      <a:pPr lvl="0">
                        <a:lnSpc>
                          <a:spcPts val="1650"/>
                        </a:lnSpc>
                        <a:buNone/>
                      </a:pPr>
                      <a:r>
                        <a:rPr lang="sv-SE" sz="1600" b="0" cap="none" spc="0">
                          <a:solidFill>
                            <a:schemeClr val="tx1"/>
                          </a:solidFill>
                          <a:effectLst/>
                          <a:latin typeface="quote-cjk-patch"/>
                        </a:rPr>
                        <a:t>Klicka på </a:t>
                      </a:r>
                      <a:r>
                        <a:rPr lang="sv-SE" sz="1600" b="1" cap="none" spc="0">
                          <a:solidFill>
                            <a:schemeClr val="tx1"/>
                          </a:solidFill>
                          <a:effectLst/>
                          <a:latin typeface="quote-cjk-patch"/>
                        </a:rPr>
                        <a:t>"Punktdiagram"</a:t>
                      </a:r>
                      <a:r>
                        <a:rPr lang="sv-SE" sz="1600" b="0" cap="none" spc="0">
                          <a:solidFill>
                            <a:schemeClr val="tx1"/>
                          </a:solidFill>
                          <a:effectLst/>
                          <a:latin typeface="quote-cjk-patch"/>
                        </a:rPr>
                        <a:t> (Scatter chart). Dra </a:t>
                      </a:r>
                      <a:r>
                        <a:rPr lang="sv-SE" sz="1600" b="0" cap="none" spc="0">
                          <a:solidFill>
                            <a:schemeClr val="tx1"/>
                          </a:solidFill>
                          <a:effectLst/>
                          <a:latin typeface="Menlo"/>
                        </a:rPr>
                        <a:t>LogID</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till </a:t>
                      </a:r>
                      <a:r>
                        <a:rPr lang="sv-SE" sz="1600" b="1" cap="none" spc="0">
                          <a:solidFill>
                            <a:schemeClr val="tx1"/>
                          </a:solidFill>
                          <a:effectLst/>
                          <a:latin typeface="quote-cjk-patch"/>
                        </a:rPr>
                        <a:t>"X-axel"</a:t>
                      </a:r>
                      <a:r>
                        <a:rPr lang="sv-SE" sz="1600" b="0" cap="none" spc="0">
                          <a:solidFill>
                            <a:schemeClr val="tx1"/>
                          </a:solidFill>
                          <a:effectLst/>
                          <a:latin typeface="quote-cjk-patch"/>
                        </a:rPr>
                        <a:t>. Dra </a:t>
                      </a:r>
                      <a:r>
                        <a:rPr lang="sv-SE" sz="1600" b="0" cap="none" spc="0">
                          <a:solidFill>
                            <a:schemeClr val="tx1"/>
                          </a:solidFill>
                          <a:effectLst/>
                          <a:latin typeface="Menlo"/>
                        </a:rPr>
                        <a:t>Confidence</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till </a:t>
                      </a:r>
                      <a:r>
                        <a:rPr lang="sv-SE" sz="1600" b="1" cap="none" spc="0">
                          <a:solidFill>
                            <a:schemeClr val="tx1"/>
                          </a:solidFill>
                          <a:effectLst/>
                          <a:latin typeface="quote-cjk-patch"/>
                        </a:rPr>
                        <a:t>"Y-axel"</a:t>
                      </a:r>
                      <a:r>
                        <a:rPr lang="sv-SE" sz="1600" b="0" cap="none" spc="0">
                          <a:solidFill>
                            <a:schemeClr val="tx1"/>
                          </a:solidFill>
                          <a:effectLst/>
                          <a:latin typeface="quote-cjk-patch"/>
                        </a:rPr>
                        <a:t>. Dra </a:t>
                      </a:r>
                      <a:r>
                        <a:rPr lang="sv-SE" sz="1600" b="0" cap="none" spc="0">
                          <a:solidFill>
                            <a:schemeClr val="tx1"/>
                          </a:solidFill>
                          <a:effectLst/>
                          <a:latin typeface="Menlo"/>
                        </a:rPr>
                        <a:t>ThreatType</a:t>
                      </a:r>
                      <a:r>
                        <a:rPr lang="sv-SE" sz="1600" b="0" cap="none" spc="0">
                          <a:solidFill>
                            <a:schemeClr val="tx1"/>
                          </a:solidFill>
                          <a:effectLst/>
                          <a:latin typeface="quote-cjk-patch"/>
                        </a:rPr>
                        <a:t> till </a:t>
                      </a:r>
                      <a:r>
                        <a:rPr lang="sv-SE" sz="1600" b="1" cap="none" spc="0">
                          <a:solidFill>
                            <a:schemeClr val="tx1"/>
                          </a:solidFill>
                          <a:effectLst/>
                          <a:latin typeface="quote-cjk-patch"/>
                        </a:rPr>
                        <a:t>"Förklaring"</a:t>
                      </a:r>
                      <a:r>
                        <a:rPr lang="sv-SE" sz="1600" b="0" cap="none" spc="0">
                          <a:solidFill>
                            <a:schemeClr val="tx1"/>
                          </a:solidFill>
                          <a:effectLst/>
                          <a:latin typeface="quote-cjk-patch"/>
                        </a:rPr>
                        <a:t> (Legend) för färgkodning. Detta visar varje analys som en punkt – högt förtroende = högt på Y-axeln .</a:t>
                      </a:r>
                      <a:endParaRPr lang="sv-SE" sz="1600" cap="none" spc="0">
                        <a:solidFill>
                          <a:schemeClr val="tx1"/>
                        </a:solidFill>
                      </a:endParaRPr>
                    </a:p>
                  </a:txBody>
                  <a:tcPr marL="59593" marR="0" marT="17027" marB="127699"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3687496094"/>
                  </a:ext>
                </a:extLst>
              </a:tr>
              <a:tr h="1918522">
                <a:tc>
                  <a:txBody>
                    <a:bodyPr/>
                    <a:lstStyle/>
                    <a:p>
                      <a:pPr>
                        <a:lnSpc>
                          <a:spcPts val="1875"/>
                        </a:lnSpc>
                        <a:buNone/>
                      </a:pPr>
                      <a:r>
                        <a:rPr lang="sv-SE" sz="1600" b="1" cap="none" spc="0">
                          <a:solidFill>
                            <a:schemeClr val="tx1"/>
                          </a:solidFill>
                          <a:effectLst/>
                          <a:latin typeface="quote-cjk-patch"/>
                        </a:rPr>
                        <a:t>10</a:t>
                      </a:r>
                      <a:endParaRPr lang="sv-SE" sz="1600" b="0" cap="none" spc="0">
                        <a:solidFill>
                          <a:schemeClr val="tx1"/>
                        </a:solidFill>
                        <a:effectLst/>
                        <a:latin typeface="quote-cjk-patch"/>
                      </a:endParaRPr>
                    </a:p>
                  </a:txBody>
                  <a:tcPr marL="59593" marR="0" marT="17027" marB="127699"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600" b="1" cap="none" spc="0">
                          <a:solidFill>
                            <a:schemeClr val="tx1"/>
                          </a:solidFill>
                          <a:effectLst/>
                          <a:latin typeface="quote-cjk-patch"/>
                        </a:rPr>
                        <a:t>Skapa detaljtabell för att granska enskilda händelser</a:t>
                      </a:r>
                      <a:endParaRPr lang="sv-SE" sz="1600" b="0" cap="none" spc="0">
                        <a:solidFill>
                          <a:schemeClr val="tx1"/>
                        </a:solidFill>
                        <a:effectLst/>
                        <a:latin typeface="quote-cjk-patch"/>
                      </a:endParaRPr>
                    </a:p>
                  </a:txBody>
                  <a:tcPr marL="59593" marR="0" marT="17027" marB="127699"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650"/>
                        </a:lnSpc>
                        <a:buNone/>
                      </a:pPr>
                      <a:r>
                        <a:rPr lang="sv-SE" sz="1600" b="0" cap="none" spc="0">
                          <a:solidFill>
                            <a:schemeClr val="tx1"/>
                          </a:solidFill>
                          <a:effectLst/>
                          <a:latin typeface="quote-cjk-patch"/>
                        </a:rPr>
                        <a:t>Klicka på </a:t>
                      </a:r>
                      <a:r>
                        <a:rPr lang="sv-SE" sz="1600" b="1" cap="none" spc="0">
                          <a:solidFill>
                            <a:schemeClr val="tx1"/>
                          </a:solidFill>
                          <a:effectLst/>
                          <a:latin typeface="quote-cjk-patch"/>
                        </a:rPr>
                        <a:t>"Tabell"</a:t>
                      </a:r>
                      <a:r>
                        <a:rPr lang="sv-SE" sz="1600" b="0" cap="none" spc="0">
                          <a:solidFill>
                            <a:schemeClr val="tx1"/>
                          </a:solidFill>
                          <a:effectLst/>
                          <a:latin typeface="quote-cjk-patch"/>
                        </a:rPr>
                        <a:t> (Table). Dra följande fält till </a:t>
                      </a:r>
                      <a:r>
                        <a:rPr lang="sv-SE" sz="1600" b="1" cap="none" spc="0">
                          <a:solidFill>
                            <a:schemeClr val="tx1"/>
                          </a:solidFill>
                          <a:effectLst/>
                          <a:latin typeface="quote-cjk-patch"/>
                        </a:rPr>
                        <a:t>"Kolumner"</a:t>
                      </a:r>
                      <a:r>
                        <a:rPr lang="sv-SE" sz="1600" b="0" cap="none" spc="0">
                          <a:solidFill>
                            <a:schemeClr val="tx1"/>
                          </a:solidFill>
                          <a:effectLst/>
                          <a:latin typeface="quote-cjk-patch"/>
                        </a:rPr>
                        <a:t> i DENNA ORDNING:</a:t>
                      </a:r>
                      <a:br>
                        <a:rPr lang="sv-SE" sz="1600" b="0" cap="none" spc="0" dirty="0">
                          <a:solidFill>
                            <a:srgbClr val="000000"/>
                          </a:solidFill>
                          <a:effectLst/>
                          <a:latin typeface="quote-cjk-patch"/>
                        </a:rPr>
                      </a:br>
                      <a:r>
                        <a:rPr lang="sv-SE" sz="1600" b="0" cap="none" spc="0">
                          <a:solidFill>
                            <a:schemeClr val="tx1"/>
                          </a:solidFill>
                          <a:effectLst/>
                          <a:latin typeface="quote-cjk-patch"/>
                        </a:rPr>
                        <a:t>1. </a:t>
                      </a:r>
                      <a:r>
                        <a:rPr lang="sv-SE" sz="1600" b="0" cap="none" spc="0">
                          <a:solidFill>
                            <a:schemeClr val="tx1"/>
                          </a:solidFill>
                          <a:effectLst/>
                          <a:latin typeface="Menlo"/>
                        </a:rPr>
                        <a:t>ProcessedDate</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(när analysen gjordes)</a:t>
                      </a:r>
                      <a:br>
                        <a:rPr lang="sv-SE" sz="1600" b="0" cap="none" spc="0" dirty="0">
                          <a:solidFill>
                            <a:srgbClr val="000000"/>
                          </a:solidFill>
                          <a:effectLst/>
                          <a:latin typeface="quote-cjk-patch"/>
                        </a:rPr>
                      </a:br>
                      <a:r>
                        <a:rPr lang="sv-SE" sz="1600" b="0" cap="none" spc="0">
                          <a:solidFill>
                            <a:schemeClr val="tx1"/>
                          </a:solidFill>
                          <a:effectLst/>
                          <a:latin typeface="quote-cjk-patch"/>
                        </a:rPr>
                        <a:t>2. </a:t>
                      </a:r>
                      <a:r>
                        <a:rPr lang="sv-SE" sz="1600" b="0" cap="none" spc="0">
                          <a:solidFill>
                            <a:schemeClr val="tx1"/>
                          </a:solidFill>
                          <a:effectLst/>
                          <a:latin typeface="Menlo"/>
                        </a:rPr>
                        <a:t>SourceIP</a:t>
                      </a:r>
                      <a:r>
                        <a:rPr lang="sv-SE" sz="1600" b="0" cap="none" spc="0">
                          <a:solidFill>
                            <a:schemeClr val="tx1"/>
                          </a:solidFill>
                          <a:effectLst/>
                          <a:latin typeface="quote-cjk-patch"/>
                        </a:rPr>
                        <a:t> från </a:t>
                      </a:r>
                      <a:r>
                        <a:rPr lang="sv-SE" sz="1600" b="0" cap="none" spc="0">
                          <a:solidFill>
                            <a:schemeClr val="tx1"/>
                          </a:solidFill>
                          <a:effectLst/>
                          <a:latin typeface="Menlo"/>
                        </a:rPr>
                        <a:t>NetworkTrafficLogs</a:t>
                      </a:r>
                      <a:r>
                        <a:rPr lang="sv-SE" sz="1600" b="0" cap="none" spc="0">
                          <a:solidFill>
                            <a:schemeClr val="tx1"/>
                          </a:solidFill>
                          <a:effectLst/>
                          <a:latin typeface="quote-cjk-patch"/>
                        </a:rPr>
                        <a:t> (varifrån trafiken kom)</a:t>
                      </a:r>
                      <a:br>
                        <a:rPr lang="sv-SE" sz="1600" b="0" cap="none" spc="0" dirty="0">
                          <a:solidFill>
                            <a:srgbClr val="000000"/>
                          </a:solidFill>
                          <a:effectLst/>
                          <a:latin typeface="quote-cjk-patch"/>
                        </a:rPr>
                      </a:br>
                      <a:r>
                        <a:rPr lang="sv-SE" sz="1600" b="0" cap="none" spc="0">
                          <a:solidFill>
                            <a:schemeClr val="tx1"/>
                          </a:solidFill>
                          <a:effectLst/>
                          <a:latin typeface="quote-cjk-patch"/>
                        </a:rPr>
                        <a:t>3. </a:t>
                      </a:r>
                      <a:r>
                        <a:rPr lang="sv-SE" sz="1600" b="0" cap="none" spc="0">
                          <a:solidFill>
                            <a:schemeClr val="tx1"/>
                          </a:solidFill>
                          <a:effectLst/>
                          <a:latin typeface="Menlo"/>
                        </a:rPr>
                        <a:t>DestinationPort</a:t>
                      </a:r>
                      <a:r>
                        <a:rPr lang="sv-SE" sz="1600" b="0" cap="none" spc="0">
                          <a:solidFill>
                            <a:schemeClr val="tx1"/>
                          </a:solidFill>
                          <a:effectLst/>
                          <a:latin typeface="quote-cjk-patch"/>
                        </a:rPr>
                        <a:t> från </a:t>
                      </a:r>
                      <a:r>
                        <a:rPr lang="sv-SE" sz="1600" b="0" cap="none" spc="0">
                          <a:solidFill>
                            <a:schemeClr val="tx1"/>
                          </a:solidFill>
                          <a:effectLst/>
                          <a:latin typeface="Menlo"/>
                        </a:rPr>
                        <a:t>NetworkTrafficLogs</a:t>
                      </a:r>
                      <a:r>
                        <a:rPr lang="sv-SE" sz="1600" b="0" cap="none" spc="0">
                          <a:solidFill>
                            <a:schemeClr val="tx1"/>
                          </a:solidFill>
                          <a:effectLst/>
                          <a:latin typeface="quote-cjk-patch"/>
                        </a:rPr>
                        <a:t> (vilken port som anropades)</a:t>
                      </a:r>
                      <a:br>
                        <a:rPr lang="sv-SE" sz="1600" b="0" cap="none" spc="0" dirty="0">
                          <a:solidFill>
                            <a:srgbClr val="000000"/>
                          </a:solidFill>
                          <a:effectLst/>
                          <a:latin typeface="quote-cjk-patch"/>
                        </a:rPr>
                      </a:br>
                      <a:r>
                        <a:rPr lang="sv-SE" sz="1600" b="0" cap="none" spc="0">
                          <a:solidFill>
                            <a:schemeClr val="tx1"/>
                          </a:solidFill>
                          <a:effectLst/>
                          <a:latin typeface="quote-cjk-patch"/>
                        </a:rPr>
                        <a:t>4. </a:t>
                      </a:r>
                      <a:r>
                        <a:rPr lang="sv-SE" sz="1600" b="0" cap="none" spc="0">
                          <a:solidFill>
                            <a:schemeClr val="tx1"/>
                          </a:solidFill>
                          <a:effectLst/>
                          <a:latin typeface="Menlo"/>
                        </a:rPr>
                        <a:t>ThreatType</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(vad modellen klassificerade det som)</a:t>
                      </a:r>
                      <a:br>
                        <a:rPr lang="sv-SE" sz="1600" b="0" cap="none" spc="0" dirty="0">
                          <a:solidFill>
                            <a:srgbClr val="000000"/>
                          </a:solidFill>
                          <a:effectLst/>
                          <a:latin typeface="quote-cjk-patch"/>
                        </a:rPr>
                      </a:br>
                      <a:r>
                        <a:rPr lang="sv-SE" sz="1600" b="0" cap="none" spc="0">
                          <a:solidFill>
                            <a:schemeClr val="tx1"/>
                          </a:solidFill>
                          <a:effectLst/>
                          <a:latin typeface="quote-cjk-patch"/>
                        </a:rPr>
                        <a:t>5. </a:t>
                      </a:r>
                      <a:r>
                        <a:rPr lang="sv-SE" sz="1600" b="0" cap="none" spc="0">
                          <a:solidFill>
                            <a:schemeClr val="tx1"/>
                          </a:solidFill>
                          <a:effectLst/>
                          <a:latin typeface="Menlo"/>
                        </a:rPr>
                        <a:t>Confidence</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(hur säker modellen var)</a:t>
                      </a:r>
                      <a:br>
                        <a:rPr lang="sv-SE" sz="1600" b="0" cap="none" spc="0" dirty="0">
                          <a:solidFill>
                            <a:srgbClr val="000000"/>
                          </a:solidFill>
                          <a:effectLst/>
                          <a:latin typeface="quote-cjk-patch"/>
                        </a:rPr>
                      </a:br>
                      <a:r>
                        <a:rPr lang="sv-SE" sz="1600" b="0" cap="none" spc="0">
                          <a:solidFill>
                            <a:schemeClr val="tx1"/>
                          </a:solidFill>
                          <a:effectLst/>
                          <a:latin typeface="quote-cjk-patch"/>
                        </a:rPr>
                        <a:t>6. </a:t>
                      </a:r>
                      <a:r>
                        <a:rPr lang="sv-SE" sz="1600" b="0" cap="none" spc="0">
                          <a:solidFill>
                            <a:schemeClr val="tx1"/>
                          </a:solidFill>
                          <a:effectLst/>
                          <a:latin typeface="Menlo"/>
                        </a:rPr>
                        <a:t>Prediction</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(1 = attack, 0 = normal)</a:t>
                      </a:r>
                    </a:p>
                  </a:txBody>
                  <a:tcPr marL="59593" marR="0" marT="17027" marB="127699"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184254607"/>
                  </a:ext>
                </a:extLst>
              </a:tr>
              <a:tr h="1423015">
                <a:tc>
                  <a:txBody>
                    <a:bodyPr/>
                    <a:lstStyle/>
                    <a:p>
                      <a:pPr>
                        <a:lnSpc>
                          <a:spcPts val="1875"/>
                        </a:lnSpc>
                        <a:buNone/>
                      </a:pPr>
                      <a:r>
                        <a:rPr lang="sv-SE" sz="1600" b="1" cap="none" spc="0">
                          <a:solidFill>
                            <a:schemeClr val="tx1"/>
                          </a:solidFill>
                          <a:effectLst/>
                          <a:latin typeface="quote-cjk-patch"/>
                        </a:rPr>
                        <a:t>11</a:t>
                      </a:r>
                      <a:endParaRPr lang="sv-SE" sz="1600" b="0" cap="none" spc="0">
                        <a:solidFill>
                          <a:schemeClr val="tx1"/>
                        </a:solidFill>
                        <a:effectLst/>
                        <a:latin typeface="quote-cjk-patch"/>
                      </a:endParaRPr>
                    </a:p>
                  </a:txBody>
                  <a:tcPr marL="59593" marR="0" marT="17027" marB="127699"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nSpc>
                          <a:spcPts val="1875"/>
                        </a:lnSpc>
                        <a:buNone/>
                      </a:pPr>
                      <a:r>
                        <a:rPr lang="sv-SE" sz="1600" b="1" cap="none" spc="0">
                          <a:solidFill>
                            <a:schemeClr val="tx1"/>
                          </a:solidFill>
                          <a:effectLst/>
                          <a:latin typeface="quote-cjk-patch"/>
                        </a:rPr>
                        <a:t>Skapa filter (Slicers) för att göra rapporten interaktiv</a:t>
                      </a:r>
                      <a:endParaRPr lang="sv-SE" sz="1600" b="0" cap="none" spc="0">
                        <a:solidFill>
                          <a:schemeClr val="tx1"/>
                        </a:solidFill>
                        <a:effectLst/>
                        <a:latin typeface="quote-cjk-patch"/>
                      </a:endParaRPr>
                    </a:p>
                  </a:txBody>
                  <a:tcPr marL="59593" marR="0" marT="17027" marB="127699"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lnSpc>
                          <a:spcPts val="1650"/>
                        </a:lnSpc>
                        <a:buNone/>
                      </a:pPr>
                      <a:r>
                        <a:rPr lang="sv-SE" sz="1600" b="0" cap="none" spc="0">
                          <a:solidFill>
                            <a:schemeClr val="tx1"/>
                          </a:solidFill>
                          <a:effectLst/>
                          <a:latin typeface="quote-cjk-patch"/>
                        </a:rPr>
                        <a:t>Klicka på </a:t>
                      </a:r>
                      <a:r>
                        <a:rPr lang="sv-SE" sz="1600" b="1" cap="none" spc="0">
                          <a:solidFill>
                            <a:schemeClr val="tx1"/>
                          </a:solidFill>
                          <a:effectLst/>
                          <a:latin typeface="quote-cjk-patch"/>
                        </a:rPr>
                        <a:t>"Utfällare"</a:t>
                      </a:r>
                      <a:r>
                        <a:rPr lang="sv-SE" sz="1600" b="0" cap="none" spc="0">
                          <a:solidFill>
                            <a:schemeClr val="tx1"/>
                          </a:solidFill>
                          <a:effectLst/>
                          <a:latin typeface="quote-cjk-patch"/>
                        </a:rPr>
                        <a:t> (Slicer) i panelen "Visualiseringar". Dra </a:t>
                      </a:r>
                      <a:r>
                        <a:rPr lang="sv-SE" sz="1600" b="0" cap="none" spc="0">
                          <a:solidFill>
                            <a:schemeClr val="tx1"/>
                          </a:solidFill>
                          <a:effectLst/>
                          <a:latin typeface="Menlo"/>
                        </a:rPr>
                        <a:t>ThreatType</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till "Fält". Nu har du en lista med kryssrutor där du kan välja att bara visa en viss typ av hot.</a:t>
                      </a:r>
                      <a:br>
                        <a:rPr lang="sv-SE" sz="1600" b="0" cap="none" spc="0" dirty="0">
                          <a:solidFill>
                            <a:srgbClr val="000000"/>
                          </a:solidFill>
                          <a:effectLst/>
                          <a:latin typeface="quote-cjk-patch"/>
                        </a:rPr>
                      </a:br>
                      <a:br>
                        <a:rPr lang="sv-SE" sz="1600" b="0" cap="none" spc="0" dirty="0">
                          <a:solidFill>
                            <a:srgbClr val="000000"/>
                          </a:solidFill>
                          <a:effectLst/>
                          <a:latin typeface="quote-cjk-patch"/>
                        </a:rPr>
                      </a:br>
                      <a:r>
                        <a:rPr lang="sv-SE" sz="1600" b="0" cap="none" spc="0">
                          <a:solidFill>
                            <a:schemeClr val="tx1"/>
                          </a:solidFill>
                          <a:effectLst/>
                          <a:latin typeface="quote-cjk-patch"/>
                        </a:rPr>
                        <a:t>Skapa en till </a:t>
                      </a:r>
                      <a:r>
                        <a:rPr lang="sv-SE" sz="1600" b="1" cap="none" spc="0">
                          <a:solidFill>
                            <a:schemeClr val="tx1"/>
                          </a:solidFill>
                          <a:effectLst/>
                          <a:latin typeface="quote-cjk-patch"/>
                        </a:rPr>
                        <a:t>"Utfällare"</a:t>
                      </a:r>
                      <a:r>
                        <a:rPr lang="sv-SE" sz="1600" b="0" cap="none" spc="0">
                          <a:solidFill>
                            <a:schemeClr val="tx1"/>
                          </a:solidFill>
                          <a:effectLst/>
                          <a:latin typeface="quote-cjk-patch"/>
                        </a:rPr>
                        <a:t> och dra </a:t>
                      </a:r>
                      <a:r>
                        <a:rPr lang="sv-SE" sz="1600" b="0" cap="none" spc="0">
                          <a:solidFill>
                            <a:schemeClr val="tx1"/>
                          </a:solidFill>
                          <a:effectLst/>
                          <a:latin typeface="Menlo"/>
                        </a:rPr>
                        <a:t>ProcessedDate</a:t>
                      </a:r>
                      <a:r>
                        <a:rPr lang="sv-SE" sz="1600" b="0" cap="none" spc="0">
                          <a:solidFill>
                            <a:schemeClr val="tx1"/>
                          </a:solidFill>
                          <a:effectLst/>
                          <a:latin typeface="quote-cjk-patch"/>
                        </a:rPr>
                        <a:t> från </a:t>
                      </a:r>
                      <a:r>
                        <a:rPr lang="sv-SE" sz="1600" b="0" cap="none" spc="0">
                          <a:solidFill>
                            <a:schemeClr val="tx1"/>
                          </a:solidFill>
                          <a:effectLst/>
                          <a:latin typeface="Menlo"/>
                        </a:rPr>
                        <a:t>ThreatDetections</a:t>
                      </a:r>
                      <a:r>
                        <a:rPr lang="sv-SE" sz="1600" b="0" cap="none" spc="0">
                          <a:solidFill>
                            <a:schemeClr val="tx1"/>
                          </a:solidFill>
                          <a:effectLst/>
                          <a:latin typeface="quote-cjk-patch"/>
                        </a:rPr>
                        <a:t> till "Fält". Detta skapar ett datumfilter där du kan välja ett datumintervall, till exempel bara de senaste 7 dagarna .</a:t>
                      </a:r>
                    </a:p>
                  </a:txBody>
                  <a:tcPr marL="59593" marR="0" marT="17027" marB="127699"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691230332"/>
                  </a:ext>
                </a:extLst>
              </a:tr>
              <a:tr h="1308663">
                <a:tc>
                  <a:txBody>
                    <a:bodyPr/>
                    <a:lstStyle/>
                    <a:p>
                      <a:pPr>
                        <a:lnSpc>
                          <a:spcPts val="1875"/>
                        </a:lnSpc>
                        <a:buNone/>
                      </a:pPr>
                      <a:r>
                        <a:rPr lang="sv-SE" sz="1600" b="1" cap="none" spc="0">
                          <a:solidFill>
                            <a:schemeClr val="tx1"/>
                          </a:solidFill>
                          <a:effectLst/>
                          <a:latin typeface="quote-cjk-patch"/>
                        </a:rPr>
                        <a:t>12</a:t>
                      </a:r>
                      <a:endParaRPr lang="sv-SE" sz="1600" b="0" cap="none" spc="0">
                        <a:solidFill>
                          <a:schemeClr val="tx1"/>
                        </a:solidFill>
                        <a:effectLst/>
                        <a:latin typeface="quote-cjk-patch"/>
                      </a:endParaRPr>
                    </a:p>
                  </a:txBody>
                  <a:tcPr marL="59593" marR="0" marT="17027" marB="127699"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600" b="1" cap="none" spc="0">
                          <a:solidFill>
                            <a:schemeClr val="tx1"/>
                          </a:solidFill>
                          <a:effectLst/>
                          <a:latin typeface="quote-cjk-patch"/>
                        </a:rPr>
                        <a:t>Gör rapporten snygg och pedagogisk</a:t>
                      </a:r>
                      <a:endParaRPr lang="sv-SE" sz="1600" b="0" cap="none" spc="0">
                        <a:solidFill>
                          <a:schemeClr val="tx1"/>
                        </a:solidFill>
                        <a:effectLst/>
                        <a:latin typeface="quote-cjk-patch"/>
                      </a:endParaRPr>
                    </a:p>
                  </a:txBody>
                  <a:tcPr marL="59593" marR="0" marT="17027" marB="127699"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nSpc>
                          <a:spcPts val="1875"/>
                        </a:lnSpc>
                        <a:buNone/>
                      </a:pPr>
                      <a:r>
                        <a:rPr lang="sv-SE" sz="1600" b="0" cap="none" spc="0">
                          <a:solidFill>
                            <a:schemeClr val="tx1"/>
                          </a:solidFill>
                          <a:effectLst/>
                          <a:latin typeface="quote-cjk-patch"/>
                        </a:rPr>
                        <a:t>Använd </a:t>
                      </a:r>
                      <a:r>
                        <a:rPr lang="sv-SE" sz="1600" b="1" cap="none" spc="0">
                          <a:solidFill>
                            <a:schemeClr val="tx1"/>
                          </a:solidFill>
                          <a:effectLst/>
                          <a:latin typeface="quote-cjk-patch"/>
                        </a:rPr>
                        <a:t>"Format"-panelen</a:t>
                      </a:r>
                      <a:r>
                        <a:rPr lang="sv-SE" sz="1600" b="0" cap="none" spc="0">
                          <a:solidFill>
                            <a:schemeClr val="tx1"/>
                          </a:solidFill>
                          <a:effectLst/>
                          <a:latin typeface="quote-cjk-patch"/>
                        </a:rPr>
                        <a:t> (målarrullen) för varje diagram för att justera färger, etiketter och titlar. Till exempel:</a:t>
                      </a:r>
                      <a:br>
                        <a:rPr lang="sv-SE" sz="1600" b="0" cap="none" spc="0" dirty="0">
                          <a:solidFill>
                            <a:srgbClr val="000000"/>
                          </a:solidFill>
                          <a:effectLst/>
                          <a:latin typeface="quote-cjk-patch"/>
                        </a:rPr>
                      </a:br>
                      <a:r>
                        <a:rPr lang="sv-SE" sz="1600" b="0" cap="none" spc="0">
                          <a:solidFill>
                            <a:schemeClr val="tx1"/>
                          </a:solidFill>
                          <a:effectLst/>
                          <a:latin typeface="quote-cjk-patch"/>
                        </a:rPr>
                        <a:t>• För attackdiagram: använd </a:t>
                      </a:r>
                      <a:r>
                        <a:rPr lang="sv-SE" sz="1600" b="1" cap="none" spc="0">
                          <a:solidFill>
                            <a:schemeClr val="tx1"/>
                          </a:solidFill>
                          <a:effectLst/>
                          <a:latin typeface="quote-cjk-patch"/>
                        </a:rPr>
                        <a:t>röd</a:t>
                      </a:r>
                      <a:r>
                        <a:rPr lang="sv-SE" sz="1600" b="0" cap="none" spc="0">
                          <a:solidFill>
                            <a:schemeClr val="tx1"/>
                          </a:solidFill>
                          <a:effectLst/>
                          <a:latin typeface="quote-cjk-patch"/>
                        </a:rPr>
                        <a:t> färg för attacker, </a:t>
                      </a:r>
                      <a:r>
                        <a:rPr lang="sv-SE" sz="1600" b="1" cap="none" spc="0">
                          <a:solidFill>
                            <a:schemeClr val="tx1"/>
                          </a:solidFill>
                          <a:effectLst/>
                          <a:latin typeface="quote-cjk-patch"/>
                        </a:rPr>
                        <a:t>grön</a:t>
                      </a:r>
                      <a:r>
                        <a:rPr lang="sv-SE" sz="1600" b="0" cap="none" spc="0">
                          <a:solidFill>
                            <a:schemeClr val="tx1"/>
                          </a:solidFill>
                          <a:effectLst/>
                          <a:latin typeface="quote-cjk-patch"/>
                        </a:rPr>
                        <a:t> för normal</a:t>
                      </a:r>
                      <a:br>
                        <a:rPr lang="sv-SE" sz="1600" b="0" cap="none" spc="0" dirty="0">
                          <a:solidFill>
                            <a:srgbClr val="000000"/>
                          </a:solidFill>
                          <a:effectLst/>
                          <a:latin typeface="quote-cjk-patch"/>
                        </a:rPr>
                      </a:br>
                      <a:r>
                        <a:rPr lang="sv-SE" sz="1600" b="0" cap="none" spc="0">
                          <a:solidFill>
                            <a:schemeClr val="tx1"/>
                          </a:solidFill>
                          <a:effectLst/>
                          <a:latin typeface="quote-cjk-patch"/>
                        </a:rPr>
                        <a:t>• Slå på </a:t>
                      </a:r>
                      <a:r>
                        <a:rPr lang="sv-SE" sz="1600" b="1" cap="none" spc="0">
                          <a:solidFill>
                            <a:schemeClr val="tx1"/>
                          </a:solidFill>
                          <a:effectLst/>
                          <a:latin typeface="quote-cjk-patch"/>
                        </a:rPr>
                        <a:t>"Titel"</a:t>
                      </a:r>
                      <a:r>
                        <a:rPr lang="sv-SE" sz="1600" b="0" cap="none" spc="0">
                          <a:solidFill>
                            <a:schemeClr val="tx1"/>
                          </a:solidFill>
                          <a:effectLst/>
                          <a:latin typeface="quote-cjk-patch"/>
                        </a:rPr>
                        <a:t> under "Allmänt" och ge varje diagram en tydlig rubrik</a:t>
                      </a:r>
                      <a:br>
                        <a:rPr lang="sv-SE" sz="1600" b="0" cap="none" spc="0" dirty="0">
                          <a:solidFill>
                            <a:srgbClr val="000000"/>
                          </a:solidFill>
                          <a:effectLst/>
                          <a:latin typeface="quote-cjk-patch"/>
                        </a:rPr>
                      </a:br>
                      <a:r>
                        <a:rPr lang="sv-SE" sz="1600" b="0" cap="none" spc="0">
                          <a:solidFill>
                            <a:schemeClr val="tx1"/>
                          </a:solidFill>
                          <a:effectLst/>
                          <a:latin typeface="quote-cjk-patch"/>
                        </a:rPr>
                        <a:t>• Justera storlek och placering så allt passar på en sida</a:t>
                      </a:r>
                    </a:p>
                  </a:txBody>
                  <a:tcPr marL="59593" marR="0" marT="17027" marB="127699"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19853717"/>
                  </a:ext>
                </a:extLst>
              </a:tr>
              <a:tr h="762326">
                <a:tc>
                  <a:txBody>
                    <a:bodyPr/>
                    <a:lstStyle/>
                    <a:p>
                      <a:pPr>
                        <a:lnSpc>
                          <a:spcPts val="1875"/>
                        </a:lnSpc>
                        <a:buNone/>
                      </a:pPr>
                      <a:r>
                        <a:rPr lang="sv-SE" sz="1600" b="1" cap="none" spc="0">
                          <a:solidFill>
                            <a:schemeClr val="tx1"/>
                          </a:solidFill>
                          <a:effectLst/>
                          <a:latin typeface="quote-cjk-patch"/>
                        </a:rPr>
                        <a:t>13</a:t>
                      </a:r>
                      <a:endParaRPr lang="sv-SE" sz="1600" b="0" cap="none" spc="0">
                        <a:solidFill>
                          <a:schemeClr val="tx1"/>
                        </a:solidFill>
                        <a:effectLst/>
                        <a:latin typeface="quote-cjk-patch"/>
                      </a:endParaRPr>
                    </a:p>
                  </a:txBody>
                  <a:tcPr marL="59593" marR="0" marT="17027" marB="127699"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lnSpc>
                          <a:spcPts val="1875"/>
                        </a:lnSpc>
                        <a:buNone/>
                      </a:pPr>
                      <a:r>
                        <a:rPr lang="sv-SE" sz="1600" b="1" cap="none" spc="0">
                          <a:solidFill>
                            <a:schemeClr val="tx1"/>
                          </a:solidFill>
                          <a:effectLst/>
                          <a:latin typeface="quote-cjk-patch"/>
                        </a:rPr>
                        <a:t>Spara rapporten</a:t>
                      </a:r>
                      <a:endParaRPr lang="sv-SE" sz="1600" b="0" cap="none" spc="0">
                        <a:solidFill>
                          <a:schemeClr val="tx1"/>
                        </a:solidFill>
                        <a:effectLst/>
                        <a:latin typeface="quote-cjk-patch"/>
                      </a:endParaRPr>
                    </a:p>
                  </a:txBody>
                  <a:tcPr marL="59593" marR="0" marT="17027" marB="127699"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ts val="1650"/>
                        </a:lnSpc>
                        <a:buNone/>
                      </a:pPr>
                      <a:r>
                        <a:rPr lang="sv-SE" sz="1600" b="0" cap="none" spc="0">
                          <a:solidFill>
                            <a:schemeClr val="tx1"/>
                          </a:solidFill>
                          <a:effectLst/>
                          <a:latin typeface="quote-cjk-patch"/>
                        </a:rPr>
                        <a:t>Klicka på </a:t>
                      </a:r>
                      <a:r>
                        <a:rPr lang="sv-SE" sz="1600" b="1" cap="none" spc="0">
                          <a:solidFill>
                            <a:schemeClr val="tx1"/>
                          </a:solidFill>
                          <a:effectLst/>
                          <a:latin typeface="quote-cjk-patch"/>
                        </a:rPr>
                        <a:t>"Arkiv"</a:t>
                      </a:r>
                      <a:r>
                        <a:rPr lang="sv-SE" sz="1600" b="0" cap="none" spc="0">
                          <a:solidFill>
                            <a:schemeClr val="tx1"/>
                          </a:solidFill>
                          <a:effectLst/>
                          <a:latin typeface="quote-cjk-patch"/>
                        </a:rPr>
                        <a:t> (File) → </a:t>
                      </a:r>
                      <a:r>
                        <a:rPr lang="sv-SE" sz="1600" b="1" cap="none" spc="0">
                          <a:solidFill>
                            <a:schemeClr val="tx1"/>
                          </a:solidFill>
                          <a:effectLst/>
                          <a:latin typeface="quote-cjk-patch"/>
                        </a:rPr>
                        <a:t>"Spara som"</a:t>
                      </a:r>
                      <a:r>
                        <a:rPr lang="sv-SE" sz="1600" b="0" cap="none" spc="0">
                          <a:solidFill>
                            <a:schemeClr val="tx1"/>
                          </a:solidFill>
                          <a:effectLst/>
                          <a:latin typeface="quote-cjk-patch"/>
                        </a:rPr>
                        <a:t> (Save As). Välj din projektmapp (t.ex. </a:t>
                      </a:r>
                      <a:r>
                        <a:rPr lang="sv-SE" sz="1600" b="0" cap="none" spc="0">
                          <a:solidFill>
                            <a:schemeClr val="tx1"/>
                          </a:solidFill>
                          <a:effectLst/>
                          <a:latin typeface="Menlo"/>
                        </a:rPr>
                        <a:t>D:\FSHI\...\SQL2025\network_model\</a:t>
                      </a:r>
                      <a:r>
                        <a:rPr lang="sv-SE" sz="1600" b="0" cap="none" spc="0">
                          <a:solidFill>
                            <a:schemeClr val="tx1"/>
                          </a:solidFill>
                          <a:effectLst/>
                          <a:latin typeface="quote-cjk-patch"/>
                        </a:rPr>
                        <a:t>) och namnge filen: </a:t>
                      </a:r>
                      <a:r>
                        <a:rPr lang="sv-SE" sz="1600" b="0" cap="none" spc="0">
                          <a:solidFill>
                            <a:schemeClr val="tx1"/>
                          </a:solidFill>
                          <a:effectLst/>
                          <a:latin typeface="Menlo"/>
                        </a:rPr>
                        <a:t>NetworkSecurityReport.pbix</a:t>
                      </a:r>
                      <a:r>
                        <a:rPr lang="sv-SE" sz="1600" b="0" cap="none" spc="0">
                          <a:solidFill>
                            <a:schemeClr val="tx1"/>
                          </a:solidFill>
                          <a:effectLst/>
                          <a:latin typeface="quote-cjk-patch"/>
                        </a:rPr>
                        <a:t>. Klicka på </a:t>
                      </a:r>
                      <a:r>
                        <a:rPr lang="sv-SE" sz="1600" b="1" cap="none" spc="0">
                          <a:solidFill>
                            <a:schemeClr val="tx1"/>
                          </a:solidFill>
                          <a:effectLst/>
                          <a:latin typeface="quote-cjk-patch"/>
                        </a:rPr>
                        <a:t>"Spara"</a:t>
                      </a:r>
                      <a:r>
                        <a:rPr lang="sv-SE" sz="1600" b="0" cap="none" spc="0">
                          <a:solidFill>
                            <a:schemeClr val="tx1"/>
                          </a:solidFill>
                          <a:effectLst/>
                          <a:latin typeface="quote-cjk-patch"/>
                        </a:rPr>
                        <a:t> .</a:t>
                      </a:r>
                    </a:p>
                  </a:txBody>
                  <a:tcPr marL="59593" marR="0" marT="17027" marB="12769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91520752"/>
                  </a:ext>
                </a:extLst>
              </a:tr>
            </a:tbl>
          </a:graphicData>
        </a:graphic>
      </p:graphicFrame>
    </p:spTree>
    <p:extLst>
      <p:ext uri="{BB962C8B-B14F-4D97-AF65-F5344CB8AC3E}">
        <p14:creationId xmlns:p14="http://schemas.microsoft.com/office/powerpoint/2010/main" val="8387062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Platshållare för innehåll 6">
            <a:extLst>
              <a:ext uri="{FF2B5EF4-FFF2-40B4-BE49-F238E27FC236}">
                <a16:creationId xmlns:a16="http://schemas.microsoft.com/office/drawing/2014/main" id="{1E21D349-B090-E67C-7D62-B320A8A9A8DC}"/>
              </a:ext>
            </a:extLst>
          </p:cNvPr>
          <p:cNvGraphicFramePr>
            <a:graphicFrameLocks noGrp="1"/>
          </p:cNvGraphicFramePr>
          <p:nvPr>
            <p:ph idx="1"/>
            <p:extLst>
              <p:ext uri="{D42A27DB-BD31-4B8C-83A1-F6EECF244321}">
                <p14:modId xmlns:p14="http://schemas.microsoft.com/office/powerpoint/2010/main" val="261328063"/>
              </p:ext>
            </p:extLst>
          </p:nvPr>
        </p:nvGraphicFramePr>
        <p:xfrm>
          <a:off x="158150" y="244415"/>
          <a:ext cx="11891941" cy="6508140"/>
        </p:xfrm>
        <a:graphic>
          <a:graphicData uri="http://schemas.openxmlformats.org/drawingml/2006/table">
            <a:tbl>
              <a:tblPr firstRow="1" bandRow="1">
                <a:tableStyleId>{3B4B98B0-60AC-42C2-AFA5-B58CD77FA1E5}</a:tableStyleId>
              </a:tblPr>
              <a:tblGrid>
                <a:gridCol w="3146665">
                  <a:extLst>
                    <a:ext uri="{9D8B030D-6E8A-4147-A177-3AD203B41FA5}">
                      <a16:colId xmlns:a16="http://schemas.microsoft.com/office/drawing/2014/main" val="2693229677"/>
                    </a:ext>
                  </a:extLst>
                </a:gridCol>
                <a:gridCol w="4361950">
                  <a:extLst>
                    <a:ext uri="{9D8B030D-6E8A-4147-A177-3AD203B41FA5}">
                      <a16:colId xmlns:a16="http://schemas.microsoft.com/office/drawing/2014/main" val="18885242"/>
                    </a:ext>
                  </a:extLst>
                </a:gridCol>
                <a:gridCol w="4383326">
                  <a:extLst>
                    <a:ext uri="{9D8B030D-6E8A-4147-A177-3AD203B41FA5}">
                      <a16:colId xmlns:a16="http://schemas.microsoft.com/office/drawing/2014/main" val="682214409"/>
                    </a:ext>
                  </a:extLst>
                </a:gridCol>
              </a:tblGrid>
              <a:tr h="533824">
                <a:tc>
                  <a:txBody>
                    <a:bodyPr/>
                    <a:lstStyle/>
                    <a:p>
                      <a:pPr algn="l">
                        <a:lnSpc>
                          <a:spcPts val="1875"/>
                        </a:lnSpc>
                        <a:buNone/>
                      </a:pPr>
                      <a:r>
                        <a:rPr lang="sv-SE" sz="2400" b="1">
                          <a:effectLst/>
                        </a:rPr>
                        <a:t>Visualisering</a:t>
                      </a:r>
                      <a:endParaRPr lang="sv-SE" sz="2400" b="0">
                        <a:effectLst/>
                        <a:latin typeface="quote-cjk-patch"/>
                      </a:endParaRPr>
                    </a:p>
                  </a:txBody>
                  <a:tcPr marL="75275" marR="125458" marT="78411" marB="78411" anchor="ctr"/>
                </a:tc>
                <a:tc>
                  <a:txBody>
                    <a:bodyPr/>
                    <a:lstStyle/>
                    <a:p>
                      <a:pPr algn="l">
                        <a:lnSpc>
                          <a:spcPts val="1875"/>
                        </a:lnSpc>
                        <a:buNone/>
                      </a:pPr>
                      <a:r>
                        <a:rPr lang="sv-SE" sz="2400" b="1">
                          <a:effectLst/>
                        </a:rPr>
                        <a:t>Vad visar den?</a:t>
                      </a:r>
                      <a:endParaRPr lang="sv-SE" sz="2400" b="0">
                        <a:effectLst/>
                        <a:latin typeface="quote-cjk-patch"/>
                      </a:endParaRPr>
                    </a:p>
                  </a:txBody>
                  <a:tcPr marL="125458" marR="125458" marT="78411" marB="78411" anchor="ctr"/>
                </a:tc>
                <a:tc>
                  <a:txBody>
                    <a:bodyPr/>
                    <a:lstStyle/>
                    <a:p>
                      <a:pPr algn="l">
                        <a:lnSpc>
                          <a:spcPts val="1875"/>
                        </a:lnSpc>
                        <a:buNone/>
                      </a:pPr>
                      <a:r>
                        <a:rPr lang="sv-SE" sz="2400" b="1">
                          <a:effectLst/>
                        </a:rPr>
                        <a:t>Varför är den viktig?</a:t>
                      </a:r>
                      <a:endParaRPr lang="sv-SE" sz="2400" b="0">
                        <a:effectLst/>
                        <a:latin typeface="quote-cjk-patch"/>
                      </a:endParaRPr>
                    </a:p>
                  </a:txBody>
                  <a:tcPr marL="125458" marR="125458" marT="78411" marB="78411" anchor="ctr"/>
                </a:tc>
                <a:extLst>
                  <a:ext uri="{0D108BD9-81ED-4DB2-BD59-A6C34878D82A}">
                    <a16:rowId xmlns:a16="http://schemas.microsoft.com/office/drawing/2014/main" val="1590059219"/>
                  </a:ext>
                </a:extLst>
              </a:tr>
              <a:tr h="838866">
                <a:tc>
                  <a:txBody>
                    <a:bodyPr/>
                    <a:lstStyle/>
                    <a:p>
                      <a:pPr>
                        <a:lnSpc>
                          <a:spcPts val="1875"/>
                        </a:lnSpc>
                        <a:buNone/>
                      </a:pPr>
                      <a:r>
                        <a:rPr lang="sv-SE" sz="2000" b="1">
                          <a:effectLst/>
                        </a:rPr>
                        <a:t>KPI-kort</a:t>
                      </a:r>
                      <a:endParaRPr lang="sv-SE" sz="2000" b="0">
                        <a:effectLst/>
                        <a:latin typeface="quote-cjk-patch"/>
                      </a:endParaRPr>
                    </a:p>
                  </a:txBody>
                  <a:tcPr marL="75275" marR="125458" marT="78411" marB="78411" anchor="ctr"/>
                </a:tc>
                <a:tc>
                  <a:txBody>
                    <a:bodyPr/>
                    <a:lstStyle/>
                    <a:p>
                      <a:pPr>
                        <a:lnSpc>
                          <a:spcPts val="1875"/>
                        </a:lnSpc>
                        <a:buNone/>
                      </a:pPr>
                      <a:r>
                        <a:rPr lang="sv-SE" sz="2000" b="0">
                          <a:effectLst/>
                        </a:rPr>
                        <a:t>Totala antalet attacker, genomsnittlig konfidens, totala antalet loggar</a:t>
                      </a:r>
                      <a:endParaRPr lang="sv-SE" sz="2000" b="0">
                        <a:effectLst/>
                        <a:latin typeface="quote-cjk-patch"/>
                      </a:endParaRPr>
                    </a:p>
                  </a:txBody>
                  <a:tcPr marL="125458" marR="125458" marT="78411" marB="78411" anchor="ctr"/>
                </a:tc>
                <a:tc>
                  <a:txBody>
                    <a:bodyPr/>
                    <a:lstStyle/>
                    <a:p>
                      <a:pPr>
                        <a:lnSpc>
                          <a:spcPts val="1875"/>
                        </a:lnSpc>
                        <a:buNone/>
                      </a:pPr>
                      <a:r>
                        <a:rPr lang="sv-SE" sz="2000" b="0">
                          <a:effectLst/>
                        </a:rPr>
                        <a:t>Ger en snabb överblick över läget .</a:t>
                      </a:r>
                      <a:endParaRPr lang="sv-SE" sz="2000" b="0">
                        <a:effectLst/>
                        <a:latin typeface="quote-cjk-patch"/>
                      </a:endParaRPr>
                    </a:p>
                  </a:txBody>
                  <a:tcPr marL="125458" marR="75275" marT="78411" marB="78411" anchor="ctr"/>
                </a:tc>
                <a:extLst>
                  <a:ext uri="{0D108BD9-81ED-4DB2-BD59-A6C34878D82A}">
                    <a16:rowId xmlns:a16="http://schemas.microsoft.com/office/drawing/2014/main" val="1196149608"/>
                  </a:ext>
                </a:extLst>
              </a:tr>
              <a:tr h="838866">
                <a:tc>
                  <a:txBody>
                    <a:bodyPr/>
                    <a:lstStyle/>
                    <a:p>
                      <a:pPr>
                        <a:lnSpc>
                          <a:spcPts val="1875"/>
                        </a:lnSpc>
                        <a:buNone/>
                      </a:pPr>
                      <a:r>
                        <a:rPr lang="sv-SE" sz="2000" b="1">
                          <a:effectLst/>
                        </a:rPr>
                        <a:t>Stapeldiagram (attacktyper)</a:t>
                      </a:r>
                      <a:endParaRPr lang="sv-SE" sz="2000" b="0">
                        <a:effectLst/>
                        <a:latin typeface="quote-cjk-patch"/>
                      </a:endParaRPr>
                    </a:p>
                  </a:txBody>
                  <a:tcPr marL="75275" marR="125458" marT="78411" marB="78411" anchor="ctr"/>
                </a:tc>
                <a:tc>
                  <a:txBody>
                    <a:bodyPr/>
                    <a:lstStyle/>
                    <a:p>
                      <a:pPr>
                        <a:lnSpc>
                          <a:spcPts val="1875"/>
                        </a:lnSpc>
                        <a:buNone/>
                      </a:pPr>
                      <a:r>
                        <a:rPr lang="sv-SE" sz="2000" b="0">
                          <a:effectLst/>
                        </a:rPr>
                        <a:t>Fördelning av olika attacktyper</a:t>
                      </a:r>
                      <a:endParaRPr lang="sv-SE" sz="2000" b="0">
                        <a:effectLst/>
                        <a:latin typeface="quote-cjk-patch"/>
                      </a:endParaRPr>
                    </a:p>
                  </a:txBody>
                  <a:tcPr marL="125458" marR="125458" marT="78411" marB="78411" anchor="ctr"/>
                </a:tc>
                <a:tc>
                  <a:txBody>
                    <a:bodyPr/>
                    <a:lstStyle/>
                    <a:p>
                      <a:pPr>
                        <a:lnSpc>
                          <a:spcPts val="1875"/>
                        </a:lnSpc>
                        <a:buNone/>
                      </a:pPr>
                      <a:r>
                        <a:rPr lang="sv-SE" sz="2000" b="0">
                          <a:effectLst/>
                        </a:rPr>
                        <a:t>Visar vilka hot som är vanligast – kanske behöver man fokusera på Port Scan?</a:t>
                      </a:r>
                      <a:endParaRPr lang="sv-SE" sz="2000" b="0">
                        <a:effectLst/>
                        <a:latin typeface="quote-cjk-patch"/>
                      </a:endParaRPr>
                    </a:p>
                  </a:txBody>
                  <a:tcPr marL="125458" marR="75275" marT="78411" marB="78411" anchor="ctr"/>
                </a:tc>
                <a:extLst>
                  <a:ext uri="{0D108BD9-81ED-4DB2-BD59-A6C34878D82A}">
                    <a16:rowId xmlns:a16="http://schemas.microsoft.com/office/drawing/2014/main" val="1799646993"/>
                  </a:ext>
                </a:extLst>
              </a:tr>
              <a:tr h="838866">
                <a:tc>
                  <a:txBody>
                    <a:bodyPr/>
                    <a:lstStyle/>
                    <a:p>
                      <a:pPr>
                        <a:lnSpc>
                          <a:spcPts val="1875"/>
                        </a:lnSpc>
                        <a:buNone/>
                      </a:pPr>
                      <a:r>
                        <a:rPr lang="sv-SE" sz="2000" b="1">
                          <a:effectLst/>
                        </a:rPr>
                        <a:t>Linjediagram (tidslinje)</a:t>
                      </a:r>
                      <a:endParaRPr lang="sv-SE" sz="2000" b="0">
                        <a:effectLst/>
                        <a:latin typeface="quote-cjk-patch"/>
                      </a:endParaRPr>
                    </a:p>
                  </a:txBody>
                  <a:tcPr marL="75275" marR="125458" marT="78411" marB="78411" anchor="ctr"/>
                </a:tc>
                <a:tc>
                  <a:txBody>
                    <a:bodyPr/>
                    <a:lstStyle/>
                    <a:p>
                      <a:pPr>
                        <a:lnSpc>
                          <a:spcPts val="1875"/>
                        </a:lnSpc>
                        <a:buNone/>
                      </a:pPr>
                      <a:r>
                        <a:rPr lang="sv-SE" sz="2000" b="0">
                          <a:effectLst/>
                        </a:rPr>
                        <a:t>Antal attacker över tid</a:t>
                      </a:r>
                      <a:endParaRPr lang="sv-SE" sz="2000" b="0">
                        <a:effectLst/>
                        <a:latin typeface="quote-cjk-patch"/>
                      </a:endParaRPr>
                    </a:p>
                  </a:txBody>
                  <a:tcPr marL="125458" marR="125458" marT="78411" marB="78411" anchor="ctr"/>
                </a:tc>
                <a:tc>
                  <a:txBody>
                    <a:bodyPr/>
                    <a:lstStyle/>
                    <a:p>
                      <a:pPr>
                        <a:lnSpc>
                          <a:spcPts val="1875"/>
                        </a:lnSpc>
                        <a:buNone/>
                      </a:pPr>
                      <a:r>
                        <a:rPr lang="sv-SE" sz="2000" b="0">
                          <a:effectLst/>
                        </a:rPr>
                        <a:t>Hjälper att upptäcka trender och toppar – pågår en DDoS-attack just nu?</a:t>
                      </a:r>
                      <a:endParaRPr lang="sv-SE" sz="2000" b="0">
                        <a:effectLst/>
                        <a:latin typeface="quote-cjk-patch"/>
                      </a:endParaRPr>
                    </a:p>
                  </a:txBody>
                  <a:tcPr marL="125458" marR="75275" marT="78411" marB="78411" anchor="ctr"/>
                </a:tc>
                <a:extLst>
                  <a:ext uri="{0D108BD9-81ED-4DB2-BD59-A6C34878D82A}">
                    <a16:rowId xmlns:a16="http://schemas.microsoft.com/office/drawing/2014/main" val="2258972396"/>
                  </a:ext>
                </a:extLst>
              </a:tr>
              <a:tr h="838866">
                <a:tc>
                  <a:txBody>
                    <a:bodyPr/>
                    <a:lstStyle/>
                    <a:p>
                      <a:pPr>
                        <a:lnSpc>
                          <a:spcPts val="1875"/>
                        </a:lnSpc>
                        <a:buNone/>
                      </a:pPr>
                      <a:r>
                        <a:rPr lang="sv-SE" sz="2000" b="1">
                          <a:effectLst/>
                        </a:rPr>
                        <a:t>Cirkeldiagram</a:t>
                      </a:r>
                      <a:endParaRPr lang="sv-SE" sz="2000" b="0">
                        <a:effectLst/>
                        <a:latin typeface="quote-cjk-patch"/>
                      </a:endParaRPr>
                    </a:p>
                  </a:txBody>
                  <a:tcPr marL="75275" marR="125458" marT="78411" marB="78411" anchor="ctr"/>
                </a:tc>
                <a:tc>
                  <a:txBody>
                    <a:bodyPr/>
                    <a:lstStyle/>
                    <a:p>
                      <a:pPr>
                        <a:lnSpc>
                          <a:spcPts val="1875"/>
                        </a:lnSpc>
                        <a:buNone/>
                      </a:pPr>
                      <a:r>
                        <a:rPr lang="sv-SE" sz="2000" b="0">
                          <a:effectLst/>
                        </a:rPr>
                        <a:t>Andel normal trafik vs attacker</a:t>
                      </a:r>
                      <a:endParaRPr lang="sv-SE" sz="2000" b="0">
                        <a:effectLst/>
                        <a:latin typeface="quote-cjk-patch"/>
                      </a:endParaRPr>
                    </a:p>
                  </a:txBody>
                  <a:tcPr marL="125458" marR="125458" marT="78411" marB="78411" anchor="ctr"/>
                </a:tc>
                <a:tc>
                  <a:txBody>
                    <a:bodyPr/>
                    <a:lstStyle/>
                    <a:p>
                      <a:pPr>
                        <a:lnSpc>
                          <a:spcPts val="1875"/>
                        </a:lnSpc>
                        <a:buNone/>
                      </a:pPr>
                      <a:r>
                        <a:rPr lang="sv-SE" sz="2000" b="0">
                          <a:effectLst/>
                        </a:rPr>
                        <a:t>Ger en känsla för hur stor del av trafiken som är skadlig .</a:t>
                      </a:r>
                      <a:endParaRPr lang="sv-SE" sz="2000" b="0">
                        <a:effectLst/>
                        <a:latin typeface="quote-cjk-patch"/>
                      </a:endParaRPr>
                    </a:p>
                  </a:txBody>
                  <a:tcPr marL="125458" marR="75275" marT="78411" marB="78411" anchor="ctr"/>
                </a:tc>
                <a:extLst>
                  <a:ext uri="{0D108BD9-81ED-4DB2-BD59-A6C34878D82A}">
                    <a16:rowId xmlns:a16="http://schemas.microsoft.com/office/drawing/2014/main" val="1820157985"/>
                  </a:ext>
                </a:extLst>
              </a:tr>
              <a:tr h="838866">
                <a:tc>
                  <a:txBody>
                    <a:bodyPr/>
                    <a:lstStyle/>
                    <a:p>
                      <a:pPr>
                        <a:lnSpc>
                          <a:spcPts val="1875"/>
                        </a:lnSpc>
                        <a:buNone/>
                      </a:pPr>
                      <a:r>
                        <a:rPr lang="sv-SE" sz="2000" b="1">
                          <a:effectLst/>
                        </a:rPr>
                        <a:t>Punktdiagram</a:t>
                      </a:r>
                      <a:endParaRPr lang="sv-SE" sz="2000" b="0">
                        <a:effectLst/>
                        <a:latin typeface="quote-cjk-patch"/>
                      </a:endParaRPr>
                    </a:p>
                  </a:txBody>
                  <a:tcPr marL="75275" marR="125458" marT="78411" marB="78411" anchor="ctr"/>
                </a:tc>
                <a:tc>
                  <a:txBody>
                    <a:bodyPr/>
                    <a:lstStyle/>
                    <a:p>
                      <a:pPr>
                        <a:lnSpc>
                          <a:spcPts val="1875"/>
                        </a:lnSpc>
                        <a:buNone/>
                      </a:pPr>
                      <a:r>
                        <a:rPr lang="sv-SE" sz="2000" b="0">
                          <a:effectLst/>
                        </a:rPr>
                        <a:t>Konfidens per analys</a:t>
                      </a:r>
                      <a:endParaRPr lang="sv-SE" sz="2000" b="0">
                        <a:effectLst/>
                        <a:latin typeface="quote-cjk-patch"/>
                      </a:endParaRPr>
                    </a:p>
                  </a:txBody>
                  <a:tcPr marL="125458" marR="125458" marT="78411" marB="78411" anchor="ctr"/>
                </a:tc>
                <a:tc>
                  <a:txBody>
                    <a:bodyPr/>
                    <a:lstStyle/>
                    <a:p>
                      <a:pPr>
                        <a:lnSpc>
                          <a:spcPts val="1875"/>
                        </a:lnSpc>
                        <a:buNone/>
                      </a:pPr>
                      <a:r>
                        <a:rPr lang="sv-SE" sz="2000" b="0">
                          <a:effectLst/>
                        </a:rPr>
                        <a:t>Visar om det finns många osäkra klassificeringar (låg konfidens) .</a:t>
                      </a:r>
                      <a:endParaRPr lang="sv-SE" sz="2000" b="0">
                        <a:effectLst/>
                        <a:latin typeface="quote-cjk-patch"/>
                      </a:endParaRPr>
                    </a:p>
                  </a:txBody>
                  <a:tcPr marL="125458" marR="75275" marT="78411" marB="78411" anchor="ctr"/>
                </a:tc>
                <a:extLst>
                  <a:ext uri="{0D108BD9-81ED-4DB2-BD59-A6C34878D82A}">
                    <a16:rowId xmlns:a16="http://schemas.microsoft.com/office/drawing/2014/main" val="823669489"/>
                  </a:ext>
                </a:extLst>
              </a:tr>
              <a:tr h="838866">
                <a:tc>
                  <a:txBody>
                    <a:bodyPr/>
                    <a:lstStyle/>
                    <a:p>
                      <a:pPr>
                        <a:lnSpc>
                          <a:spcPts val="1875"/>
                        </a:lnSpc>
                        <a:buNone/>
                      </a:pPr>
                      <a:r>
                        <a:rPr lang="sv-SE" sz="2000" b="1">
                          <a:effectLst/>
                        </a:rPr>
                        <a:t>Tabell</a:t>
                      </a:r>
                      <a:endParaRPr lang="sv-SE" sz="2000" b="0">
                        <a:effectLst/>
                        <a:latin typeface="quote-cjk-patch"/>
                      </a:endParaRPr>
                    </a:p>
                  </a:txBody>
                  <a:tcPr marL="75275" marR="125458" marT="78411" marB="78411" anchor="ctr"/>
                </a:tc>
                <a:tc>
                  <a:txBody>
                    <a:bodyPr/>
                    <a:lstStyle/>
                    <a:p>
                      <a:pPr>
                        <a:lnSpc>
                          <a:spcPts val="1875"/>
                        </a:lnSpc>
                        <a:buNone/>
                      </a:pPr>
                      <a:r>
                        <a:rPr lang="sv-SE" sz="2000" b="0">
                          <a:effectLst/>
                        </a:rPr>
                        <a:t>Detaljerad information om varje händelse</a:t>
                      </a:r>
                      <a:endParaRPr lang="sv-SE" sz="2000" b="0">
                        <a:effectLst/>
                        <a:latin typeface="quote-cjk-patch"/>
                      </a:endParaRPr>
                    </a:p>
                  </a:txBody>
                  <a:tcPr marL="125458" marR="125458" marT="78411" marB="78411" anchor="ctr"/>
                </a:tc>
                <a:tc>
                  <a:txBody>
                    <a:bodyPr/>
                    <a:lstStyle/>
                    <a:p>
                      <a:pPr>
                        <a:lnSpc>
                          <a:spcPts val="1875"/>
                        </a:lnSpc>
                        <a:buNone/>
                      </a:pPr>
                      <a:r>
                        <a:rPr lang="sv-SE" sz="2000" b="0">
                          <a:effectLst/>
                        </a:rPr>
                        <a:t>Gör att analytikern kan granska misstänkta händelser manuellt .</a:t>
                      </a:r>
                      <a:endParaRPr lang="sv-SE" sz="2000" b="0">
                        <a:effectLst/>
                        <a:latin typeface="quote-cjk-patch"/>
                      </a:endParaRPr>
                    </a:p>
                  </a:txBody>
                  <a:tcPr marL="125458" marR="75275" marT="78411" marB="78411" anchor="ctr"/>
                </a:tc>
                <a:extLst>
                  <a:ext uri="{0D108BD9-81ED-4DB2-BD59-A6C34878D82A}">
                    <a16:rowId xmlns:a16="http://schemas.microsoft.com/office/drawing/2014/main" val="4156382998"/>
                  </a:ext>
                </a:extLst>
              </a:tr>
              <a:tr h="838866">
                <a:tc>
                  <a:txBody>
                    <a:bodyPr/>
                    <a:lstStyle/>
                    <a:p>
                      <a:pPr>
                        <a:lnSpc>
                          <a:spcPts val="1875"/>
                        </a:lnSpc>
                        <a:buNone/>
                      </a:pPr>
                      <a:r>
                        <a:rPr lang="sv-SE" sz="2000" b="1">
                          <a:effectLst/>
                        </a:rPr>
                        <a:t>Filter (Slicers)</a:t>
                      </a:r>
                      <a:endParaRPr lang="sv-SE" sz="2000" b="0">
                        <a:effectLst/>
                        <a:latin typeface="quote-cjk-patch"/>
                      </a:endParaRPr>
                    </a:p>
                  </a:txBody>
                  <a:tcPr marL="75275" marR="125458" marT="78411" marB="78411" anchor="ctr"/>
                </a:tc>
                <a:tc>
                  <a:txBody>
                    <a:bodyPr/>
                    <a:lstStyle/>
                    <a:p>
                      <a:pPr>
                        <a:lnSpc>
                          <a:spcPts val="1875"/>
                        </a:lnSpc>
                        <a:buNone/>
                      </a:pPr>
                      <a:r>
                        <a:rPr lang="sv-SE" sz="2000" b="0">
                          <a:effectLst/>
                        </a:rPr>
                        <a:t>Välj attacktyp eller datumintervall</a:t>
                      </a:r>
                      <a:endParaRPr lang="sv-SE" sz="2000" b="0">
                        <a:effectLst/>
                        <a:latin typeface="quote-cjk-patch"/>
                      </a:endParaRPr>
                    </a:p>
                  </a:txBody>
                  <a:tcPr marL="125458" marR="125458" marT="78411" marB="78411" anchor="ctr"/>
                </a:tc>
                <a:tc>
                  <a:txBody>
                    <a:bodyPr/>
                    <a:lstStyle/>
                    <a:p>
                      <a:pPr>
                        <a:lnSpc>
                          <a:spcPts val="1875"/>
                        </a:lnSpc>
                        <a:buNone/>
                      </a:pPr>
                      <a:r>
                        <a:rPr lang="sv-SE" sz="2000" b="0">
                          <a:effectLst/>
                        </a:rPr>
                        <a:t>Gör rapporten interaktiv – användaren kan själv välja vad som ska visas .</a:t>
                      </a:r>
                      <a:endParaRPr lang="sv-SE" sz="2000" b="0">
                        <a:effectLst/>
                        <a:latin typeface="quote-cjk-patch"/>
                      </a:endParaRPr>
                    </a:p>
                  </a:txBody>
                  <a:tcPr marL="125458" marR="75275" marT="78411" marB="78411" anchor="ctr"/>
                </a:tc>
                <a:extLst>
                  <a:ext uri="{0D108BD9-81ED-4DB2-BD59-A6C34878D82A}">
                    <a16:rowId xmlns:a16="http://schemas.microsoft.com/office/drawing/2014/main" val="1314314986"/>
                  </a:ext>
                </a:extLst>
              </a:tr>
            </a:tbl>
          </a:graphicData>
        </a:graphic>
      </p:graphicFrame>
    </p:spTree>
    <p:extLst>
      <p:ext uri="{BB962C8B-B14F-4D97-AF65-F5344CB8AC3E}">
        <p14:creationId xmlns:p14="http://schemas.microsoft.com/office/powerpoint/2010/main" val="42308304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Rubrik 1">
            <a:extLst>
              <a:ext uri="{FF2B5EF4-FFF2-40B4-BE49-F238E27FC236}">
                <a16:creationId xmlns:a16="http://schemas.microsoft.com/office/drawing/2014/main" id="{F37924FC-DA6A-C8E9-C786-61E017FBD70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Vanliga</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frågor</a:t>
            </a:r>
          </a:p>
        </p:txBody>
      </p:sp>
      <p:graphicFrame>
        <p:nvGraphicFramePr>
          <p:cNvPr id="5" name="Platshållare för innehåll 4">
            <a:extLst>
              <a:ext uri="{FF2B5EF4-FFF2-40B4-BE49-F238E27FC236}">
                <a16:creationId xmlns:a16="http://schemas.microsoft.com/office/drawing/2014/main" id="{04EB3769-7D6C-3A48-79E7-FC3EF90CE7CE}"/>
              </a:ext>
            </a:extLst>
          </p:cNvPr>
          <p:cNvGraphicFramePr>
            <a:graphicFrameLocks noGrp="1"/>
          </p:cNvGraphicFramePr>
          <p:nvPr>
            <p:ph idx="1"/>
            <p:extLst>
              <p:ext uri="{D42A27DB-BD31-4B8C-83A1-F6EECF244321}">
                <p14:modId xmlns:p14="http://schemas.microsoft.com/office/powerpoint/2010/main" val="639954101"/>
              </p:ext>
            </p:extLst>
          </p:nvPr>
        </p:nvGraphicFramePr>
        <p:xfrm>
          <a:off x="4140679" y="71886"/>
          <a:ext cx="8037736" cy="6713564"/>
        </p:xfrm>
        <a:graphic>
          <a:graphicData uri="http://schemas.openxmlformats.org/drawingml/2006/table">
            <a:tbl>
              <a:tblPr firstRow="1" bandRow="1">
                <a:solidFill>
                  <a:schemeClr val="accent1">
                    <a:lumMod val="20000"/>
                    <a:lumOff val="80000"/>
                  </a:schemeClr>
                </a:solidFill>
                <a:tableStyleId>{5C22544A-7EE6-4342-B048-85BDC9FD1C3A}</a:tableStyleId>
              </a:tblPr>
              <a:tblGrid>
                <a:gridCol w="2311830">
                  <a:extLst>
                    <a:ext uri="{9D8B030D-6E8A-4147-A177-3AD203B41FA5}">
                      <a16:colId xmlns:a16="http://schemas.microsoft.com/office/drawing/2014/main" val="504056705"/>
                    </a:ext>
                  </a:extLst>
                </a:gridCol>
                <a:gridCol w="5725906">
                  <a:extLst>
                    <a:ext uri="{9D8B030D-6E8A-4147-A177-3AD203B41FA5}">
                      <a16:colId xmlns:a16="http://schemas.microsoft.com/office/drawing/2014/main" val="2952562828"/>
                    </a:ext>
                  </a:extLst>
                </a:gridCol>
              </a:tblGrid>
              <a:tr h="509395">
                <a:tc>
                  <a:txBody>
                    <a:bodyPr/>
                    <a:lstStyle/>
                    <a:p>
                      <a:pPr algn="l">
                        <a:lnSpc>
                          <a:spcPts val="1875"/>
                        </a:lnSpc>
                        <a:buNone/>
                      </a:pPr>
                      <a:r>
                        <a:rPr lang="sv-SE" sz="1800" b="1" cap="all" spc="60">
                          <a:solidFill>
                            <a:schemeClr val="tx1"/>
                          </a:solidFill>
                          <a:effectLst/>
                          <a:latin typeface="quote-cjk-patch"/>
                        </a:rPr>
                        <a:t>Fråga</a:t>
                      </a:r>
                    </a:p>
                  </a:txBody>
                  <a:tcPr marL="120811" marR="120811" marT="120811" marB="120811" anchor="ctr">
                    <a:lnL w="12700" cmpd="sng">
                      <a:noFill/>
                    </a:lnL>
                    <a:lnR w="12700" cmpd="sng">
                      <a:noFill/>
                    </a:lnR>
                    <a:lnT w="12700" cmpd="sng">
                      <a:noFill/>
                    </a:lnT>
                    <a:lnB w="38100" cmpd="sng">
                      <a:noFill/>
                    </a:lnB>
                    <a:noFill/>
                  </a:tcPr>
                </a:tc>
                <a:tc>
                  <a:txBody>
                    <a:bodyPr/>
                    <a:lstStyle/>
                    <a:p>
                      <a:pPr algn="l">
                        <a:lnSpc>
                          <a:spcPts val="1875"/>
                        </a:lnSpc>
                        <a:buNone/>
                      </a:pPr>
                      <a:r>
                        <a:rPr lang="sv-SE" sz="1800" b="1" cap="all" spc="60">
                          <a:solidFill>
                            <a:schemeClr val="tx1"/>
                          </a:solidFill>
                          <a:effectLst/>
                          <a:latin typeface="quote-cjk-patch"/>
                        </a:rPr>
                        <a:t>Svar</a:t>
                      </a:r>
                    </a:p>
                  </a:txBody>
                  <a:tcPr marL="120811" marR="120811" marT="120811" marB="120811" anchor="ctr">
                    <a:lnL w="12700" cmpd="sng">
                      <a:noFill/>
                    </a:lnL>
                    <a:lnR w="12700" cmpd="sng">
                      <a:noFill/>
                    </a:lnR>
                    <a:lnT w="12700" cmpd="sng">
                      <a:noFill/>
                    </a:lnT>
                    <a:lnB w="38100" cmpd="sng">
                      <a:noFill/>
                    </a:lnB>
                    <a:noFill/>
                  </a:tcPr>
                </a:tc>
                <a:extLst>
                  <a:ext uri="{0D108BD9-81ED-4DB2-BD59-A6C34878D82A}">
                    <a16:rowId xmlns:a16="http://schemas.microsoft.com/office/drawing/2014/main" val="823069932"/>
                  </a:ext>
                </a:extLst>
              </a:tr>
              <a:tr h="1201650">
                <a:tc>
                  <a:txBody>
                    <a:bodyPr/>
                    <a:lstStyle/>
                    <a:p>
                      <a:pPr>
                        <a:lnSpc>
                          <a:spcPts val="1875"/>
                        </a:lnSpc>
                        <a:buNone/>
                      </a:pPr>
                      <a:r>
                        <a:rPr lang="sv-SE" sz="1800" b="1" cap="none" spc="0">
                          <a:solidFill>
                            <a:schemeClr val="tx1"/>
                          </a:solidFill>
                          <a:effectLst/>
                          <a:latin typeface="quote-cjk-patch"/>
                        </a:rPr>
                        <a:t>Vad är en KPI?</a:t>
                      </a:r>
                      <a:endParaRPr lang="sv-SE" sz="1800" b="0" cap="none" spc="0">
                        <a:solidFill>
                          <a:schemeClr val="tx1"/>
                        </a:solidFill>
                        <a:effectLst/>
                        <a:latin typeface="quote-cjk-patch"/>
                      </a:endParaRPr>
                    </a:p>
                  </a:txBody>
                  <a:tcPr marL="80541" marR="134235" marT="83897" marB="80541" anchor="ctr">
                    <a:lnL w="12700" cmpd="sng">
                      <a:noFill/>
                      <a:prstDash val="solid"/>
                    </a:lnL>
                    <a:lnR w="12700" cmpd="sng">
                      <a:noFill/>
                      <a:prstDash val="solid"/>
                    </a:lnR>
                    <a:lnT w="38100" cmpd="sng">
                      <a:noFill/>
                    </a:lnT>
                    <a:lnB w="12700" cmpd="sng">
                      <a:noFill/>
                      <a:prstDash val="solid"/>
                    </a:lnB>
                    <a:noFill/>
                  </a:tcPr>
                </a:tc>
                <a:tc>
                  <a:txBody>
                    <a:bodyPr/>
                    <a:lstStyle/>
                    <a:p>
                      <a:pPr>
                        <a:lnSpc>
                          <a:spcPts val="1875"/>
                        </a:lnSpc>
                        <a:buNone/>
                      </a:pPr>
                      <a:r>
                        <a:rPr lang="sv-SE" sz="1800" b="0" cap="none" spc="0">
                          <a:solidFill>
                            <a:schemeClr val="tx1"/>
                          </a:solidFill>
                          <a:effectLst/>
                          <a:latin typeface="quote-cjk-patch"/>
                        </a:rPr>
                        <a:t>Key Performance Indicator – ett viktigt nyckeltal som ger en snabb överblick. Här använder vi kort för att visa antal attacker, konfidens etc.</a:t>
                      </a:r>
                    </a:p>
                  </a:txBody>
                  <a:tcPr marL="134235" marR="80541" marT="83897" marB="80541"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697669314"/>
                  </a:ext>
                </a:extLst>
              </a:tr>
              <a:tr h="1201650">
                <a:tc>
                  <a:txBody>
                    <a:bodyPr/>
                    <a:lstStyle/>
                    <a:p>
                      <a:pPr>
                        <a:lnSpc>
                          <a:spcPts val="1875"/>
                        </a:lnSpc>
                        <a:buNone/>
                      </a:pPr>
                      <a:r>
                        <a:rPr lang="sv-SE" sz="1800" b="1" cap="none" spc="0">
                          <a:solidFill>
                            <a:schemeClr val="tx1"/>
                          </a:solidFill>
                          <a:effectLst/>
                          <a:latin typeface="quote-cjk-patch"/>
                        </a:rPr>
                        <a:t>Vad är en Slicer (utfällare)?</a:t>
                      </a:r>
                      <a:endParaRPr lang="sv-SE" sz="1800" b="0" cap="none" spc="0">
                        <a:solidFill>
                          <a:schemeClr val="tx1"/>
                        </a:solidFill>
                        <a:effectLst/>
                        <a:latin typeface="quote-cjk-patch"/>
                      </a:endParaRPr>
                    </a:p>
                  </a:txBody>
                  <a:tcPr marL="80541" marR="134235" marT="83897" marB="80541"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lnSpc>
                          <a:spcPts val="1875"/>
                        </a:lnSpc>
                        <a:buNone/>
                      </a:pPr>
                      <a:r>
                        <a:rPr lang="sv-SE" sz="1800" b="0" cap="none" spc="0">
                          <a:solidFill>
                            <a:schemeClr val="tx1"/>
                          </a:solidFill>
                          <a:effectLst/>
                          <a:latin typeface="quote-cjk-patch"/>
                        </a:rPr>
                        <a:t>Ett interaktivt filter som låter användaren själv välja vad som ska visas, t.ex. bara "Webbserverattack" eller bara de senaste 7 dagarna .</a:t>
                      </a:r>
                    </a:p>
                  </a:txBody>
                  <a:tcPr marL="134235" marR="80541" marT="83897" marB="80541"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1422665031"/>
                  </a:ext>
                </a:extLst>
              </a:tr>
              <a:tr h="1201650">
                <a:tc>
                  <a:txBody>
                    <a:bodyPr/>
                    <a:lstStyle/>
                    <a:p>
                      <a:pPr>
                        <a:lnSpc>
                          <a:spcPts val="1875"/>
                        </a:lnSpc>
                        <a:buNone/>
                      </a:pPr>
                      <a:r>
                        <a:rPr lang="sv-SE" sz="1800" b="1" cap="none" spc="0">
                          <a:solidFill>
                            <a:schemeClr val="tx1"/>
                          </a:solidFill>
                          <a:effectLst/>
                          <a:latin typeface="quote-cjk-patch"/>
                        </a:rPr>
                        <a:t>Varför ser jag konstiga datum i tidslinjen?</a:t>
                      </a:r>
                      <a:endParaRPr lang="sv-SE" sz="1800" b="0" cap="none" spc="0">
                        <a:solidFill>
                          <a:schemeClr val="tx1"/>
                        </a:solidFill>
                        <a:effectLst/>
                        <a:latin typeface="quote-cjk-patch"/>
                      </a:endParaRPr>
                    </a:p>
                  </a:txBody>
                  <a:tcPr marL="80541" marR="134235" marT="83897" marB="80541"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ts val="1875"/>
                        </a:lnSpc>
                        <a:buNone/>
                      </a:pPr>
                      <a:r>
                        <a:rPr lang="sv-SE" sz="1800" b="0" cap="none" spc="0">
                          <a:solidFill>
                            <a:schemeClr val="tx1"/>
                          </a:solidFill>
                          <a:effectLst/>
                          <a:latin typeface="quote-cjk-patch"/>
                        </a:rPr>
                        <a:t>Power BI skapar automatiskt en datumhierarki (År, Kvartal, Månad, Dag). Klicka på X-axeln och välj bara datumfältet för att få en enkel tidslinje.</a:t>
                      </a:r>
                    </a:p>
                  </a:txBody>
                  <a:tcPr marL="134235" marR="80541" marT="83897" marB="80541"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12314397"/>
                  </a:ext>
                </a:extLst>
              </a:tr>
              <a:tr h="953482">
                <a:tc>
                  <a:txBody>
                    <a:bodyPr/>
                    <a:lstStyle/>
                    <a:p>
                      <a:pPr>
                        <a:lnSpc>
                          <a:spcPts val="1875"/>
                        </a:lnSpc>
                        <a:buNone/>
                      </a:pPr>
                      <a:r>
                        <a:rPr lang="sv-SE" sz="1800" b="1" cap="none" spc="0">
                          <a:solidFill>
                            <a:schemeClr val="tx1"/>
                          </a:solidFill>
                          <a:effectLst/>
                          <a:latin typeface="quote-cjk-patch"/>
                        </a:rPr>
                        <a:t>Hur ändrar jag färger i diagrammen?</a:t>
                      </a:r>
                      <a:endParaRPr lang="sv-SE" sz="1800" b="0" cap="none" spc="0">
                        <a:solidFill>
                          <a:schemeClr val="tx1"/>
                        </a:solidFill>
                        <a:effectLst/>
                        <a:latin typeface="quote-cjk-patch"/>
                      </a:endParaRPr>
                    </a:p>
                  </a:txBody>
                  <a:tcPr marL="80541" marR="134235" marT="83897" marB="80541"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lnSpc>
                          <a:spcPts val="1875"/>
                        </a:lnSpc>
                        <a:buNone/>
                      </a:pPr>
                      <a:r>
                        <a:rPr lang="sv-SE" sz="1800" b="0" cap="none" spc="0">
                          <a:solidFill>
                            <a:schemeClr val="tx1"/>
                          </a:solidFill>
                          <a:effectLst/>
                          <a:latin typeface="quote-cjk-patch"/>
                        </a:rPr>
                        <a:t>Klicka på diagrammet, gå till formatpanelen (rullikonen), hitta "Datafärger" och välj dina egna färger .</a:t>
                      </a:r>
                    </a:p>
                  </a:txBody>
                  <a:tcPr marL="134235" marR="80541" marT="83897" marB="80541"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2843341797"/>
                  </a:ext>
                </a:extLst>
              </a:tr>
              <a:tr h="692255">
                <a:tc>
                  <a:txBody>
                    <a:bodyPr/>
                    <a:lstStyle/>
                    <a:p>
                      <a:pPr>
                        <a:lnSpc>
                          <a:spcPts val="1875"/>
                        </a:lnSpc>
                        <a:buNone/>
                      </a:pPr>
                      <a:r>
                        <a:rPr lang="sv-SE" sz="1800" b="1" cap="none" spc="0">
                          <a:solidFill>
                            <a:schemeClr val="tx1"/>
                          </a:solidFill>
                          <a:effectLst/>
                          <a:latin typeface="quote-cjk-patch"/>
                        </a:rPr>
                        <a:t>Kan jag spara filtervalen?</a:t>
                      </a:r>
                      <a:endParaRPr lang="sv-SE" sz="1800" b="0" cap="none" spc="0">
                        <a:solidFill>
                          <a:schemeClr val="tx1"/>
                        </a:solidFill>
                        <a:effectLst/>
                        <a:latin typeface="quote-cjk-patch"/>
                      </a:endParaRPr>
                    </a:p>
                  </a:txBody>
                  <a:tcPr marL="80541" marR="134235" marT="83897" marB="80541" anchor="ctr">
                    <a:lnL w="12700" cmpd="sng">
                      <a:noFill/>
                      <a:prstDash val="solid"/>
                    </a:lnL>
                    <a:lnR w="12700" cmpd="sng">
                      <a:noFill/>
                      <a:prstDash val="solid"/>
                    </a:lnR>
                    <a:lnT w="12700" cmpd="sng">
                      <a:noFill/>
                      <a:prstDash val="solid"/>
                    </a:lnT>
                    <a:lnB w="12700" cmpd="sng">
                      <a:noFill/>
                      <a:prstDash val="solid"/>
                    </a:lnB>
                    <a:noFill/>
                  </a:tcPr>
                </a:tc>
                <a:tc>
                  <a:txBody>
                    <a:bodyPr/>
                    <a:lstStyle/>
                    <a:p>
                      <a:pPr>
                        <a:lnSpc>
                          <a:spcPts val="1875"/>
                        </a:lnSpc>
                        <a:buNone/>
                      </a:pPr>
                      <a:r>
                        <a:rPr lang="sv-SE" sz="1800" b="0" cap="none" spc="0">
                          <a:solidFill>
                            <a:schemeClr val="tx1"/>
                          </a:solidFill>
                          <a:effectLst/>
                          <a:latin typeface="quote-cjk-patch"/>
                        </a:rPr>
                        <a:t>Ja, när du sparar rapporten sparas även de aktiva filtren.</a:t>
                      </a:r>
                    </a:p>
                  </a:txBody>
                  <a:tcPr marL="134235" marR="80541" marT="83897" marB="80541"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94246101"/>
                  </a:ext>
                </a:extLst>
              </a:tr>
              <a:tr h="953482">
                <a:tc>
                  <a:txBody>
                    <a:bodyPr/>
                    <a:lstStyle/>
                    <a:p>
                      <a:pPr>
                        <a:lnSpc>
                          <a:spcPts val="1875"/>
                        </a:lnSpc>
                        <a:buNone/>
                      </a:pPr>
                      <a:r>
                        <a:rPr lang="sv-SE" sz="1800" b="1" cap="none" spc="0">
                          <a:solidFill>
                            <a:schemeClr val="tx1"/>
                          </a:solidFill>
                          <a:effectLst/>
                          <a:latin typeface="quote-cjk-patch"/>
                        </a:rPr>
                        <a:t>Hur uppdaterar jag rapporten med ny data?</a:t>
                      </a:r>
                      <a:endParaRPr lang="sv-SE" sz="1800" b="0" cap="none" spc="0">
                        <a:solidFill>
                          <a:schemeClr val="tx1"/>
                        </a:solidFill>
                        <a:effectLst/>
                        <a:latin typeface="quote-cjk-patch"/>
                      </a:endParaRPr>
                    </a:p>
                  </a:txBody>
                  <a:tcPr marL="80541" marR="134235" marT="83897" marB="80541"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lnSpc>
                          <a:spcPts val="1875"/>
                        </a:lnSpc>
                        <a:buNone/>
                      </a:pPr>
                      <a:r>
                        <a:rPr lang="sv-SE" sz="1800" b="0" cap="none" spc="0">
                          <a:solidFill>
                            <a:schemeClr val="tx1"/>
                          </a:solidFill>
                          <a:effectLst/>
                          <a:latin typeface="quote-cjk-patch"/>
                        </a:rPr>
                        <a:t>Klicka på </a:t>
                      </a:r>
                      <a:r>
                        <a:rPr lang="sv-SE" sz="1800" b="1" cap="none" spc="0">
                          <a:solidFill>
                            <a:schemeClr val="tx1"/>
                          </a:solidFill>
                          <a:effectLst/>
                          <a:latin typeface="quote-cjk-patch"/>
                        </a:rPr>
                        <a:t>"Uppdatera"</a:t>
                      </a:r>
                      <a:r>
                        <a:rPr lang="sv-SE" sz="1800" b="0" cap="none" spc="0">
                          <a:solidFill>
                            <a:schemeClr val="tx1"/>
                          </a:solidFill>
                          <a:effectLst/>
                          <a:latin typeface="quote-cjk-patch"/>
                        </a:rPr>
                        <a:t> (Refresh) i menyfliksområdet. Power BI hämtar då ny data från SQL Server.</a:t>
                      </a:r>
                    </a:p>
                  </a:txBody>
                  <a:tcPr marL="134235" marR="80541" marT="83897" marB="80541"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2654548244"/>
                  </a:ext>
                </a:extLst>
              </a:tr>
            </a:tbl>
          </a:graphicData>
        </a:graphic>
      </p:graphicFrame>
    </p:spTree>
    <p:extLst>
      <p:ext uri="{BB962C8B-B14F-4D97-AF65-F5344CB8AC3E}">
        <p14:creationId xmlns:p14="http://schemas.microsoft.com/office/powerpoint/2010/main" val="24662216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Rubrik 1">
            <a:extLst>
              <a:ext uri="{FF2B5EF4-FFF2-40B4-BE49-F238E27FC236}">
                <a16:creationId xmlns:a16="http://schemas.microsoft.com/office/drawing/2014/main" id="{3EACB33E-D44F-B70A-2B61-4F968772378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Felsökning</a:t>
            </a:r>
            <a:r>
              <a:rPr lang="en-US" sz="4000" kern="1200" dirty="0">
                <a:solidFill>
                  <a:srgbClr val="FFFFFF"/>
                </a:solidFill>
                <a:latin typeface="+mj-lt"/>
                <a:ea typeface="+mj-ea"/>
                <a:cs typeface="+mj-cs"/>
              </a:rPr>
              <a:t> </a:t>
            </a:r>
          </a:p>
        </p:txBody>
      </p:sp>
      <p:graphicFrame>
        <p:nvGraphicFramePr>
          <p:cNvPr id="5" name="Platshållare för innehåll 4">
            <a:extLst>
              <a:ext uri="{FF2B5EF4-FFF2-40B4-BE49-F238E27FC236}">
                <a16:creationId xmlns:a16="http://schemas.microsoft.com/office/drawing/2014/main" id="{450C7F23-39EE-006D-A26D-9D8D2155DFEB}"/>
              </a:ext>
            </a:extLst>
          </p:cNvPr>
          <p:cNvGraphicFramePr>
            <a:graphicFrameLocks noGrp="1"/>
          </p:cNvGraphicFramePr>
          <p:nvPr>
            <p:ph idx="1"/>
            <p:extLst>
              <p:ext uri="{D42A27DB-BD31-4B8C-83A1-F6EECF244321}">
                <p14:modId xmlns:p14="http://schemas.microsoft.com/office/powerpoint/2010/main" val="60412096"/>
              </p:ext>
            </p:extLst>
          </p:nvPr>
        </p:nvGraphicFramePr>
        <p:xfrm>
          <a:off x="4040037" y="43132"/>
          <a:ext cx="8125182" cy="6789449"/>
        </p:xfrm>
        <a:graphic>
          <a:graphicData uri="http://schemas.openxmlformats.org/drawingml/2006/table">
            <a:tbl>
              <a:tblPr firstRow="1" bandRow="1">
                <a:noFill/>
                <a:tableStyleId>{5C22544A-7EE6-4342-B048-85BDC9FD1C3A}</a:tableStyleId>
              </a:tblPr>
              <a:tblGrid>
                <a:gridCol w="2131016">
                  <a:extLst>
                    <a:ext uri="{9D8B030D-6E8A-4147-A177-3AD203B41FA5}">
                      <a16:colId xmlns:a16="http://schemas.microsoft.com/office/drawing/2014/main" val="997400591"/>
                    </a:ext>
                  </a:extLst>
                </a:gridCol>
                <a:gridCol w="5994166">
                  <a:extLst>
                    <a:ext uri="{9D8B030D-6E8A-4147-A177-3AD203B41FA5}">
                      <a16:colId xmlns:a16="http://schemas.microsoft.com/office/drawing/2014/main" val="1000621695"/>
                    </a:ext>
                  </a:extLst>
                </a:gridCol>
              </a:tblGrid>
              <a:tr h="759890">
                <a:tc>
                  <a:txBody>
                    <a:bodyPr/>
                    <a:lstStyle/>
                    <a:p>
                      <a:pPr algn="l">
                        <a:lnSpc>
                          <a:spcPts val="1875"/>
                        </a:lnSpc>
                        <a:buNone/>
                      </a:pPr>
                      <a:r>
                        <a:rPr lang="sv-SE" sz="1400" b="1" cap="all" spc="60">
                          <a:solidFill>
                            <a:schemeClr val="tx1"/>
                          </a:solidFill>
                          <a:effectLst/>
                          <a:latin typeface="quote-cjk-patch"/>
                        </a:rPr>
                        <a:t>Problem</a:t>
                      </a:r>
                    </a:p>
                  </a:txBody>
                  <a:tcPr marL="75282" marR="125470" marT="75282" marB="75282" anchor="b">
                    <a:lnL w="12700" cmpd="sng">
                      <a:noFill/>
                    </a:lnL>
                    <a:lnR w="12700" cmpd="sng">
                      <a:noFill/>
                    </a:lnR>
                    <a:lnT w="12700" cmpd="sng">
                      <a:noFill/>
                    </a:lnT>
                    <a:lnB w="38100" cmpd="sng">
                      <a:noFill/>
                    </a:lnB>
                    <a:noFill/>
                  </a:tcPr>
                </a:tc>
                <a:tc>
                  <a:txBody>
                    <a:bodyPr/>
                    <a:lstStyle/>
                    <a:p>
                      <a:pPr algn="l">
                        <a:lnSpc>
                          <a:spcPts val="1875"/>
                        </a:lnSpc>
                        <a:buNone/>
                      </a:pPr>
                      <a:r>
                        <a:rPr lang="sv-SE" sz="1400" b="1" cap="all" spc="60">
                          <a:solidFill>
                            <a:schemeClr val="tx1"/>
                          </a:solidFill>
                          <a:effectLst/>
                          <a:latin typeface="quote-cjk-patch"/>
                        </a:rPr>
                        <a:t>Lösning</a:t>
                      </a:r>
                    </a:p>
                  </a:txBody>
                  <a:tcPr marL="125470" marR="125470" marT="75282" marB="75282" anchor="b">
                    <a:lnL w="12700" cmpd="sng">
                      <a:noFill/>
                    </a:lnL>
                    <a:lnR w="12700" cmpd="sng">
                      <a:noFill/>
                    </a:lnR>
                    <a:lnT w="12700" cmpd="sng">
                      <a:noFill/>
                    </a:lnT>
                    <a:lnB w="38100" cmpd="sng">
                      <a:noFill/>
                    </a:lnB>
                    <a:noFill/>
                  </a:tcPr>
                </a:tc>
                <a:extLst>
                  <a:ext uri="{0D108BD9-81ED-4DB2-BD59-A6C34878D82A}">
                    <a16:rowId xmlns:a16="http://schemas.microsoft.com/office/drawing/2014/main" val="3262761399"/>
                  </a:ext>
                </a:extLst>
              </a:tr>
              <a:tr h="1238952">
                <a:tc>
                  <a:txBody>
                    <a:bodyPr/>
                    <a:lstStyle/>
                    <a:p>
                      <a:pPr>
                        <a:lnSpc>
                          <a:spcPts val="1875"/>
                        </a:lnSpc>
                        <a:buNone/>
                      </a:pPr>
                      <a:r>
                        <a:rPr lang="sv-SE" sz="2000" b="1" cap="none" spc="0">
                          <a:solidFill>
                            <a:schemeClr val="tx1"/>
                          </a:solidFill>
                          <a:effectLst/>
                          <a:latin typeface="quote-cjk-patch"/>
                        </a:rPr>
                        <a:t>Korten visar fel siffror</a:t>
                      </a:r>
                      <a:endParaRPr lang="sv-SE" sz="2000" b="0" cap="none" spc="0">
                        <a:solidFill>
                          <a:schemeClr val="tx1"/>
                        </a:solidFill>
                        <a:effectLst/>
                        <a:latin typeface="quote-cjk-patch"/>
                      </a:endParaRPr>
                    </a:p>
                  </a:txBody>
                  <a:tcPr marL="75282" marR="125470" marT="78419" marB="75282"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pPr>
                        <a:lnSpc>
                          <a:spcPts val="1875"/>
                        </a:lnSpc>
                        <a:buNone/>
                      </a:pPr>
                      <a:r>
                        <a:rPr lang="sv-SE" sz="2000" b="0" cap="none" spc="0">
                          <a:solidFill>
                            <a:schemeClr val="tx1"/>
                          </a:solidFill>
                          <a:effectLst/>
                          <a:latin typeface="quote-cjk-patch"/>
                        </a:rPr>
                        <a:t>Kontrollera aggregeringen (Summa, Antal, Genomsnitt). Klicka på fältet i "Fält"-rutan och välj rätt.</a:t>
                      </a:r>
                    </a:p>
                  </a:txBody>
                  <a:tcPr marL="125470" marR="75282" marT="78419" marB="75282"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56732710"/>
                  </a:ext>
                </a:extLst>
              </a:tr>
              <a:tr h="759890">
                <a:tc>
                  <a:txBody>
                    <a:bodyPr/>
                    <a:lstStyle/>
                    <a:p>
                      <a:pPr>
                        <a:lnSpc>
                          <a:spcPts val="1875"/>
                        </a:lnSpc>
                        <a:buNone/>
                      </a:pPr>
                      <a:r>
                        <a:rPr lang="sv-SE" sz="2000" b="1" cap="none" spc="0">
                          <a:solidFill>
                            <a:schemeClr val="tx1"/>
                          </a:solidFill>
                          <a:effectLst/>
                          <a:latin typeface="quote-cjk-patch"/>
                        </a:rPr>
                        <a:t>Tidslinjen visar konstiga luckor</a:t>
                      </a:r>
                      <a:endParaRPr lang="sv-SE" sz="2000" b="0" cap="none" spc="0">
                        <a:solidFill>
                          <a:schemeClr val="tx1"/>
                        </a:solidFill>
                        <a:effectLst/>
                        <a:latin typeface="quote-cjk-patch"/>
                      </a:endParaRPr>
                    </a:p>
                  </a:txBody>
                  <a:tcPr marL="75282" marR="125470" marT="78419" marB="7528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nSpc>
                          <a:spcPts val="1875"/>
                        </a:lnSpc>
                        <a:buNone/>
                      </a:pPr>
                      <a:r>
                        <a:rPr lang="sv-SE" sz="2000" b="0" cap="none" spc="0">
                          <a:solidFill>
                            <a:schemeClr val="tx1"/>
                          </a:solidFill>
                          <a:effectLst/>
                          <a:latin typeface="quote-cjk-patch"/>
                        </a:rPr>
                        <a:t>Högerklicka på X-axeln → välj rätt datumfält (inte hierarkin).</a:t>
                      </a:r>
                    </a:p>
                  </a:txBody>
                  <a:tcPr marL="125470" marR="75282" marT="78419" marB="7528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324618949"/>
                  </a:ext>
                </a:extLst>
              </a:tr>
              <a:tr h="1552813">
                <a:tc>
                  <a:txBody>
                    <a:bodyPr/>
                    <a:lstStyle/>
                    <a:p>
                      <a:pPr>
                        <a:lnSpc>
                          <a:spcPts val="1875"/>
                        </a:lnSpc>
                        <a:buNone/>
                      </a:pPr>
                      <a:r>
                        <a:rPr lang="sv-SE" sz="2000" b="1" cap="none" spc="0">
                          <a:solidFill>
                            <a:schemeClr val="tx1"/>
                          </a:solidFill>
                          <a:effectLst/>
                          <a:latin typeface="quote-cjk-patch"/>
                        </a:rPr>
                        <a:t>Relationen mellan tabeller saknas</a:t>
                      </a:r>
                      <a:endParaRPr lang="sv-SE" sz="2000" b="0" cap="none" spc="0">
                        <a:solidFill>
                          <a:schemeClr val="tx1"/>
                        </a:solidFill>
                        <a:effectLst/>
                        <a:latin typeface="quote-cjk-patch"/>
                      </a:endParaRPr>
                    </a:p>
                  </a:txBody>
                  <a:tcPr marL="75282" marR="125470" marT="78419" marB="75282"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lnSpc>
                          <a:spcPts val="1650"/>
                        </a:lnSpc>
                        <a:buNone/>
                      </a:pPr>
                      <a:r>
                        <a:rPr lang="sv-SE" sz="2000" b="0" cap="none" spc="0">
                          <a:solidFill>
                            <a:schemeClr val="tx1"/>
                          </a:solidFill>
                          <a:effectLst/>
                          <a:latin typeface="quote-cjk-patch"/>
                        </a:rPr>
                        <a:t>Gå till Modell-vyn och dra </a:t>
                      </a:r>
                      <a:r>
                        <a:rPr lang="sv-SE" sz="2000" b="0" cap="none" spc="0">
                          <a:solidFill>
                            <a:schemeClr val="tx1"/>
                          </a:solidFill>
                          <a:effectLst/>
                          <a:latin typeface="Menlo"/>
                        </a:rPr>
                        <a:t>LogID</a:t>
                      </a:r>
                      <a:r>
                        <a:rPr lang="sv-SE" sz="2000" b="0" cap="none" spc="0">
                          <a:solidFill>
                            <a:schemeClr val="tx1"/>
                          </a:solidFill>
                          <a:effectLst/>
                          <a:latin typeface="quote-cjk-patch"/>
                        </a:rPr>
                        <a:t> från </a:t>
                      </a:r>
                      <a:r>
                        <a:rPr lang="sv-SE" sz="2000" b="0" cap="none" spc="0">
                          <a:solidFill>
                            <a:schemeClr val="tx1"/>
                          </a:solidFill>
                          <a:effectLst/>
                          <a:latin typeface="Menlo"/>
                        </a:rPr>
                        <a:t>NetworkTrafficLogs</a:t>
                      </a:r>
                      <a:r>
                        <a:rPr lang="sv-SE" sz="2000" b="0" cap="none" spc="0">
                          <a:solidFill>
                            <a:schemeClr val="tx1"/>
                          </a:solidFill>
                          <a:effectLst/>
                          <a:latin typeface="quote-cjk-patch"/>
                        </a:rPr>
                        <a:t> till </a:t>
                      </a:r>
                      <a:r>
                        <a:rPr lang="sv-SE" sz="2000" b="0" cap="none" spc="0">
                          <a:solidFill>
                            <a:schemeClr val="tx1"/>
                          </a:solidFill>
                          <a:effectLst/>
                          <a:latin typeface="Menlo"/>
                        </a:rPr>
                        <a:t>LogID</a:t>
                      </a:r>
                      <a:r>
                        <a:rPr lang="sv-SE" sz="2000" b="0" cap="none" spc="0">
                          <a:solidFill>
                            <a:schemeClr val="tx1"/>
                          </a:solidFill>
                          <a:effectLst/>
                          <a:latin typeface="quote-cjk-patch"/>
                        </a:rPr>
                        <a:t> i </a:t>
                      </a:r>
                      <a:r>
                        <a:rPr lang="sv-SE" sz="2000" b="0" cap="none" spc="0">
                          <a:solidFill>
                            <a:schemeClr val="tx1"/>
                          </a:solidFill>
                          <a:effectLst/>
                          <a:latin typeface="Menlo"/>
                        </a:rPr>
                        <a:t>ThreatDetections</a:t>
                      </a:r>
                      <a:r>
                        <a:rPr lang="sv-SE" sz="2000" b="0" cap="none" spc="0">
                          <a:solidFill>
                            <a:schemeClr val="tx1"/>
                          </a:solidFill>
                          <a:effectLst/>
                          <a:latin typeface="quote-cjk-patch"/>
                        </a:rPr>
                        <a:t>.</a:t>
                      </a:r>
                    </a:p>
                  </a:txBody>
                  <a:tcPr marL="125470" marR="75282" marT="78419" marB="7528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369886373"/>
                  </a:ext>
                </a:extLst>
              </a:tr>
              <a:tr h="1238952">
                <a:tc>
                  <a:txBody>
                    <a:bodyPr/>
                    <a:lstStyle/>
                    <a:p>
                      <a:pPr>
                        <a:lnSpc>
                          <a:spcPts val="1875"/>
                        </a:lnSpc>
                        <a:buNone/>
                      </a:pPr>
                      <a:r>
                        <a:rPr lang="sv-SE" sz="2000" b="1" cap="none" spc="0">
                          <a:solidFill>
                            <a:schemeClr val="tx1"/>
                          </a:solidFill>
                          <a:effectLst/>
                          <a:latin typeface="quote-cjk-patch"/>
                        </a:rPr>
                        <a:t>Filter fungerar inte</a:t>
                      </a:r>
                      <a:endParaRPr lang="sv-SE" sz="2000" b="0" cap="none" spc="0">
                        <a:solidFill>
                          <a:schemeClr val="tx1"/>
                        </a:solidFill>
                        <a:effectLst/>
                        <a:latin typeface="quote-cjk-patch"/>
                      </a:endParaRPr>
                    </a:p>
                  </a:txBody>
                  <a:tcPr marL="75282" marR="125470" marT="78419" marB="7528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nSpc>
                          <a:spcPts val="1875"/>
                        </a:lnSpc>
                        <a:buNone/>
                      </a:pPr>
                      <a:r>
                        <a:rPr lang="sv-SE" sz="2000" b="0" cap="none" spc="0">
                          <a:solidFill>
                            <a:schemeClr val="tx1"/>
                          </a:solidFill>
                          <a:effectLst/>
                          <a:latin typeface="quote-cjk-patch"/>
                        </a:rPr>
                        <a:t>Kontrollera att filtret är kopplat till rätt tabell. Klicka på filtret och se vilka kolumner som används.</a:t>
                      </a:r>
                    </a:p>
                  </a:txBody>
                  <a:tcPr marL="125470" marR="75282" marT="78419" marB="7528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35733100"/>
                  </a:ext>
                </a:extLst>
              </a:tr>
              <a:tr h="1238952">
                <a:tc>
                  <a:txBody>
                    <a:bodyPr/>
                    <a:lstStyle/>
                    <a:p>
                      <a:pPr>
                        <a:lnSpc>
                          <a:spcPts val="1875"/>
                        </a:lnSpc>
                        <a:buNone/>
                      </a:pPr>
                      <a:r>
                        <a:rPr lang="sv-SE" sz="2000" b="1" cap="none" spc="0">
                          <a:solidFill>
                            <a:schemeClr val="tx1"/>
                          </a:solidFill>
                          <a:effectLst/>
                          <a:latin typeface="quote-cjk-patch"/>
                        </a:rPr>
                        <a:t>Siffror uppdateras inte</a:t>
                      </a:r>
                      <a:endParaRPr lang="sv-SE" sz="2000" b="0" cap="none" spc="0">
                        <a:solidFill>
                          <a:schemeClr val="tx1"/>
                        </a:solidFill>
                        <a:effectLst/>
                        <a:latin typeface="quote-cjk-patch"/>
                      </a:endParaRPr>
                    </a:p>
                  </a:txBody>
                  <a:tcPr marL="75282" marR="125470" marT="78419" marB="75282" anchor="ctr">
                    <a:lnL w="12700" cap="flat" cmpd="sng" algn="ctr">
                      <a:solidFill>
                        <a:schemeClr val="tx1"/>
                      </a:solidFill>
                      <a:prstDash val="solid"/>
                    </a:lnL>
                    <a:lnR w="12700" cmpd="sng">
                      <a:noFill/>
                      <a:prstDash val="solid"/>
                    </a:lnR>
                    <a:lnT w="12700" cmpd="sng">
                      <a:noFill/>
                      <a:prstDash val="solid"/>
                    </a:lnT>
                    <a:lnB w="12700" cap="flat" cmpd="sng" algn="ctr">
                      <a:noFill/>
                      <a:prstDash val="solid"/>
                    </a:lnB>
                    <a:noFill/>
                  </a:tcPr>
                </a:tc>
                <a:tc>
                  <a:txBody>
                    <a:bodyPr/>
                    <a:lstStyle/>
                    <a:p>
                      <a:pPr>
                        <a:lnSpc>
                          <a:spcPts val="1875"/>
                        </a:lnSpc>
                        <a:buNone/>
                      </a:pPr>
                      <a:r>
                        <a:rPr lang="sv-SE" sz="2000" b="0" cap="none" spc="0">
                          <a:solidFill>
                            <a:schemeClr val="tx1"/>
                          </a:solidFill>
                          <a:effectLst/>
                          <a:latin typeface="quote-cjk-patch"/>
                        </a:rPr>
                        <a:t>Klicka på </a:t>
                      </a:r>
                      <a:r>
                        <a:rPr lang="sv-SE" sz="2000" b="1" cap="none" spc="0">
                          <a:solidFill>
                            <a:schemeClr val="tx1"/>
                          </a:solidFill>
                          <a:effectLst/>
                          <a:latin typeface="quote-cjk-patch"/>
                        </a:rPr>
                        <a:t>"Uppdatera"</a:t>
                      </a:r>
                      <a:r>
                        <a:rPr lang="sv-SE" sz="2000" b="0" cap="none" spc="0">
                          <a:solidFill>
                            <a:schemeClr val="tx1"/>
                          </a:solidFill>
                          <a:effectLst/>
                          <a:latin typeface="quote-cjk-patch"/>
                        </a:rPr>
                        <a:t> (Refresh). Kontrollera att SQL Server är igång och att ny data finns.</a:t>
                      </a:r>
                    </a:p>
                  </a:txBody>
                  <a:tcPr marL="125470" marR="75282" marT="78419" marB="75282"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455715150"/>
                  </a:ext>
                </a:extLst>
              </a:tr>
            </a:tbl>
          </a:graphicData>
        </a:graphic>
      </p:graphicFrame>
    </p:spTree>
    <p:extLst>
      <p:ext uri="{BB962C8B-B14F-4D97-AF65-F5344CB8AC3E}">
        <p14:creationId xmlns:p14="http://schemas.microsoft.com/office/powerpoint/2010/main" val="4163933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ubrik 1">
            <a:extLst>
              <a:ext uri="{FF2B5EF4-FFF2-40B4-BE49-F238E27FC236}">
                <a16:creationId xmlns:a16="http://schemas.microsoft.com/office/drawing/2014/main" id="{24FA72C8-CBD5-2629-A0B4-E160AD0D1D9A}"/>
              </a:ext>
            </a:extLst>
          </p:cNvPr>
          <p:cNvSpPr>
            <a:spLocks noGrp="1"/>
          </p:cNvSpPr>
          <p:nvPr>
            <p:ph type="title"/>
          </p:nvPr>
        </p:nvSpPr>
        <p:spPr>
          <a:xfrm>
            <a:off x="621792" y="1161288"/>
            <a:ext cx="3602736" cy="4526280"/>
          </a:xfrm>
        </p:spPr>
        <p:txBody>
          <a:bodyPr>
            <a:normAutofit/>
          </a:bodyPr>
          <a:lstStyle/>
          <a:p>
            <a:r>
              <a:rPr lang="sv-SE" sz="4000">
                <a:ea typeface="+mj-lt"/>
                <a:cs typeface="+mj-lt"/>
              </a:rPr>
              <a:t>Du har slutfört hela projektet!</a:t>
            </a:r>
            <a:endParaRPr lang="sv-SE"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Platshållare för innehåll 2">
            <a:extLst>
              <a:ext uri="{FF2B5EF4-FFF2-40B4-BE49-F238E27FC236}">
                <a16:creationId xmlns:a16="http://schemas.microsoft.com/office/drawing/2014/main" id="{44315037-CE0E-304F-E82D-64A4D77CD79F}"/>
              </a:ext>
            </a:extLst>
          </p:cNvPr>
          <p:cNvGraphicFramePr>
            <a:graphicFrameLocks noGrp="1"/>
          </p:cNvGraphicFramePr>
          <p:nvPr>
            <p:ph idx="1"/>
            <p:extLst>
              <p:ext uri="{D42A27DB-BD31-4B8C-83A1-F6EECF244321}">
                <p14:modId xmlns:p14="http://schemas.microsoft.com/office/powerpoint/2010/main" val="3439979679"/>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6751211"/>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Bredbild</PresentationFormat>
  <Slides>70</Slides>
  <Notes>0</Notes>
  <HiddenSlides>0</HiddenSlides>
  <ScaleCrop>false</ScaleCrop>
  <HeadingPairs>
    <vt:vector size="4" baseType="variant">
      <vt:variant>
        <vt:lpstr>Tema</vt:lpstr>
      </vt:variant>
      <vt:variant>
        <vt:i4>1</vt:i4>
      </vt:variant>
      <vt:variant>
        <vt:lpstr>Bildrubriker</vt:lpstr>
      </vt:variant>
      <vt:variant>
        <vt:i4>70</vt:i4>
      </vt:variant>
    </vt:vector>
  </HeadingPairs>
  <TitlesOfParts>
    <vt:vector size="71" baseType="lpstr">
      <vt:lpstr>Office-tema</vt:lpstr>
      <vt:lpstr>4.2 Maskininlärning för nätverkssäkerhet analys av stora datamängder (avancerad) </vt:lpstr>
      <vt:lpstr>Översikt</vt:lpstr>
      <vt:lpstr>Mål</vt:lpstr>
      <vt:lpstr>Teknologier som används</vt:lpstr>
      <vt:lpstr>Projektets 12 steg – från installation till färdig rapport</vt:lpstr>
      <vt:lpstr>PowerPoint-presentation</vt:lpstr>
      <vt:lpstr>Flödet i projektet – så hänger allt ihop</vt:lpstr>
      <vt:lpstr>Sammanfattning</vt:lpstr>
      <vt:lpstr>Steg 1: Installera SQL Server (Databasmotorn). Vanliga frågor </vt:lpstr>
      <vt:lpstr>Steg 1: Installera SQL Server (Databasmotorn) SQL Server är själva motorn som lagrar och hanterar all data.</vt:lpstr>
      <vt:lpstr>Steg 2: Installera SSMS (SQL Server Management Studio).</vt:lpstr>
      <vt:lpstr>Steg-för-steg instruktioner för SSMS-installation</vt:lpstr>
      <vt:lpstr>Så här ser det ut när du är ansluten</vt:lpstr>
      <vt:lpstr>Vanliga frågor</vt:lpstr>
      <vt:lpstr>Felsökning – om du inte kan ansluta</vt:lpstr>
      <vt:lpstr>Steg 3: Koppla ihop SSMS med SQL Server</vt:lpstr>
      <vt:lpstr>Koppla ihop SSMS med SQL Server</vt:lpstr>
      <vt:lpstr>Vanliga frågor</vt:lpstr>
      <vt:lpstr>Felsökning</vt:lpstr>
      <vt:lpstr>Steg 4:   Installera Python.  Python är språket som vår ML-modell talar. </vt:lpstr>
      <vt:lpstr>Python-installation</vt:lpstr>
      <vt:lpstr>Installationsfönstret – VIKTIGA STEGET</vt:lpstr>
      <vt:lpstr>Testa i PowerShell</vt:lpstr>
      <vt:lpstr>Vad är pip?</vt:lpstr>
      <vt:lpstr>Vanliga frågor</vt:lpstr>
      <vt:lpstr>Felsökning </vt:lpstr>
      <vt:lpstr>Steg 5: Installera VS Code (Visual Studio Code). VS Code är vår arbetsyta och textredigerare. </vt:lpstr>
      <vt:lpstr>VS Code-installation</vt:lpstr>
      <vt:lpstr>PowerPoint-presentation</vt:lpstr>
      <vt:lpstr>Vanliga frågor</vt:lpstr>
      <vt:lpstr>Steg 6: Installera Python-tillägg i VS Code</vt:lpstr>
      <vt:lpstr>PowerPoint-presentation</vt:lpstr>
      <vt:lpstr>Vanliga frågor</vt:lpstr>
      <vt:lpstr>Felsökning </vt:lpstr>
      <vt:lpstr>Steg 7: Skapa databasen NetworkSecurityML</vt:lpstr>
      <vt:lpstr>PowerPoint-presentation</vt:lpstr>
      <vt:lpstr>Skapa ny databas</vt:lpstr>
      <vt:lpstr>Vanliga frågor</vt:lpstr>
      <vt:lpstr>Felsökning </vt:lpstr>
      <vt:lpstr>Steg 8: Skapa tabeller i databasen</vt:lpstr>
      <vt:lpstr>Varför gör vi detta? För att skapa de specifika tabeller som vårt nätverkssäkerhetsprojekt behöver. Utan tabeller har vi ingen struktur att lagra data i. De tre tabellerna är:</vt:lpstr>
      <vt:lpstr>PowerPoint-presentation</vt:lpstr>
      <vt:lpstr>Automatisk skapande av tabeller i SQL Server  (kort besrkivning)</vt:lpstr>
      <vt:lpstr>Vanliga frågor</vt:lpstr>
      <vt:lpstr>Felsökning </vt:lpstr>
      <vt:lpstr>Steg 9: Träna ML-modell i Google Colab</vt:lpstr>
      <vt:lpstr>Olika format för ML-modeller.  För vårt projekt är .pkl med joblib perfekt – det är standard för scikit-learn, enkelt och fungerar utmärkt i vår Python-baserade pipeline</vt:lpstr>
      <vt:lpstr>PowerPoint-presentation</vt:lpstr>
      <vt:lpstr>Vad innehåller den nedladdade zip-filen? network_model.zip</vt:lpstr>
      <vt:lpstr>PowerPoint-presentation</vt:lpstr>
      <vt:lpstr>Steg 10: Koppla ML-modellen till databasen och kör analys</vt:lpstr>
      <vt:lpstr>Förberedelser </vt:lpstr>
      <vt:lpstr>Steg-för-steg instruktioner för att köra ML-analysen</vt:lpstr>
      <vt:lpstr>PowerPoint-presentation</vt:lpstr>
      <vt:lpstr>Vad betyder utskrifterna?</vt:lpstr>
      <vt:lpstr>Vanliga frågor</vt:lpstr>
      <vt:lpstr>Felsökning</vt:lpstr>
      <vt:lpstr>PowerPoint-presentation</vt:lpstr>
      <vt:lpstr>Så här får du projektet att fungera på din dator</vt:lpstr>
      <vt:lpstr>Steg 11: Koppla Power BI till SQL Server</vt:lpstr>
      <vt:lpstr>Instruktioner för att koppla Power BI till SQL Server</vt:lpstr>
      <vt:lpstr>Vanliga frågor</vt:lpstr>
      <vt:lpstr>Felsökning </vt:lpstr>
      <vt:lpstr>Steg 12: Skapa Power BI-rapport för att visualisera ML-resultaten</vt:lpstr>
      <vt:lpstr>PowerPoint-presentation</vt:lpstr>
      <vt:lpstr>PowerPoint-presentation</vt:lpstr>
      <vt:lpstr>PowerPoint-presentation</vt:lpstr>
      <vt:lpstr>Vanliga frågor</vt:lpstr>
      <vt:lpstr>Felsökning </vt:lpstr>
      <vt:lpstr>Du har slutfört hela projektet!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417</cp:revision>
  <dcterms:created xsi:type="dcterms:W3CDTF">2026-03-09T11:28:11Z</dcterms:created>
  <dcterms:modified xsi:type="dcterms:W3CDTF">2026-03-09T18:49:05Z</dcterms:modified>
</cp:coreProperties>
</file>